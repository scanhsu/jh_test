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24" r:id="rId2"/>
  </p:sldMasterIdLst>
  <p:notesMasterIdLst>
    <p:notesMasterId r:id="rId7"/>
  </p:notesMasterIdLst>
  <p:handoutMasterIdLst>
    <p:handoutMasterId r:id="rId8"/>
  </p:handoutMasterIdLst>
  <p:sldIdLst>
    <p:sldId id="256" r:id="rId3"/>
    <p:sldId id="260" r:id="rId4"/>
    <p:sldId id="261" r:id="rId5"/>
    <p:sldId id="258" r:id="rId6"/>
  </p:sldIdLst>
  <p:sldSz cx="9144000" cy="6858000" type="screen4x3"/>
  <p:notesSz cx="6797675" cy="99266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333399"/>
    <a:srgbClr val="303030"/>
    <a:srgbClr val="003366"/>
    <a:srgbClr val="669BC6"/>
    <a:srgbClr val="93CEE1"/>
    <a:srgbClr val="5AA1D2"/>
    <a:srgbClr val="FF9966"/>
    <a:srgbClr val="990000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55" autoAdjust="0"/>
    <p:restoredTop sz="94630" autoAdjust="0"/>
  </p:normalViewPr>
  <p:slideViewPr>
    <p:cSldViewPr>
      <p:cViewPr varScale="1">
        <p:scale>
          <a:sx n="69" d="100"/>
          <a:sy n="69" d="100"/>
        </p:scale>
        <p:origin x="-128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2922" y="-84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6E5C5FEB-A3C5-42AC-AE45-D486EC0C055A}" type="datetimeFigureOut">
              <a:rPr lang="zh-TW" altLang="en-US"/>
              <a:pPr>
                <a:defRPr/>
              </a:pPr>
              <a:t>2017/10/17</a:t>
            </a:fld>
            <a:endParaRPr lang="en-US" altLang="zh-TW"/>
          </a:p>
        </p:txBody>
      </p:sp>
      <p:sp>
        <p:nvSpPr>
          <p:cNvPr id="1024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4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419F81E2-7351-4FCB-8941-A0854D6566DD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683684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E802C485-5520-4E54-939A-60559076B6F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15460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8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en-US" smtClean="0">
              <a:latin typeface="Arial" charset="0"/>
              <a:ea typeface="新細明體" charset="-120"/>
            </a:endParaRPr>
          </a:p>
        </p:txBody>
      </p:sp>
      <p:sp>
        <p:nvSpPr>
          <p:cNvPr id="29699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412048-A4D7-430F-975D-6467D1FB5B34}" type="slidenum">
              <a:rPr lang="en-US" altLang="zh-TW" smtClean="0">
                <a:latin typeface="Arial" charset="0"/>
                <a:ea typeface="新細明體" charset="-120"/>
              </a:rPr>
              <a:pPr/>
              <a:t>1</a:t>
            </a:fld>
            <a:endParaRPr lang="en-US" altLang="zh-TW" smtClean="0">
              <a:latin typeface="Arial" charset="0"/>
              <a:ea typeface="新細明體" charset="-12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2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en-US" smtClean="0">
              <a:latin typeface="Arial" charset="0"/>
              <a:ea typeface="新細明體" charset="-120"/>
            </a:endParaRPr>
          </a:p>
        </p:txBody>
      </p:sp>
      <p:sp>
        <p:nvSpPr>
          <p:cNvPr id="97283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FB5BE2-37D5-4245-9F3B-8C0AA1672C44}" type="slidenum">
              <a:rPr lang="en-US" altLang="zh-TW" smtClean="0">
                <a:latin typeface="Arial" charset="0"/>
                <a:ea typeface="新細明體" charset="-120"/>
              </a:rPr>
              <a:pPr/>
              <a:t>4</a:t>
            </a:fld>
            <a:endParaRPr lang="en-US" altLang="zh-TW" smtClean="0">
              <a:latin typeface="Arial" charset="0"/>
              <a:ea typeface="新細明體" charset="-12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ChangeArrowheads="1"/>
          </p:cNvSpPr>
          <p:nvPr userDrawn="1"/>
        </p:nvSpPr>
        <p:spPr bwMode="auto">
          <a:xfrm>
            <a:off x="2700338" y="2565400"/>
            <a:ext cx="5834062" cy="237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endParaRPr lang="zh-TW" altLang="zh-TW" sz="3600" b="1" i="1">
              <a:solidFill>
                <a:schemeClr val="tx2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4185" y="4929198"/>
            <a:ext cx="5688013" cy="928694"/>
          </a:xfrm>
        </p:spPr>
        <p:txBody>
          <a:bodyPr/>
          <a:lstStyle>
            <a:lvl1pPr>
              <a:defRPr i="0">
                <a:solidFill>
                  <a:schemeClr val="tx2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79395" y="5927744"/>
            <a:ext cx="1620837" cy="287338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1600" b="0">
                <a:solidFill>
                  <a:srgbClr val="4D4D4D"/>
                </a:solidFill>
              </a:defRPr>
            </a:lvl1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0" y="6453188"/>
            <a:ext cx="539750" cy="404812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128D8B63-5E08-4F64-834B-B4BBB2A3C70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pic>
        <p:nvPicPr>
          <p:cNvPr id="11" name="圖片 10" descr="logo_nexcom.gif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768" y="335506"/>
            <a:ext cx="1502181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圖片 11" descr="Index_page-01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908720"/>
            <a:ext cx="9144000" cy="41433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1472" y="188640"/>
            <a:ext cx="6408738" cy="865188"/>
          </a:xfrm>
        </p:spPr>
        <p:txBody>
          <a:bodyPr/>
          <a:lstStyle>
            <a:lvl1pPr>
              <a:defRPr i="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700213"/>
            <a:ext cx="3997325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60913" y="1700213"/>
            <a:ext cx="3997325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864096"/>
          </a:xfrm>
        </p:spPr>
        <p:txBody>
          <a:bodyPr/>
          <a:lstStyle>
            <a:lvl1pPr>
              <a:defRPr i="0"/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21475" y="476250"/>
            <a:ext cx="2036763" cy="57499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476250"/>
            <a:ext cx="5957887" cy="57499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188D42-9BC5-4E2E-A1DB-B588F53CCA70}" type="datetimeFigureOut">
              <a:rPr lang="zh-TW" altLang="en-US"/>
              <a:pPr>
                <a:defRPr/>
              </a:pPr>
              <a:t>2017/10/17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FDEFCC-4EF9-43A2-9C60-07034E7F1A0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52847D-8F1C-4327-8B00-2262366F19B8}" type="datetimeFigureOut">
              <a:rPr lang="zh-TW" altLang="en-US"/>
              <a:pPr>
                <a:defRPr/>
              </a:pPr>
              <a:t>2017/10/17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4E8D32-4FF0-4918-836D-2605E62CAF39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83FC0A-0405-4076-BADF-F36F34BC9290}" type="datetimeFigureOut">
              <a:rPr lang="zh-TW" altLang="en-US"/>
              <a:pPr>
                <a:defRPr/>
              </a:pPr>
              <a:t>2017/10/17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2772DC-A203-45FC-BFA0-7096A43FFED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747016-D55C-47AC-A847-5B16757CF9F4}" type="datetimeFigureOut">
              <a:rPr lang="zh-TW" altLang="en-US"/>
              <a:pPr>
                <a:defRPr/>
              </a:pPr>
              <a:t>2017/10/17</a:t>
            </a:fld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50A213-9A84-43C4-A775-4A66C7DF59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6D367B-2606-4241-A2E4-A79B151781B3}" type="datetimeFigureOut">
              <a:rPr lang="zh-TW" altLang="en-US"/>
              <a:pPr>
                <a:defRPr/>
              </a:pPr>
              <a:t>2017/10/17</a:t>
            </a:fld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70426B-4960-4215-BF82-18EB7C54AA08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C18D40-59A0-404A-94B9-121C801C1828}" type="datetimeFigureOut">
              <a:rPr lang="zh-TW" altLang="en-US"/>
              <a:pPr>
                <a:defRPr/>
              </a:pPr>
              <a:t>2017/10/17</a:t>
            </a:fld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DAFFC0-E935-4397-81B4-5BA6ED96A70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F67B1B-0B3D-45A1-AB4C-56C632F89115}" type="datetimeFigureOut">
              <a:rPr lang="zh-TW" altLang="en-US"/>
              <a:pPr>
                <a:defRPr/>
              </a:pPr>
              <a:t>2017/10/17</a:t>
            </a:fld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380132-5F00-40B8-A70C-D74FEAC62E4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A4632F-9C6A-4AF5-9816-14872F095862}" type="datetimeFigureOut">
              <a:rPr lang="zh-TW" altLang="en-US"/>
              <a:pPr>
                <a:defRPr/>
              </a:pPr>
              <a:t>2017/10/17</a:t>
            </a:fld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B96CEE-1DB1-41F4-B6A1-270C7E7996B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1838D0-1F2D-438E-B92C-D8F230AA1723}" type="datetimeFigureOut">
              <a:rPr lang="zh-TW" altLang="en-US"/>
              <a:pPr>
                <a:defRPr/>
              </a:pPr>
              <a:t>2017/10/17</a:t>
            </a:fld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360D62-26F9-4B15-86AA-60CC65F677D9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086FEB-AA85-4F47-8690-6A2CFACAF1FC}" type="datetimeFigureOut">
              <a:rPr lang="zh-TW" altLang="en-US"/>
              <a:pPr>
                <a:defRPr/>
              </a:pPr>
              <a:t>2017/10/17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D5ED44-7E22-4AA3-8594-01184E805DD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71E9BD-1C7A-4990-BD03-9FD7813C3EB6}" type="datetimeFigureOut">
              <a:rPr lang="zh-TW" altLang="en-US"/>
              <a:pPr>
                <a:defRPr/>
              </a:pPr>
              <a:t>2017/10/17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2AF26-BC25-468C-B15A-821CDE20A9F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gi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gif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92138" y="188640"/>
            <a:ext cx="6408737" cy="865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按一下以編輯母片標題樣式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412776"/>
            <a:ext cx="814705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30" r:id="rId3"/>
    <p:sldLayoutId id="2147483831" r:id="rId4"/>
    <p:sldLayoutId id="2147483832" r:id="rId5"/>
    <p:sldLayoutId id="2147483833" r:id="rId6"/>
    <p:sldLayoutId id="2147483850" r:id="rId7"/>
    <p:sldLayoutId id="2147483834" r:id="rId8"/>
    <p:sldLayoutId id="2147483835" r:id="rId9"/>
    <p:sldLayoutId id="2147483836" r:id="rId10"/>
    <p:sldLayoutId id="2147483851" r:id="rId11"/>
    <p:sldLayoutId id="2147483852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i="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 i="1">
          <a:solidFill>
            <a:schemeClr val="tx1"/>
          </a:solidFill>
          <a:latin typeface="Arial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 i="1">
          <a:solidFill>
            <a:schemeClr val="tx1"/>
          </a:solidFill>
          <a:latin typeface="Arial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 i="1">
          <a:solidFill>
            <a:schemeClr val="tx1"/>
          </a:solidFill>
          <a:latin typeface="Arial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 i="1">
          <a:solidFill>
            <a:schemeClr val="tx1"/>
          </a:solidFill>
          <a:latin typeface="Arial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 i="1">
          <a:solidFill>
            <a:schemeClr val="tx1"/>
          </a:solidFill>
          <a:latin typeface="Arial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 i="1">
          <a:solidFill>
            <a:schemeClr val="tx1"/>
          </a:solidFill>
          <a:latin typeface="Arial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 i="1">
          <a:solidFill>
            <a:schemeClr val="tx1"/>
          </a:solidFill>
          <a:latin typeface="Arial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 i="1">
          <a:solidFill>
            <a:schemeClr val="tx1"/>
          </a:solidFill>
          <a:latin typeface="Arial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9900"/>
        </a:buClr>
        <a:buSzPct val="90000"/>
        <a:buFont typeface="Wingdings" pitchFamily="2" charset="2"/>
        <a:buChar char="t"/>
        <a:defRPr kumimoji="1" sz="3200" b="1">
          <a:solidFill>
            <a:srgbClr val="000099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n"/>
        <a:defRPr kumimoji="1" sz="2800">
          <a:solidFill>
            <a:srgbClr val="4D4D4D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125000"/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SzPct val="115000"/>
        <a:buFont typeface="Arial" charset="0"/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15000"/>
        <a:buFont typeface="Arial" charset="0"/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115000"/>
        <a:buFont typeface="Arial" pitchFamily="34" charset="0"/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115000"/>
        <a:buFont typeface="Arial" pitchFamily="34" charset="0"/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115000"/>
        <a:buFont typeface="Arial" pitchFamily="34" charset="0"/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115000"/>
        <a:buFont typeface="Arial" pitchFamily="34" charset="0"/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8640"/>
            <a:ext cx="8229600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按一下以編輯母片標題樣式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126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365C845E-7B58-466E-A0FC-9BE7A5A691BB}" type="datetimeFigureOut">
              <a:rPr lang="zh-TW" altLang="en-US"/>
              <a:pPr>
                <a:defRPr/>
              </a:pPr>
              <a:t>2017/10/17</a:t>
            </a:fld>
            <a:endParaRPr lang="en-US" altLang="zh-TW"/>
          </a:p>
        </p:txBody>
      </p:sp>
      <p:sp>
        <p:nvSpPr>
          <p:cNvPr id="1126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26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4B0E4765-98D7-4582-8934-9651C128F98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標題 3"/>
          <p:cNvSpPr>
            <a:spLocks noGrp="1"/>
          </p:cNvSpPr>
          <p:nvPr>
            <p:ph type="ctrTitle"/>
          </p:nvPr>
        </p:nvSpPr>
        <p:spPr>
          <a:xfrm>
            <a:off x="571472" y="5357826"/>
            <a:ext cx="5688013" cy="1071570"/>
          </a:xfrm>
        </p:spPr>
        <p:txBody>
          <a:bodyPr/>
          <a:lstStyle/>
          <a:p>
            <a:r>
              <a:rPr lang="en-US" altLang="zh-TW" sz="4400" dirty="0" smtClean="0">
                <a:solidFill>
                  <a:srgbClr val="303030"/>
                </a:solidFill>
                <a:latin typeface="Calibri" pitchFamily="34" charset="0"/>
              </a:rPr>
              <a:t>ODM1 PJM Training </a:t>
            </a:r>
            <a:endParaRPr lang="zh-TW" altLang="en-US" sz="4400" dirty="0" smtClean="0">
              <a:solidFill>
                <a:srgbClr val="303030"/>
              </a:solidFill>
              <a:latin typeface="Calibri" pitchFamily="34" charset="0"/>
            </a:endParaRPr>
          </a:p>
        </p:txBody>
      </p:sp>
      <p:sp>
        <p:nvSpPr>
          <p:cNvPr id="28675" name="副標題 4"/>
          <p:cNvSpPr>
            <a:spLocks noGrp="1"/>
          </p:cNvSpPr>
          <p:nvPr>
            <p:ph type="subTitle" idx="1"/>
          </p:nvPr>
        </p:nvSpPr>
        <p:spPr>
          <a:xfrm>
            <a:off x="5500694" y="5711845"/>
            <a:ext cx="3143272" cy="574675"/>
          </a:xfrm>
        </p:spPr>
        <p:txBody>
          <a:bodyPr anchor="ctr"/>
          <a:lstStyle/>
          <a:p>
            <a:r>
              <a:rPr lang="en-US" altLang="zh-TW" b="1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2016/12/09</a:t>
            </a:r>
          </a:p>
          <a:p>
            <a:r>
              <a:rPr lang="en-US" altLang="zh-TW" b="1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Jason Huang</a:t>
            </a:r>
            <a:endParaRPr lang="zh-TW" altLang="en-US" b="1" dirty="0" smtClean="0">
              <a:solidFill>
                <a:schemeClr val="bg1">
                  <a:lumMod val="50000"/>
                </a:schemeClr>
              </a:solidFill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000" dirty="0" smtClean="0"/>
              <a:t>研發</a:t>
            </a:r>
            <a:r>
              <a:rPr lang="en-US" altLang="zh-TW" sz="2000" dirty="0" smtClean="0"/>
              <a:t>C</a:t>
            </a:r>
            <a:r>
              <a:rPr lang="zh-TW" altLang="en-US" sz="2000" dirty="0" smtClean="0"/>
              <a:t> 流程</a:t>
            </a:r>
            <a:r>
              <a:rPr lang="en-US" altLang="zh-TW" sz="2000" dirty="0" smtClean="0"/>
              <a:t/>
            </a:r>
            <a:br>
              <a:rPr lang="en-US" altLang="zh-TW" sz="2000" dirty="0" smtClean="0"/>
            </a:br>
            <a:r>
              <a:rPr lang="en-US" altLang="zh-TW" sz="2000" dirty="0" smtClean="0"/>
              <a:t>- Project template </a:t>
            </a:r>
            <a:r>
              <a:rPr lang="zh-TW" altLang="en-US" sz="2000" dirty="0" smtClean="0"/>
              <a:t>介紹</a:t>
            </a:r>
            <a:r>
              <a:rPr lang="en-US" altLang="zh-TW" sz="2000" dirty="0" smtClean="0"/>
              <a:t>.</a:t>
            </a:r>
          </a:p>
          <a:p>
            <a:r>
              <a:rPr lang="en-US" altLang="zh-TW" sz="2000" dirty="0" smtClean="0"/>
              <a:t>BOM </a:t>
            </a:r>
            <a:r>
              <a:rPr lang="zh-TW" altLang="en-US" sz="2000" dirty="0" smtClean="0"/>
              <a:t>結構</a:t>
            </a:r>
            <a:r>
              <a:rPr lang="en-US" altLang="zh-TW" sz="2000" dirty="0" smtClean="0"/>
              <a:t/>
            </a:r>
            <a:br>
              <a:rPr lang="en-US" altLang="zh-TW" sz="2000" dirty="0" smtClean="0"/>
            </a:br>
            <a:r>
              <a:rPr lang="en-US" altLang="zh-TW" sz="2000" dirty="0" smtClean="0"/>
              <a:t>- Naming rule</a:t>
            </a:r>
            <a:br>
              <a:rPr lang="en-US" altLang="zh-TW" sz="2000" dirty="0" smtClean="0"/>
            </a:br>
            <a:r>
              <a:rPr lang="en-US" altLang="zh-TW" sz="2000" dirty="0" smtClean="0"/>
              <a:t>- Board assemble number</a:t>
            </a:r>
            <a:br>
              <a:rPr lang="en-US" altLang="zh-TW" sz="2000" dirty="0" smtClean="0"/>
            </a:br>
            <a:r>
              <a:rPr lang="en-US" altLang="zh-TW" sz="2000" dirty="0" smtClean="0"/>
              <a:t>- </a:t>
            </a:r>
            <a:r>
              <a:rPr lang="zh-TW" altLang="en-US" sz="2000" dirty="0" smtClean="0"/>
              <a:t>標準品與</a:t>
            </a:r>
            <a:r>
              <a:rPr lang="en-US" altLang="zh-TW" sz="2000" dirty="0" smtClean="0"/>
              <a:t>ODM</a:t>
            </a:r>
            <a:r>
              <a:rPr lang="zh-TW" altLang="en-US" sz="2000" dirty="0" smtClean="0"/>
              <a:t> </a:t>
            </a:r>
            <a:r>
              <a:rPr lang="en-US" altLang="zh-TW" sz="2000" dirty="0" smtClean="0"/>
              <a:t>BOM</a:t>
            </a:r>
            <a:r>
              <a:rPr lang="zh-TW" altLang="en-US" sz="2000" dirty="0" smtClean="0"/>
              <a:t> 差異</a:t>
            </a:r>
            <a:r>
              <a:rPr lang="en-US" altLang="zh-TW" sz="2000" dirty="0" smtClean="0"/>
              <a:t/>
            </a:r>
            <a:br>
              <a:rPr lang="en-US" altLang="zh-TW" sz="2000" dirty="0" smtClean="0"/>
            </a:br>
            <a:r>
              <a:rPr lang="en-US" altLang="zh-TW" sz="2000" dirty="0" smtClean="0"/>
              <a:t>-</a:t>
            </a:r>
            <a:r>
              <a:rPr lang="zh-TW" altLang="en-US" sz="2000" dirty="0" smtClean="0"/>
              <a:t> </a:t>
            </a:r>
            <a:r>
              <a:rPr lang="en-US" altLang="zh-TW" sz="2000" dirty="0" smtClean="0"/>
              <a:t>A</a:t>
            </a:r>
            <a:r>
              <a:rPr lang="zh-TW" altLang="en-US" sz="2000" dirty="0" smtClean="0"/>
              <a:t>料號</a:t>
            </a:r>
            <a:endParaRPr lang="en-US" altLang="zh-TW" sz="2000" dirty="0" smtClean="0"/>
          </a:p>
          <a:p>
            <a:r>
              <a:rPr lang="en-US" altLang="zh-TW" sz="2000" dirty="0" smtClean="0"/>
              <a:t>ECO ,DCR and PCR</a:t>
            </a:r>
            <a:r>
              <a:rPr lang="zh-TW" altLang="en-US" sz="2000" dirty="0" smtClean="0"/>
              <a:t>流程</a:t>
            </a:r>
            <a:r>
              <a:rPr lang="en-US" altLang="zh-TW" sz="2000" dirty="0" smtClean="0"/>
              <a:t/>
            </a:r>
            <a:br>
              <a:rPr lang="en-US" altLang="zh-TW" sz="2000" dirty="0" smtClean="0"/>
            </a:br>
            <a:r>
              <a:rPr lang="en-US" altLang="zh-TW" sz="2000" dirty="0" smtClean="0"/>
              <a:t>-</a:t>
            </a:r>
            <a:r>
              <a:rPr lang="zh-TW" altLang="en-US" sz="2000" dirty="0" smtClean="0"/>
              <a:t>表單設定介紹</a:t>
            </a:r>
            <a:r>
              <a:rPr lang="en-US" altLang="zh-TW" sz="2000" dirty="0" smtClean="0"/>
              <a:t/>
            </a:r>
            <a:br>
              <a:rPr lang="en-US" altLang="zh-TW" sz="2000" dirty="0" smtClean="0"/>
            </a:br>
            <a:r>
              <a:rPr lang="en-US" altLang="zh-TW" sz="2000" dirty="0" smtClean="0"/>
              <a:t>- model naming rule</a:t>
            </a:r>
          </a:p>
          <a:p>
            <a:r>
              <a:rPr lang="en-US" altLang="zh-TW" sz="2000" dirty="0" smtClean="0"/>
              <a:t>PLM</a:t>
            </a:r>
            <a:r>
              <a:rPr lang="zh-TW" altLang="en-US" sz="2000" dirty="0" smtClean="0"/>
              <a:t> </a:t>
            </a:r>
            <a:r>
              <a:rPr lang="en-US" altLang="zh-TW" sz="2000" dirty="0" smtClean="0"/>
              <a:t>system training</a:t>
            </a:r>
            <a:br>
              <a:rPr lang="en-US" altLang="zh-TW" sz="2000" dirty="0" smtClean="0"/>
            </a:br>
            <a:r>
              <a:rPr lang="en-US" altLang="zh-TW" sz="2000" dirty="0" smtClean="0"/>
              <a:t>- </a:t>
            </a:r>
            <a:r>
              <a:rPr lang="zh-TW" altLang="en-US" sz="2000" dirty="0" smtClean="0"/>
              <a:t>常用</a:t>
            </a:r>
            <a:r>
              <a:rPr lang="en-US" altLang="zh-TW" sz="2000" dirty="0" smtClean="0"/>
              <a:t>PLM</a:t>
            </a:r>
            <a:r>
              <a:rPr lang="zh-TW" altLang="en-US" sz="2000" dirty="0" smtClean="0"/>
              <a:t>流程代號</a:t>
            </a:r>
            <a:endParaRPr lang="en-US" altLang="zh-TW" sz="2000" dirty="0" smtClean="0"/>
          </a:p>
          <a:p>
            <a:r>
              <a:rPr lang="en-US" altLang="zh-TW" sz="2000" dirty="0"/>
              <a:t>Easy Flow system </a:t>
            </a:r>
            <a:r>
              <a:rPr lang="en-US" altLang="zh-TW" sz="2000" dirty="0" smtClean="0"/>
              <a:t>Training</a:t>
            </a:r>
          </a:p>
          <a:p>
            <a:r>
              <a:rPr lang="en-US" altLang="zh-TW" sz="2000" dirty="0"/>
              <a:t>Tip </a:t>
            </a:r>
            <a:r>
              <a:rPr lang="en-US" altLang="zh-TW" sz="2000" dirty="0" smtClean="0"/>
              <a:t>Top </a:t>
            </a:r>
            <a:r>
              <a:rPr lang="en-US" altLang="zh-TW" sz="2000" dirty="0"/>
              <a:t>system </a:t>
            </a:r>
            <a:r>
              <a:rPr lang="en-US" altLang="zh-TW" sz="2000" dirty="0" smtClean="0"/>
              <a:t>training</a:t>
            </a:r>
            <a:br>
              <a:rPr lang="en-US" altLang="zh-TW" sz="2000" dirty="0" smtClean="0"/>
            </a:br>
            <a:r>
              <a:rPr lang="en-US" altLang="zh-TW" sz="2000" dirty="0" smtClean="0"/>
              <a:t>-</a:t>
            </a:r>
            <a:r>
              <a:rPr lang="zh-TW" altLang="en-US" sz="2000" dirty="0" smtClean="0"/>
              <a:t>常用指令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91615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000" dirty="0" smtClean="0"/>
              <a:t>工廠主要窗口</a:t>
            </a:r>
            <a:r>
              <a:rPr lang="en-US" altLang="zh-TW" sz="2000" dirty="0" smtClean="0"/>
              <a:t/>
            </a:r>
            <a:br>
              <a:rPr lang="en-US" altLang="zh-TW" sz="2000" dirty="0" smtClean="0"/>
            </a:br>
            <a:r>
              <a:rPr lang="en-US" altLang="zh-TW" sz="2000" dirty="0" smtClean="0"/>
              <a:t>-NPI, ECO</a:t>
            </a:r>
          </a:p>
          <a:p>
            <a:r>
              <a:rPr lang="zh-TW" altLang="en-US" sz="2000" dirty="0"/>
              <a:t>特材單</a:t>
            </a:r>
            <a:r>
              <a:rPr lang="zh-TW" altLang="en-US" sz="2000" dirty="0" smtClean="0"/>
              <a:t>說明</a:t>
            </a:r>
            <a:endParaRPr lang="en-US" altLang="zh-TW" sz="2000" dirty="0" smtClean="0"/>
          </a:p>
          <a:p>
            <a:r>
              <a:rPr lang="zh-TW" altLang="en-US" sz="2000" dirty="0"/>
              <a:t>退</a:t>
            </a:r>
            <a:r>
              <a:rPr lang="zh-TW" altLang="en-US" sz="2000" dirty="0" smtClean="0"/>
              <a:t>件範例</a:t>
            </a:r>
            <a:r>
              <a:rPr lang="en-US" altLang="zh-TW" sz="2000" dirty="0" smtClean="0"/>
              <a:t>.</a:t>
            </a:r>
          </a:p>
          <a:p>
            <a:r>
              <a:rPr lang="en-US" altLang="zh-TW" sz="2000" dirty="0" smtClean="0"/>
              <a:t>EOL</a:t>
            </a:r>
            <a:r>
              <a:rPr lang="zh-TW" altLang="en-US" sz="2000" dirty="0" smtClean="0"/>
              <a:t> </a:t>
            </a:r>
            <a:r>
              <a:rPr lang="en-US" altLang="zh-TW" sz="2000" dirty="0" smtClean="0"/>
              <a:t>process</a:t>
            </a:r>
            <a:br>
              <a:rPr lang="en-US" altLang="zh-TW" sz="2000" dirty="0" smtClean="0"/>
            </a:br>
            <a:r>
              <a:rPr lang="en-US" altLang="zh-TW" sz="2000" dirty="0" smtClean="0"/>
              <a:t>- ACR approval impact</a:t>
            </a:r>
            <a:br>
              <a:rPr lang="en-US" altLang="zh-TW" sz="2000" dirty="0" smtClean="0"/>
            </a:br>
            <a:r>
              <a:rPr lang="en-US" altLang="zh-TW" sz="2000" dirty="0"/>
              <a:t>- Regular BOM </a:t>
            </a:r>
            <a:r>
              <a:rPr lang="en-US" altLang="zh-TW" sz="2000" dirty="0" smtClean="0"/>
              <a:t>scan</a:t>
            </a:r>
          </a:p>
          <a:p>
            <a:r>
              <a:rPr lang="en-US" altLang="zh-TW" sz="2000" dirty="0" smtClean="0"/>
              <a:t>PMC, PJM and PLM </a:t>
            </a:r>
            <a:r>
              <a:rPr lang="zh-TW" altLang="en-US" sz="2000" dirty="0" smtClean="0"/>
              <a:t>工作職掌分配</a:t>
            </a:r>
            <a:r>
              <a:rPr lang="en-US" altLang="zh-TW" sz="2000" dirty="0" smtClean="0"/>
              <a:t/>
            </a:r>
            <a:br>
              <a:rPr lang="en-US" altLang="zh-TW" sz="2000" dirty="0" smtClean="0"/>
            </a:br>
            <a:r>
              <a:rPr lang="en-US" altLang="zh-TW" sz="2000" dirty="0" smtClean="0"/>
              <a:t>- PM job description table </a:t>
            </a:r>
            <a:endParaRPr lang="en-US" altLang="zh-TW" sz="2000" dirty="0"/>
          </a:p>
          <a:p>
            <a:r>
              <a:rPr lang="en-US" altLang="zh-TW" sz="2000" dirty="0"/>
              <a:t>Others:</a:t>
            </a:r>
            <a:br>
              <a:rPr lang="en-US" altLang="zh-TW" sz="2000" dirty="0"/>
            </a:br>
            <a:r>
              <a:rPr lang="en-US" altLang="zh-TW" sz="2000" dirty="0"/>
              <a:t>- Product Roadmap.</a:t>
            </a:r>
            <a:br>
              <a:rPr lang="en-US" altLang="zh-TW" sz="2000" dirty="0"/>
            </a:br>
            <a:r>
              <a:rPr lang="en-US" altLang="zh-TW" sz="2000" dirty="0"/>
              <a:t>- MTBF, Label making (Bartender)</a:t>
            </a:r>
            <a:br>
              <a:rPr lang="en-US" altLang="zh-TW" sz="2000" dirty="0"/>
            </a:br>
            <a:r>
              <a:rPr lang="en-US" altLang="zh-TW" sz="2000" dirty="0"/>
              <a:t>- </a:t>
            </a:r>
            <a:r>
              <a:rPr lang="en-US" altLang="zh-TW" sz="2000" dirty="0" err="1"/>
              <a:t>Rohs</a:t>
            </a:r>
            <a:r>
              <a:rPr lang="en-US" altLang="zh-TW" sz="2000" dirty="0"/>
              <a:t>, Reach, WEEE</a:t>
            </a:r>
            <a:br>
              <a:rPr lang="en-US" altLang="zh-TW" sz="2000" dirty="0"/>
            </a:br>
            <a:r>
              <a:rPr lang="en-US" altLang="zh-TW" sz="2000" dirty="0"/>
              <a:t>- </a:t>
            </a:r>
            <a:r>
              <a:rPr lang="zh-TW" altLang="en-US" sz="2000" dirty="0"/>
              <a:t>安規</a:t>
            </a:r>
            <a:r>
              <a:rPr lang="en-US" altLang="zh-TW" sz="2000" dirty="0" smtClean="0"/>
              <a:t>…</a:t>
            </a:r>
            <a:br>
              <a:rPr lang="en-US" altLang="zh-TW" sz="2000" dirty="0" smtClean="0"/>
            </a:br>
            <a:r>
              <a:rPr lang="en-US" altLang="zh-TW" sz="2000" dirty="0" smtClean="0"/>
              <a:t>- </a:t>
            </a:r>
            <a:r>
              <a:rPr lang="zh-TW" altLang="en-US" sz="2000" dirty="0" smtClean="0"/>
              <a:t>重工流程</a:t>
            </a:r>
            <a:r>
              <a:rPr lang="en-US" altLang="zh-TW" sz="2000" dirty="0"/>
              <a:t> </a:t>
            </a:r>
            <a:r>
              <a:rPr lang="en-US" altLang="zh-TW" sz="2000" dirty="0" smtClean="0"/>
              <a:t>(E </a:t>
            </a:r>
            <a:r>
              <a:rPr lang="zh-TW" altLang="en-US" sz="2000" dirty="0" smtClean="0"/>
              <a:t>料號</a:t>
            </a:r>
            <a:r>
              <a:rPr lang="en-US" altLang="zh-TW" sz="2000" dirty="0" smtClean="0"/>
              <a:t>)</a:t>
            </a:r>
            <a:br>
              <a:rPr lang="en-US" altLang="zh-TW" sz="2000" dirty="0" smtClean="0"/>
            </a:br>
            <a:endParaRPr lang="en-US" altLang="zh-TW" sz="2000" dirty="0" smtClean="0"/>
          </a:p>
        </p:txBody>
      </p:sp>
    </p:spTree>
    <p:extLst>
      <p:ext uri="{BB962C8B-B14F-4D97-AF65-F5344CB8AC3E}">
        <p14:creationId xmlns:p14="http://schemas.microsoft.com/office/powerpoint/2010/main" val="1578048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標題 2"/>
          <p:cNvSpPr>
            <a:spLocks noGrp="1"/>
          </p:cNvSpPr>
          <p:nvPr>
            <p:ph type="ctrTitle"/>
          </p:nvPr>
        </p:nvSpPr>
        <p:spPr>
          <a:xfrm>
            <a:off x="1643042" y="4913336"/>
            <a:ext cx="5857916" cy="1944688"/>
          </a:xfrm>
        </p:spPr>
        <p:txBody>
          <a:bodyPr/>
          <a:lstStyle/>
          <a:p>
            <a:pPr algn="ctr"/>
            <a:r>
              <a:rPr lang="en-US" altLang="zh-TW" sz="4400" dirty="0" smtClean="0">
                <a:latin typeface="Calibri" pitchFamily="34" charset="0"/>
              </a:rPr>
              <a:t>Thank You!</a:t>
            </a:r>
            <a:endParaRPr lang="zh-TW" altLang="en-US" sz="4400" dirty="0" smtClean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訂設計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32899</TotalTime>
  <Words>17</Words>
  <Application>Microsoft Office PowerPoint</Application>
  <PresentationFormat>如螢幕大小 (4:3)</PresentationFormat>
  <Paragraphs>18</Paragraphs>
  <Slides>4</Slides>
  <Notes>2</Notes>
  <HiddenSlides>0</HiddenSlides>
  <MMClips>0</MMClips>
  <ScaleCrop>false</ScaleCrop>
  <HeadingPairs>
    <vt:vector size="4" baseType="variant">
      <vt:variant>
        <vt:lpstr>佈景主題</vt:lpstr>
      </vt:variant>
      <vt:variant>
        <vt:i4>2</vt:i4>
      </vt:variant>
      <vt:variant>
        <vt:lpstr>投影片標題</vt:lpstr>
      </vt:variant>
      <vt:variant>
        <vt:i4>4</vt:i4>
      </vt:variant>
    </vt:vector>
  </HeadingPairs>
  <TitlesOfParts>
    <vt:vector size="6" baseType="lpstr">
      <vt:lpstr>預設簡報設計</vt:lpstr>
      <vt:lpstr>自訂設計</vt:lpstr>
      <vt:lpstr>ODM1 PJM Training </vt:lpstr>
      <vt:lpstr>PowerPoint 簡報</vt:lpstr>
      <vt:lpstr>PowerPoint 簡報</vt:lpstr>
      <vt:lpstr>Thank You!</vt:lpstr>
    </vt:vector>
  </TitlesOfParts>
  <Company>NEXCOM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NEXCOM 2008 GPC ICS in 2008</dc:title>
  <dc:creator>mis</dc:creator>
  <cp:lastModifiedBy>Allan Chiu</cp:lastModifiedBy>
  <cp:revision>1061</cp:revision>
  <dcterms:created xsi:type="dcterms:W3CDTF">2008-05-18T14:44:12Z</dcterms:created>
  <dcterms:modified xsi:type="dcterms:W3CDTF">2017-10-17T15:24:57Z</dcterms:modified>
</cp:coreProperties>
</file>