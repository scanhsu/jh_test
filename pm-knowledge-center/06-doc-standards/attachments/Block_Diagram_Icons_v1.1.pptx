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6"/>
  </p:notesMasterIdLst>
  <p:handoutMasterIdLst>
    <p:handoutMasterId r:id="rId17"/>
  </p:handoutMasterIdLst>
  <p:sldIdLst>
    <p:sldId id="267" r:id="rId2"/>
    <p:sldId id="266" r:id="rId3"/>
    <p:sldId id="270" r:id="rId4"/>
    <p:sldId id="279" r:id="rId5"/>
    <p:sldId id="271" r:id="rId6"/>
    <p:sldId id="272" r:id="rId7"/>
    <p:sldId id="278" r:id="rId8"/>
    <p:sldId id="273" r:id="rId9"/>
    <p:sldId id="274" r:id="rId10"/>
    <p:sldId id="275" r:id="rId11"/>
    <p:sldId id="277" r:id="rId12"/>
    <p:sldId id="276" r:id="rId13"/>
    <p:sldId id="257" r:id="rId14"/>
    <p:sldId id="268" r:id="rId15"/>
  </p:sldIdLst>
  <p:sldSz cx="10440988" cy="5872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B678"/>
    <a:srgbClr val="FF6600"/>
    <a:srgbClr val="336600"/>
    <a:srgbClr val="FFCC00"/>
    <a:srgbClr val="548235"/>
    <a:srgbClr val="1469AB"/>
    <a:srgbClr val="5B9BD5"/>
    <a:srgbClr val="669900"/>
    <a:srgbClr val="008000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47" autoAdjust="0"/>
    <p:restoredTop sz="95964"/>
  </p:normalViewPr>
  <p:slideViewPr>
    <p:cSldViewPr snapToGrid="0">
      <p:cViewPr varScale="1">
        <p:scale>
          <a:sx n="95" d="100"/>
          <a:sy n="95" d="100"/>
        </p:scale>
        <p:origin x="1618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314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C733A-F592-461E-A5BC-FB90622C6868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27AD35-6B85-488B-9180-65FB0683A6C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236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5BCB76-A704-194B-B50E-FE3C762CB14A}" type="datetimeFigureOut">
              <a:rPr kumimoji="1" lang="zh-TW" altLang="en-US" smtClean="0"/>
              <a:t>2026/7/13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AA5837-C2ED-6E44-944B-8248F898AF8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71351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83001" rtl="0" eaLnBrk="1" latinLnBrk="0" hangingPunct="1">
      <a:defRPr sz="1028" kern="1200">
        <a:solidFill>
          <a:schemeClr val="tx1"/>
        </a:solidFill>
        <a:latin typeface="+mn-lt"/>
        <a:ea typeface="+mn-ea"/>
        <a:cs typeface="+mn-cs"/>
      </a:defRPr>
    </a:lvl1pPr>
    <a:lvl2pPr marL="391500" algn="l" defTabSz="783001" rtl="0" eaLnBrk="1" latinLnBrk="0" hangingPunct="1">
      <a:defRPr sz="1028" kern="1200">
        <a:solidFill>
          <a:schemeClr val="tx1"/>
        </a:solidFill>
        <a:latin typeface="+mn-lt"/>
        <a:ea typeface="+mn-ea"/>
        <a:cs typeface="+mn-cs"/>
      </a:defRPr>
    </a:lvl2pPr>
    <a:lvl3pPr marL="783001" algn="l" defTabSz="783001" rtl="0" eaLnBrk="1" latinLnBrk="0" hangingPunct="1">
      <a:defRPr sz="1028" kern="1200">
        <a:solidFill>
          <a:schemeClr val="tx1"/>
        </a:solidFill>
        <a:latin typeface="+mn-lt"/>
        <a:ea typeface="+mn-ea"/>
        <a:cs typeface="+mn-cs"/>
      </a:defRPr>
    </a:lvl3pPr>
    <a:lvl4pPr marL="1174501" algn="l" defTabSz="783001" rtl="0" eaLnBrk="1" latinLnBrk="0" hangingPunct="1">
      <a:defRPr sz="1028" kern="1200">
        <a:solidFill>
          <a:schemeClr val="tx1"/>
        </a:solidFill>
        <a:latin typeface="+mn-lt"/>
        <a:ea typeface="+mn-ea"/>
        <a:cs typeface="+mn-cs"/>
      </a:defRPr>
    </a:lvl4pPr>
    <a:lvl5pPr marL="1566001" algn="l" defTabSz="783001" rtl="0" eaLnBrk="1" latinLnBrk="0" hangingPunct="1">
      <a:defRPr sz="1028" kern="1200">
        <a:solidFill>
          <a:schemeClr val="tx1"/>
        </a:solidFill>
        <a:latin typeface="+mn-lt"/>
        <a:ea typeface="+mn-ea"/>
        <a:cs typeface="+mn-cs"/>
      </a:defRPr>
    </a:lvl5pPr>
    <a:lvl6pPr marL="1957502" algn="l" defTabSz="783001" rtl="0" eaLnBrk="1" latinLnBrk="0" hangingPunct="1">
      <a:defRPr sz="1028" kern="1200">
        <a:solidFill>
          <a:schemeClr val="tx1"/>
        </a:solidFill>
        <a:latin typeface="+mn-lt"/>
        <a:ea typeface="+mn-ea"/>
        <a:cs typeface="+mn-cs"/>
      </a:defRPr>
    </a:lvl6pPr>
    <a:lvl7pPr marL="2349002" algn="l" defTabSz="783001" rtl="0" eaLnBrk="1" latinLnBrk="0" hangingPunct="1">
      <a:defRPr sz="1028" kern="1200">
        <a:solidFill>
          <a:schemeClr val="tx1"/>
        </a:solidFill>
        <a:latin typeface="+mn-lt"/>
        <a:ea typeface="+mn-ea"/>
        <a:cs typeface="+mn-cs"/>
      </a:defRPr>
    </a:lvl7pPr>
    <a:lvl8pPr marL="2740503" algn="l" defTabSz="783001" rtl="0" eaLnBrk="1" latinLnBrk="0" hangingPunct="1">
      <a:defRPr sz="1028" kern="1200">
        <a:solidFill>
          <a:schemeClr val="tx1"/>
        </a:solidFill>
        <a:latin typeface="+mn-lt"/>
        <a:ea typeface="+mn-ea"/>
        <a:cs typeface="+mn-cs"/>
      </a:defRPr>
    </a:lvl8pPr>
    <a:lvl9pPr marL="3132003" algn="l" defTabSz="783001" rtl="0" eaLnBrk="1" latinLnBrk="0" hangingPunct="1">
      <a:defRPr sz="10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AC7A7-DECB-4510-8312-5B1CB755144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5674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AC7A7-DECB-4510-8312-5B1CB755144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9342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0AC7A7-DECB-4510-8312-5B1CB755144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9752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BAD236-C30B-4BCF-B75A-2F718D0F85A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6597" y="900258"/>
            <a:ext cx="5210217" cy="659655"/>
          </a:xfrm>
        </p:spPr>
        <p:txBody>
          <a:bodyPr anchor="b">
            <a:noAutofit/>
          </a:bodyPr>
          <a:lstStyle>
            <a:lvl1pPr algn="l">
              <a:defRPr sz="3769">
                <a:solidFill>
                  <a:srgbClr val="42637C"/>
                </a:solidFill>
              </a:defRPr>
            </a:lvl1pPr>
          </a:lstStyle>
          <a:p>
            <a:r>
              <a:rPr lang="en-US" altLang="zh-TW" dirty="0"/>
              <a:t>Title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1E460CB-AB83-4D37-88E0-FFB980EA70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6597" y="1737973"/>
            <a:ext cx="5210217" cy="369900"/>
          </a:xfrm>
        </p:spPr>
        <p:txBody>
          <a:bodyPr anchor="t">
            <a:noAutofit/>
          </a:bodyPr>
          <a:lstStyle>
            <a:lvl1pPr marL="0" indent="0" algn="l">
              <a:buNone/>
              <a:defRPr sz="2055">
                <a:solidFill>
                  <a:schemeClr val="tx2"/>
                </a:solidFill>
              </a:defRPr>
            </a:lvl1pPr>
            <a:lvl2pPr marL="391558" indent="0" algn="ctr">
              <a:buNone/>
              <a:defRPr sz="1713"/>
            </a:lvl2pPr>
            <a:lvl3pPr marL="783115" indent="0" algn="ctr">
              <a:buNone/>
              <a:defRPr sz="1541"/>
            </a:lvl3pPr>
            <a:lvl4pPr marL="1174672" indent="0" algn="ctr">
              <a:buNone/>
              <a:defRPr sz="1370"/>
            </a:lvl4pPr>
            <a:lvl5pPr marL="1566229" indent="0" algn="ctr">
              <a:buNone/>
              <a:defRPr sz="1370"/>
            </a:lvl5pPr>
            <a:lvl6pPr marL="1957788" indent="0" algn="ctr">
              <a:buNone/>
              <a:defRPr sz="1370"/>
            </a:lvl6pPr>
            <a:lvl7pPr marL="2349344" indent="0" algn="ctr">
              <a:buNone/>
              <a:defRPr sz="1370"/>
            </a:lvl7pPr>
            <a:lvl8pPr marL="2740902" indent="0" algn="ctr">
              <a:buNone/>
              <a:defRPr sz="1370"/>
            </a:lvl8pPr>
            <a:lvl9pPr marL="3132459" indent="0" algn="ctr">
              <a:buNone/>
              <a:defRPr sz="1370"/>
            </a:lvl9pPr>
          </a:lstStyle>
          <a:p>
            <a:r>
              <a:rPr lang="en-US" altLang="zh-TW" dirty="0"/>
              <a:t>Subtitle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5DDD96A-7F44-42DB-8A5A-B7F0279713F2}"/>
              </a:ext>
            </a:extLst>
          </p:cNvPr>
          <p:cNvSpPr txBox="1"/>
          <p:nvPr/>
        </p:nvSpPr>
        <p:spPr>
          <a:xfrm>
            <a:off x="493275" y="5500119"/>
            <a:ext cx="3536632" cy="21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771" dirty="0">
                <a:solidFill>
                  <a:schemeClr val="tx2"/>
                </a:solidFill>
              </a:rPr>
              <a:t>© 2025, NEXCOM International Co., Ltd. or its Affiliates. All rights reserved.</a:t>
            </a:r>
            <a:endParaRPr lang="zh-TW" altLang="en-US" sz="771" dirty="0">
              <a:solidFill>
                <a:schemeClr val="tx2"/>
              </a:solidFill>
            </a:endParaRPr>
          </a:p>
        </p:txBody>
      </p:sp>
      <p:sp>
        <p:nvSpPr>
          <p:cNvPr id="6" name="副標題 2">
            <a:extLst>
              <a:ext uri="{FF2B5EF4-FFF2-40B4-BE49-F238E27FC236}">
                <a16:creationId xmlns:a16="http://schemas.microsoft.com/office/drawing/2014/main" id="{A7F235EA-F338-4F19-99F3-C42B728342E6}"/>
              </a:ext>
            </a:extLst>
          </p:cNvPr>
          <p:cNvSpPr txBox="1">
            <a:spLocks/>
          </p:cNvSpPr>
          <p:nvPr/>
        </p:nvSpPr>
        <p:spPr>
          <a:xfrm>
            <a:off x="616597" y="3570477"/>
            <a:ext cx="4078721" cy="359557"/>
          </a:xfrm>
          <a:prstGeom prst="rect">
            <a:avLst/>
          </a:prstGeom>
        </p:spPr>
        <p:txBody>
          <a:bodyPr vert="horz" lIns="78296" tIns="39148" rIns="78296" bIns="39148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標準系統字體"/>
              <a:buNone/>
              <a:defRPr sz="2400" kern="1200">
                <a:solidFill>
                  <a:srgbClr val="C9CACA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標準系統字體"/>
              <a:buNone/>
              <a:defRPr sz="2000" kern="1200">
                <a:solidFill>
                  <a:srgbClr val="C9CACA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標準系統字體"/>
              <a:buNone/>
              <a:defRPr sz="1800" kern="1200">
                <a:solidFill>
                  <a:srgbClr val="C9CACA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標準系統字體"/>
              <a:buNone/>
              <a:defRPr sz="1600" kern="1200">
                <a:solidFill>
                  <a:srgbClr val="C9CACA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標準系統字體"/>
              <a:buNone/>
              <a:defRPr sz="1600" kern="1200">
                <a:solidFill>
                  <a:srgbClr val="C9CACA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4F1F378-5F9B-3044-9B78-8CCFC5158B9D}" type="datetime1">
              <a:rPr kumimoji="1" lang="zh-TW" altLang="en-US" sz="1541" smtClean="0">
                <a:solidFill>
                  <a:schemeClr val="tx2"/>
                </a:solidFill>
              </a:rPr>
              <a:pPr/>
              <a:t>2026/7/13</a:t>
            </a:fld>
            <a:endParaRPr kumimoji="1" lang="zh-TW" altLang="en-US" sz="1541" dirty="0">
              <a:solidFill>
                <a:schemeClr val="tx2"/>
              </a:solidFill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34EF8C38-89CB-4C20-A6F6-1A39413D3B2A}"/>
              </a:ext>
            </a:extLst>
          </p:cNvPr>
          <p:cNvCxnSpPr/>
          <p:nvPr/>
        </p:nvCxnSpPr>
        <p:spPr>
          <a:xfrm flipH="1">
            <a:off x="615292" y="1673038"/>
            <a:ext cx="5721426" cy="0"/>
          </a:xfrm>
          <a:prstGeom prst="line">
            <a:avLst/>
          </a:prstGeom>
          <a:ln w="25400">
            <a:gradFill flip="none" rotWithShape="1">
              <a:gsLst>
                <a:gs pos="27000">
                  <a:srgbClr val="2E5870">
                    <a:alpha val="0"/>
                  </a:srgbClr>
                </a:gs>
                <a:gs pos="100000">
                  <a:srgbClr val="2E5870"/>
                </a:gs>
              </a:gsLst>
              <a:lin ang="2700000" scaled="1"/>
              <a:tileRect/>
            </a:gra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9" name="圖形 8">
            <a:extLst>
              <a:ext uri="{FF2B5EF4-FFF2-40B4-BE49-F238E27FC236}">
                <a16:creationId xmlns:a16="http://schemas.microsoft.com/office/drawing/2014/main" id="{CBE84A95-612E-4895-9379-F0E803A865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5721" y="400725"/>
            <a:ext cx="1923773" cy="54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96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4E7540-8B6B-4F40-B713-2F3AB9D59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1397" y="1621940"/>
            <a:ext cx="2343056" cy="2402768"/>
          </a:xfrm>
        </p:spPr>
        <p:txBody>
          <a:bodyPr anchor="ctr">
            <a:noAutofit/>
          </a:bodyPr>
          <a:lstStyle>
            <a:lvl1pPr>
              <a:defRPr>
                <a:solidFill>
                  <a:srgbClr val="42637C"/>
                </a:solidFill>
              </a:defRPr>
            </a:lvl1pPr>
          </a:lstStyle>
          <a:p>
            <a:r>
              <a:rPr lang="en-US" altLang="zh-TW" dirty="0"/>
              <a:t>Agenda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EC67CA-FC80-4917-82D8-5CF0D740F5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17728" y="1048050"/>
            <a:ext cx="4377816" cy="3699000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400"/>
            </a:lvl2pPr>
            <a:lvl3pPr marL="783115" indent="0">
              <a:buNone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Content L1</a:t>
            </a:r>
            <a:endParaRPr lang="zh-TW" altLang="en-US" dirty="0"/>
          </a:p>
          <a:p>
            <a:pPr lvl="1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L2</a:t>
            </a:r>
            <a:endParaRPr lang="zh-TW" altLang="en-US" dirty="0"/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956F6412-3E74-4A61-A259-1D689ADE72A1}"/>
              </a:ext>
            </a:extLst>
          </p:cNvPr>
          <p:cNvCxnSpPr/>
          <p:nvPr/>
        </p:nvCxnSpPr>
        <p:spPr>
          <a:xfrm flipH="1">
            <a:off x="4853001" y="1256849"/>
            <a:ext cx="10305" cy="3132950"/>
          </a:xfrm>
          <a:prstGeom prst="line">
            <a:avLst/>
          </a:prstGeom>
          <a:ln w="15875">
            <a:gradFill>
              <a:gsLst>
                <a:gs pos="0">
                  <a:srgbClr val="2E5870">
                    <a:alpha val="0"/>
                  </a:srgbClr>
                </a:gs>
                <a:gs pos="53000">
                  <a:srgbClr val="2E5870"/>
                </a:gs>
                <a:gs pos="100000">
                  <a:srgbClr val="2E5870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形 11">
            <a:extLst>
              <a:ext uri="{FF2B5EF4-FFF2-40B4-BE49-F238E27FC236}">
                <a16:creationId xmlns:a16="http://schemas.microsoft.com/office/drawing/2014/main" id="{EBE56B94-D5C7-49B8-B35F-73ADF278E1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4714" y="215778"/>
            <a:ext cx="721415" cy="20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68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584D0C-B2B8-4A5B-93C3-698560C4E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3895" y="2281050"/>
            <a:ext cx="8353198" cy="678150"/>
          </a:xfrm>
        </p:spPr>
        <p:txBody>
          <a:bodyPr>
            <a:noAutofit/>
          </a:bodyPr>
          <a:lstStyle>
            <a:lvl1pPr algn="ctr">
              <a:defRPr>
                <a:solidFill>
                  <a:srgbClr val="42637C"/>
                </a:solidFill>
              </a:defRPr>
            </a:lvl1pPr>
          </a:lstStyle>
          <a:p>
            <a:r>
              <a:rPr lang="en-US" altLang="zh-TW" dirty="0"/>
              <a:t>Section Title</a:t>
            </a:r>
            <a:endParaRPr lang="zh-TW" altLang="en-US" dirty="0"/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05232EE5-EB16-498E-AB9B-9533A8EABEA5}"/>
              </a:ext>
            </a:extLst>
          </p:cNvPr>
          <p:cNvCxnSpPr/>
          <p:nvPr/>
        </p:nvCxnSpPr>
        <p:spPr>
          <a:xfrm rot="5400000" flipH="1">
            <a:off x="5184613" y="1493559"/>
            <a:ext cx="10303" cy="3133426"/>
          </a:xfrm>
          <a:prstGeom prst="line">
            <a:avLst/>
          </a:prstGeom>
          <a:ln w="15875">
            <a:gradFill>
              <a:gsLst>
                <a:gs pos="0">
                  <a:srgbClr val="2E5870">
                    <a:alpha val="0"/>
                  </a:srgbClr>
                </a:gs>
                <a:gs pos="53000">
                  <a:srgbClr val="2E5870"/>
                </a:gs>
                <a:gs pos="100000">
                  <a:srgbClr val="2E5870">
                    <a:alpha val="0"/>
                  </a:srgbClr>
                </a:gs>
              </a:gsLst>
              <a:lin ang="5400000" scaled="1"/>
            </a:gradFill>
          </a:ln>
          <a:effectLst>
            <a:outerShdw blurRad="50800" dist="50800" algn="ctr" rotWithShape="0">
              <a:srgbClr val="000000">
                <a:alpha val="43137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圖形 5">
            <a:extLst>
              <a:ext uri="{FF2B5EF4-FFF2-40B4-BE49-F238E27FC236}">
                <a16:creationId xmlns:a16="http://schemas.microsoft.com/office/drawing/2014/main" id="{5AA47BFB-A79C-42E5-9403-F151D827A8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4714" y="215778"/>
            <a:ext cx="721415" cy="20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00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4E7540-8B6B-4F40-B713-2F3AB9D59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altLang="zh-TW" dirty="0"/>
              <a:t>Title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EC67CA-FC80-4917-82D8-5CF0D740F5A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 marL="1174672" indent="0">
              <a:buNone/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Content L1</a:t>
            </a:r>
            <a:endParaRPr lang="zh-TW" altLang="en-US" dirty="0"/>
          </a:p>
          <a:p>
            <a:pPr lvl="1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L2</a:t>
            </a:r>
            <a:endParaRPr lang="zh-TW" altLang="en-US" dirty="0"/>
          </a:p>
          <a:p>
            <a:pPr lvl="2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L3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6F2B41-340F-47CF-A07C-A96F1E2C1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66237-2BAC-7044-92F4-B5714E1BE82B}" type="datetimeFigureOut">
              <a:rPr kumimoji="1" lang="zh-TW" altLang="en-US" smtClean="0"/>
              <a:t>2026/7/13</a:t>
            </a:fld>
            <a:endParaRPr kumimoji="1"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D8FEE6-1030-4075-85AE-DE0BBE081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EBE2E5-8FF1-4D8C-8E99-6B2B0BB38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FA63-7897-CB47-9F8C-C13C4536E7C9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8" name="圖形 7">
            <a:extLst>
              <a:ext uri="{FF2B5EF4-FFF2-40B4-BE49-F238E27FC236}">
                <a16:creationId xmlns:a16="http://schemas.microsoft.com/office/drawing/2014/main" id="{DC6582D8-260F-4313-B231-620F052EC3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4714" y="215778"/>
            <a:ext cx="721415" cy="20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29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_W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4E7540-8B6B-4F40-B713-2F3AB9D59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74" y="351338"/>
            <a:ext cx="8749785" cy="678150"/>
          </a:xfrm>
        </p:spPr>
        <p:txBody>
          <a:bodyPr anchor="t">
            <a:noAutofit/>
          </a:bodyPr>
          <a:lstStyle>
            <a:lvl1pPr>
              <a:defRPr>
                <a:solidFill>
                  <a:srgbClr val="42637C"/>
                </a:solidFill>
              </a:defRPr>
            </a:lvl1pPr>
          </a:lstStyle>
          <a:p>
            <a:r>
              <a:rPr lang="en-US" altLang="zh-TW" dirty="0"/>
              <a:t>Title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EC67CA-FC80-4917-82D8-5CF0D740F5A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 marL="1174672" indent="0">
              <a:buNone/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Content L1</a:t>
            </a:r>
            <a:endParaRPr lang="zh-TW" altLang="en-US" dirty="0"/>
          </a:p>
          <a:p>
            <a:pPr lvl="1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L2</a:t>
            </a:r>
            <a:endParaRPr lang="zh-TW" altLang="en-US" dirty="0"/>
          </a:p>
          <a:p>
            <a:pPr lvl="2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L3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6F2B41-340F-47CF-A07C-A96F1E2C1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66237-2BAC-7044-92F4-B5714E1BE82B}" type="datetimeFigureOut">
              <a:rPr kumimoji="1" lang="zh-TW" altLang="en-US" smtClean="0"/>
              <a:t>2026/7/13</a:t>
            </a:fld>
            <a:endParaRPr kumimoji="1"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D8FEE6-1030-4075-85AE-DE0BBE081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EBE2E5-8FF1-4D8C-8E99-6B2B0BB38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FA63-7897-CB47-9F8C-C13C4536E7C9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8" name="圖形 7">
            <a:extLst>
              <a:ext uri="{FF2B5EF4-FFF2-40B4-BE49-F238E27FC236}">
                <a16:creationId xmlns:a16="http://schemas.microsoft.com/office/drawing/2014/main" id="{713F49CF-7B3C-400F-BD4A-D88ABCDAA0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4714" y="215778"/>
            <a:ext cx="721415" cy="20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85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16D021-87CE-4DB8-886E-7AA1AE9D484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77" y="1563195"/>
            <a:ext cx="4661963" cy="3725833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Content L1</a:t>
            </a:r>
            <a:endParaRPr lang="zh-TW" altLang="en-US" dirty="0"/>
          </a:p>
          <a:p>
            <a:pPr lvl="1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L2</a:t>
            </a:r>
            <a:endParaRPr lang="zh-TW" altLang="en-US" dirty="0"/>
          </a:p>
          <a:p>
            <a:pPr lvl="2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L3</a:t>
            </a:r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043F4BF-73D8-465C-80AE-CCF3FD91C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66237-2BAC-7044-92F4-B5714E1BE82B}" type="datetimeFigureOut">
              <a:rPr kumimoji="1" lang="zh-TW" altLang="en-US" smtClean="0"/>
              <a:t>2026/7/13</a:t>
            </a:fld>
            <a:endParaRPr kumimoji="1" lang="zh-TW" alt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0B31EA-D734-43C9-8E9D-483C1BF81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207C61C-5A28-4110-8C44-F3D6F9B7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FA63-7897-CB47-9F8C-C13C4536E7C9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6DD8BD-A370-41D3-8CE2-2E4FD8AE09F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285750" y="1563195"/>
            <a:ext cx="4661963" cy="3725833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Content L1</a:t>
            </a:r>
            <a:endParaRPr lang="zh-TW" altLang="en-US" dirty="0"/>
          </a:p>
          <a:p>
            <a:pPr lvl="1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L2</a:t>
            </a:r>
            <a:endParaRPr lang="zh-TW" altLang="en-US" dirty="0"/>
          </a:p>
          <a:p>
            <a:pPr lvl="2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L3</a:t>
            </a:r>
            <a:endParaRPr lang="zh-TW" altLang="en-US" dirty="0"/>
          </a:p>
        </p:txBody>
      </p:sp>
      <p:pic>
        <p:nvPicPr>
          <p:cNvPr id="10" name="圖形 9">
            <a:extLst>
              <a:ext uri="{FF2B5EF4-FFF2-40B4-BE49-F238E27FC236}">
                <a16:creationId xmlns:a16="http://schemas.microsoft.com/office/drawing/2014/main" id="{A27F252D-A205-440D-8F41-E7E8CB0C16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4714" y="215778"/>
            <a:ext cx="721415" cy="203445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FD4E7540-8B6B-4F40-B713-2F3AB9D59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74" y="351338"/>
            <a:ext cx="8749785" cy="678150"/>
          </a:xfrm>
        </p:spPr>
        <p:txBody>
          <a:bodyPr anchor="t">
            <a:noAutofit/>
          </a:bodyPr>
          <a:lstStyle>
            <a:lvl1pPr>
              <a:defRPr>
                <a:solidFill>
                  <a:srgbClr val="42637C"/>
                </a:solidFill>
              </a:defRPr>
            </a:lvl1pPr>
          </a:lstStyle>
          <a:p>
            <a:r>
              <a:rPr lang="en-US" altLang="zh-TW" dirty="0"/>
              <a:t>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584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Contents_W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F16D021-87CE-4DB8-886E-7AA1AE9D484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77" y="1563195"/>
            <a:ext cx="4661963" cy="3725833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Content L1</a:t>
            </a:r>
            <a:endParaRPr lang="zh-TW" altLang="en-US" dirty="0"/>
          </a:p>
          <a:p>
            <a:pPr lvl="1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L2</a:t>
            </a:r>
            <a:endParaRPr lang="zh-TW" altLang="en-US" dirty="0"/>
          </a:p>
          <a:p>
            <a:pPr lvl="2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L3</a:t>
            </a:r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043F4BF-73D8-465C-80AE-CCF3FD91C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66237-2BAC-7044-92F4-B5714E1BE82B}" type="datetimeFigureOut">
              <a:rPr kumimoji="1" lang="zh-TW" altLang="en-US" smtClean="0"/>
              <a:t>2026/7/13</a:t>
            </a:fld>
            <a:endParaRPr kumimoji="1" lang="zh-TW" alt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0B31EA-D734-43C9-8E9D-483C1BF81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207C61C-5A28-4110-8C44-F3D6F9B75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FA63-7897-CB47-9F8C-C13C4536E7C9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6DD8BD-A370-41D3-8CE2-2E4FD8AE09F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285750" y="1563195"/>
            <a:ext cx="4661963" cy="3725833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TW" dirty="0"/>
              <a:t>Content L1</a:t>
            </a:r>
            <a:endParaRPr lang="zh-TW" altLang="en-US" dirty="0"/>
          </a:p>
          <a:p>
            <a:pPr lvl="1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L2</a:t>
            </a:r>
            <a:endParaRPr lang="zh-TW" altLang="en-US" dirty="0"/>
          </a:p>
          <a:p>
            <a:pPr lvl="2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L3</a:t>
            </a:r>
            <a:endParaRPr lang="zh-TW" altLang="en-US" dirty="0"/>
          </a:p>
        </p:txBody>
      </p:sp>
      <p:pic>
        <p:nvPicPr>
          <p:cNvPr id="10" name="圖形 9">
            <a:extLst>
              <a:ext uri="{FF2B5EF4-FFF2-40B4-BE49-F238E27FC236}">
                <a16:creationId xmlns:a16="http://schemas.microsoft.com/office/drawing/2014/main" id="{BAF52EB3-9EE2-45D4-AB3E-6E88E33E2D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4714" y="215778"/>
            <a:ext cx="721415" cy="203445"/>
          </a:xfrm>
          <a:prstGeom prst="rect">
            <a:avLst/>
          </a:prstGeom>
        </p:spPr>
      </p:pic>
      <p:sp>
        <p:nvSpPr>
          <p:cNvPr id="9" name="標題 1">
            <a:extLst>
              <a:ext uri="{FF2B5EF4-FFF2-40B4-BE49-F238E27FC236}">
                <a16:creationId xmlns:a16="http://schemas.microsoft.com/office/drawing/2014/main" id="{FD4E7540-8B6B-4F40-B713-2F3AB9D59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74" y="351338"/>
            <a:ext cx="8749785" cy="678150"/>
          </a:xfrm>
        </p:spPr>
        <p:txBody>
          <a:bodyPr anchor="t">
            <a:noAutofit/>
          </a:bodyPr>
          <a:lstStyle>
            <a:lvl1pPr>
              <a:defRPr>
                <a:solidFill>
                  <a:srgbClr val="42637C"/>
                </a:solidFill>
              </a:defRPr>
            </a:lvl1pPr>
          </a:lstStyle>
          <a:p>
            <a:r>
              <a:rPr lang="en-US" altLang="zh-TW" dirty="0"/>
              <a:t>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2160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0894500-95CE-4CD5-B771-2177F7019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66237-2BAC-7044-92F4-B5714E1BE82B}" type="datetimeFigureOut">
              <a:rPr kumimoji="1" lang="zh-TW" altLang="en-US" smtClean="0"/>
              <a:t>2026/7/13</a:t>
            </a:fld>
            <a:endParaRPr kumimoji="1"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52AA0B-75AD-4155-A002-E37D8ACE0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D78475C-989F-4613-AFD2-92E043393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FA63-7897-CB47-9F8C-C13C4536E7C9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7" name="圖形 6">
            <a:extLst>
              <a:ext uri="{FF2B5EF4-FFF2-40B4-BE49-F238E27FC236}">
                <a16:creationId xmlns:a16="http://schemas.microsoft.com/office/drawing/2014/main" id="{A5EA490E-A98D-49DF-BEF6-A780FCC541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4714" y="215778"/>
            <a:ext cx="721415" cy="203445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FD4E7540-8B6B-4F40-B713-2F3AB9D59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74" y="351338"/>
            <a:ext cx="8749785" cy="678150"/>
          </a:xfrm>
        </p:spPr>
        <p:txBody>
          <a:bodyPr anchor="t">
            <a:noAutofit/>
          </a:bodyPr>
          <a:lstStyle>
            <a:lvl1pPr>
              <a:defRPr>
                <a:solidFill>
                  <a:srgbClr val="42637C"/>
                </a:solidFill>
              </a:defRPr>
            </a:lvl1pPr>
          </a:lstStyle>
          <a:p>
            <a:r>
              <a:rPr lang="en-US" altLang="zh-TW" dirty="0"/>
              <a:t>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8245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0894500-95CE-4CD5-B771-2177F7019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66237-2BAC-7044-92F4-B5714E1BE82B}" type="datetimeFigureOut">
              <a:rPr kumimoji="1" lang="zh-TW" altLang="en-US" smtClean="0"/>
              <a:t>2026/7/13</a:t>
            </a:fld>
            <a:endParaRPr kumimoji="1"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52AA0B-75AD-4155-A002-E37D8ACE0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D78475C-989F-4613-AFD2-92E043393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FA63-7897-CB47-9F8C-C13C4536E7C9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7" name="圖形 6">
            <a:extLst>
              <a:ext uri="{FF2B5EF4-FFF2-40B4-BE49-F238E27FC236}">
                <a16:creationId xmlns:a16="http://schemas.microsoft.com/office/drawing/2014/main" id="{1CB22B89-457B-413F-8E5F-010E9F0161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4714" y="215778"/>
            <a:ext cx="721415" cy="203445"/>
          </a:xfrm>
          <a:prstGeom prst="rect">
            <a:avLst/>
          </a:prstGeom>
        </p:spPr>
      </p:pic>
      <p:sp>
        <p:nvSpPr>
          <p:cNvPr id="8" name="標題 1">
            <a:extLst>
              <a:ext uri="{FF2B5EF4-FFF2-40B4-BE49-F238E27FC236}">
                <a16:creationId xmlns:a16="http://schemas.microsoft.com/office/drawing/2014/main" id="{FD4E7540-8B6B-4F40-B713-2F3AB9D59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74" y="351338"/>
            <a:ext cx="8749785" cy="678150"/>
          </a:xfrm>
        </p:spPr>
        <p:txBody>
          <a:bodyPr anchor="t">
            <a:noAutofit/>
          </a:bodyPr>
          <a:lstStyle>
            <a:lvl1pPr>
              <a:defRPr>
                <a:solidFill>
                  <a:srgbClr val="42637C"/>
                </a:solidFill>
              </a:defRPr>
            </a:lvl1pPr>
          </a:lstStyle>
          <a:p>
            <a:r>
              <a:rPr lang="en-US" altLang="zh-TW" dirty="0"/>
              <a:t>Title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4819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9D0C4C5-2499-412A-92B3-F1739773D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66237-2BAC-7044-92F4-B5714E1BE82B}" type="datetimeFigureOut">
              <a:rPr kumimoji="1" lang="zh-TW" altLang="en-US" smtClean="0"/>
              <a:t>2026/7/13</a:t>
            </a:fld>
            <a:endParaRPr kumimoji="1"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F74F9E7-6682-4DFE-8905-28E259E0C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7A7E2F-FF67-4F46-851C-AB767A2E5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FA63-7897-CB47-9F8C-C13C4536E7C9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F9C9E478-95E5-4C74-AFB4-E0F73B203E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64714" y="215778"/>
            <a:ext cx="721415" cy="20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087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9D0C4C5-2499-412A-92B3-F1739773D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66237-2BAC-7044-92F4-B5714E1BE82B}" type="datetimeFigureOut">
              <a:rPr kumimoji="1" lang="zh-TW" altLang="en-US" smtClean="0"/>
              <a:t>2026/7/13</a:t>
            </a:fld>
            <a:endParaRPr kumimoji="1" lang="zh-TW" alt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F74F9E7-6682-4DFE-8905-28E259E0C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7A7E2F-FF67-4F46-851C-AB767A2E5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1BFA63-7897-CB47-9F8C-C13C4536E7C9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EDFAA44E-7A56-4378-9715-FEE7336863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4714" y="215778"/>
            <a:ext cx="721415" cy="20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950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ck 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584D0C-B2B8-4A5B-93C3-698560C4E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54104" y="2373525"/>
            <a:ext cx="5897934" cy="1294650"/>
          </a:xfrm>
        </p:spPr>
        <p:txBody>
          <a:bodyPr>
            <a:noAutofit/>
          </a:bodyPr>
          <a:lstStyle>
            <a:lvl1pPr>
              <a:defRPr>
                <a:solidFill>
                  <a:srgbClr val="375267"/>
                </a:solidFill>
              </a:defRPr>
            </a:lvl1pPr>
          </a:lstStyle>
          <a:p>
            <a:r>
              <a:rPr lang="en-US" altLang="zh-TW" dirty="0"/>
              <a:t>Call to Actions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E2BD011-FD97-4F28-9C05-52A845D2B23F}"/>
              </a:ext>
            </a:extLst>
          </p:cNvPr>
          <p:cNvSpPr txBox="1"/>
          <p:nvPr/>
        </p:nvSpPr>
        <p:spPr>
          <a:xfrm>
            <a:off x="493275" y="5500119"/>
            <a:ext cx="3536632" cy="210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771" dirty="0">
                <a:solidFill>
                  <a:schemeClr val="tx2"/>
                </a:solidFill>
              </a:rPr>
              <a:t>© 2025, NEXCOM International Co., Ltd. or its Affiliates. All rights reserved.</a:t>
            </a:r>
            <a:endParaRPr lang="zh-TW" altLang="en-US" sz="771" dirty="0">
              <a:solidFill>
                <a:schemeClr val="tx2"/>
              </a:solidFill>
            </a:endParaRPr>
          </a:p>
        </p:txBody>
      </p:sp>
      <p:cxnSp>
        <p:nvCxnSpPr>
          <p:cNvPr id="5" name="直線接點 10">
            <a:extLst>
              <a:ext uri="{FF2B5EF4-FFF2-40B4-BE49-F238E27FC236}">
                <a16:creationId xmlns:a16="http://schemas.microsoft.com/office/drawing/2014/main" id="{91680CD3-4947-4FB7-8F59-15E17E695E60}"/>
              </a:ext>
            </a:extLst>
          </p:cNvPr>
          <p:cNvCxnSpPr/>
          <p:nvPr/>
        </p:nvCxnSpPr>
        <p:spPr>
          <a:xfrm>
            <a:off x="3699563" y="2635101"/>
            <a:ext cx="0" cy="752049"/>
          </a:xfrm>
          <a:prstGeom prst="line">
            <a:avLst/>
          </a:prstGeom>
          <a:ln w="19050">
            <a:gradFill>
              <a:gsLst>
                <a:gs pos="0">
                  <a:srgbClr val="2E5870">
                    <a:alpha val="0"/>
                  </a:srgbClr>
                </a:gs>
                <a:gs pos="95798">
                  <a:srgbClr val="2E5870">
                    <a:alpha val="0"/>
                  </a:srgbClr>
                </a:gs>
                <a:gs pos="51000">
                  <a:srgbClr val="2E587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圖形 7">
            <a:extLst>
              <a:ext uri="{FF2B5EF4-FFF2-40B4-BE49-F238E27FC236}">
                <a16:creationId xmlns:a16="http://schemas.microsoft.com/office/drawing/2014/main" id="{6B9FD613-2FDB-404F-B131-B7D7A3853E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4890" y="2601370"/>
            <a:ext cx="2417048" cy="68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623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305124" y="961023"/>
            <a:ext cx="7830741" cy="2044383"/>
          </a:xfrm>
        </p:spPr>
        <p:txBody>
          <a:bodyPr anchor="b"/>
          <a:lstStyle>
            <a:lvl1pPr algn="ctr">
              <a:defRPr sz="5138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05124" y="3084245"/>
            <a:ext cx="7830741" cy="1417746"/>
          </a:xfrm>
        </p:spPr>
        <p:txBody>
          <a:bodyPr/>
          <a:lstStyle>
            <a:lvl1pPr marL="0" indent="0" algn="ctr">
              <a:buNone/>
              <a:defRPr sz="2055"/>
            </a:lvl1pPr>
            <a:lvl2pPr marL="391500" indent="0" algn="ctr">
              <a:buNone/>
              <a:defRPr sz="1713"/>
            </a:lvl2pPr>
            <a:lvl3pPr marL="783001" indent="0" algn="ctr">
              <a:buNone/>
              <a:defRPr sz="1541"/>
            </a:lvl3pPr>
            <a:lvl4pPr marL="1174501" indent="0" algn="ctr">
              <a:buNone/>
              <a:defRPr sz="1370"/>
            </a:lvl4pPr>
            <a:lvl5pPr marL="1566001" indent="0" algn="ctr">
              <a:buNone/>
              <a:defRPr sz="1370"/>
            </a:lvl5pPr>
            <a:lvl6pPr marL="1957502" indent="0" algn="ctr">
              <a:buNone/>
              <a:defRPr sz="1370"/>
            </a:lvl6pPr>
            <a:lvl7pPr marL="2349002" indent="0" algn="ctr">
              <a:buNone/>
              <a:defRPr sz="1370"/>
            </a:lvl7pPr>
            <a:lvl8pPr marL="2740503" indent="0" algn="ctr">
              <a:buNone/>
              <a:defRPr sz="1370"/>
            </a:lvl8pPr>
            <a:lvl9pPr marL="3132003" indent="0" algn="ctr">
              <a:buNone/>
              <a:defRPr sz="137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E59D7-F5DA-4728-AC41-C89A8BBF8C2B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07DC4-2671-4E45-A439-180277AF9F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1892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B3FE348-CF9D-4009-885F-2F373E1BC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5" y="350738"/>
            <a:ext cx="8169868" cy="6781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dirty="0"/>
              <a:t>Title</a:t>
            </a:r>
            <a:endParaRPr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9480AD6-59B7-4043-9958-AE51313A6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278" y="1563195"/>
            <a:ext cx="9229895" cy="3725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Content L1</a:t>
            </a:r>
            <a:endParaRPr lang="zh-TW" altLang="en-US" dirty="0"/>
          </a:p>
          <a:p>
            <a:pPr lvl="1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L2</a:t>
            </a:r>
            <a:endParaRPr lang="zh-TW" altLang="en-US" dirty="0"/>
          </a:p>
          <a:p>
            <a:pPr lvl="2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L3</a:t>
            </a:r>
            <a:endParaRPr lang="zh-TW" altLang="en-US" dirty="0"/>
          </a:p>
          <a:p>
            <a:pPr lvl="3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L4</a:t>
            </a:r>
            <a:endParaRPr lang="zh-TW" altLang="en-US" dirty="0"/>
          </a:p>
          <a:p>
            <a:pPr lvl="4"/>
            <a:r>
              <a:rPr lang="en-US" altLang="zh-TW" dirty="0"/>
              <a:t>Content</a:t>
            </a:r>
            <a:r>
              <a:rPr lang="zh-TW" altLang="en-US" dirty="0"/>
              <a:t> </a:t>
            </a:r>
            <a:r>
              <a:rPr lang="en-US" altLang="zh-TW" dirty="0"/>
              <a:t>L5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E49D63-3C49-4856-82AE-E3CBD08D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73948" y="5442627"/>
            <a:ext cx="2349222" cy="312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8">
                <a:solidFill>
                  <a:schemeClr val="tx2"/>
                </a:solidFill>
              </a:defRPr>
            </a:lvl1pPr>
          </a:lstStyle>
          <a:p>
            <a:fld id="{0E066237-2BAC-7044-92F4-B5714E1BE82B}" type="datetimeFigureOut">
              <a:rPr kumimoji="1" lang="zh-TW" altLang="en-US" smtClean="0"/>
              <a:t>2026/7/13</a:t>
            </a:fld>
            <a:endParaRPr kumimoji="1"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764234-9790-4AE4-A891-86C3660B2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58581" y="5442627"/>
            <a:ext cx="3523833" cy="312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8">
                <a:solidFill>
                  <a:schemeClr val="tx2"/>
                </a:solidFill>
              </a:defRPr>
            </a:lvl1pPr>
          </a:lstStyle>
          <a:p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E765375-5111-4564-9F03-90A187A04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93275" y="5442627"/>
            <a:ext cx="2349222" cy="312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8">
                <a:solidFill>
                  <a:schemeClr val="tx2"/>
                </a:solidFill>
              </a:defRPr>
            </a:lvl1pPr>
          </a:lstStyle>
          <a:p>
            <a:fld id="{081BFA63-7897-CB47-9F8C-C13C4536E7C9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489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</p:sldLayoutIdLst>
  <p:txStyles>
    <p:titleStyle>
      <a:lvl1pPr algn="l" defTabSz="783115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rgbClr val="42637C"/>
          </a:solidFill>
          <a:latin typeface="+mj-lt"/>
          <a:ea typeface="+mj-ea"/>
          <a:cs typeface="+mj-cs"/>
        </a:defRPr>
      </a:lvl1pPr>
    </p:titleStyle>
    <p:bodyStyle>
      <a:lvl1pPr marL="195778" indent="-195778" algn="l" defTabSz="783115" rtl="0" eaLnBrk="1" latinLnBrk="0" hangingPunct="1">
        <a:lnSpc>
          <a:spcPct val="90000"/>
        </a:lnSpc>
        <a:spcBef>
          <a:spcPts val="856"/>
        </a:spcBef>
        <a:spcAft>
          <a:spcPts val="1028"/>
        </a:spcAft>
        <a:buFont typeface="Roboto Light" panose="02000000000000000000" pitchFamily="2" charset="0"/>
        <a:buChar char="‑"/>
        <a:defRPr sz="2398" kern="1200">
          <a:solidFill>
            <a:schemeClr val="tx2"/>
          </a:solidFill>
          <a:latin typeface="+mn-lt"/>
          <a:ea typeface="+mn-ea"/>
          <a:cs typeface="+mn-cs"/>
        </a:defRPr>
      </a:lvl1pPr>
      <a:lvl2pPr marL="587335" indent="-195778" algn="l" defTabSz="783115" rtl="0" eaLnBrk="1" latinLnBrk="0" hangingPunct="1">
        <a:lnSpc>
          <a:spcPct val="90000"/>
        </a:lnSpc>
        <a:spcBef>
          <a:spcPts val="428"/>
        </a:spcBef>
        <a:spcAft>
          <a:spcPts val="514"/>
        </a:spcAft>
        <a:buFont typeface="Roboto Light" panose="02000000000000000000" pitchFamily="2" charset="0"/>
        <a:buChar char="‑"/>
        <a:defRPr sz="2055" kern="1200">
          <a:solidFill>
            <a:schemeClr val="accent2"/>
          </a:solidFill>
          <a:latin typeface="+mn-lt"/>
          <a:ea typeface="+mn-ea"/>
          <a:cs typeface="+mn-cs"/>
        </a:defRPr>
      </a:lvl2pPr>
      <a:lvl3pPr marL="978893" indent="-195778" algn="l" defTabSz="783115" rtl="0" eaLnBrk="1" latinLnBrk="0" hangingPunct="1">
        <a:lnSpc>
          <a:spcPct val="90000"/>
        </a:lnSpc>
        <a:spcBef>
          <a:spcPts val="428"/>
        </a:spcBef>
        <a:spcAft>
          <a:spcPts val="514"/>
        </a:spcAft>
        <a:buFont typeface="Roboto Light" panose="02000000000000000000" pitchFamily="2" charset="0"/>
        <a:buChar char="‑"/>
        <a:defRPr sz="1713" kern="1200">
          <a:solidFill>
            <a:schemeClr val="accent3"/>
          </a:solidFill>
          <a:latin typeface="+mn-lt"/>
          <a:ea typeface="+mn-ea"/>
          <a:cs typeface="+mn-cs"/>
        </a:defRPr>
      </a:lvl3pPr>
      <a:lvl4pPr marL="1370451" indent="-195778" algn="l" defTabSz="783115" rtl="0" eaLnBrk="1" latinLnBrk="0" hangingPunct="1">
        <a:lnSpc>
          <a:spcPct val="90000"/>
        </a:lnSpc>
        <a:spcBef>
          <a:spcPts val="428"/>
        </a:spcBef>
        <a:spcAft>
          <a:spcPts val="514"/>
        </a:spcAft>
        <a:buFont typeface="Roboto Light" panose="02000000000000000000" pitchFamily="2" charset="0"/>
        <a:buChar char="‑"/>
        <a:defRPr sz="1541" kern="1200">
          <a:solidFill>
            <a:schemeClr val="accent3"/>
          </a:solidFill>
          <a:latin typeface="+mn-lt"/>
          <a:ea typeface="+mn-ea"/>
          <a:cs typeface="+mn-cs"/>
        </a:defRPr>
      </a:lvl4pPr>
      <a:lvl5pPr marL="1762009" indent="-195778" algn="l" defTabSz="783115" rtl="0" eaLnBrk="1" latinLnBrk="0" hangingPunct="1">
        <a:lnSpc>
          <a:spcPct val="90000"/>
        </a:lnSpc>
        <a:spcBef>
          <a:spcPts val="428"/>
        </a:spcBef>
        <a:buFont typeface="Roboto Light" panose="02000000000000000000" pitchFamily="2" charset="0"/>
        <a:buChar char="‑"/>
        <a:defRPr sz="1541" kern="1200">
          <a:solidFill>
            <a:schemeClr val="accent3"/>
          </a:solidFill>
          <a:latin typeface="+mn-lt"/>
          <a:ea typeface="+mn-ea"/>
          <a:cs typeface="+mn-cs"/>
        </a:defRPr>
      </a:lvl5pPr>
      <a:lvl6pPr marL="2153565" indent="-195778" algn="l" defTabSz="78311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6pPr>
      <a:lvl7pPr marL="2545122" indent="-195778" algn="l" defTabSz="78311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7pPr>
      <a:lvl8pPr marL="2936681" indent="-195778" algn="l" defTabSz="78311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8pPr>
      <a:lvl9pPr marL="3328237" indent="-195778" algn="l" defTabSz="783115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783115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1pPr>
      <a:lvl2pPr marL="391558" algn="l" defTabSz="783115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2pPr>
      <a:lvl3pPr marL="783115" algn="l" defTabSz="783115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3pPr>
      <a:lvl4pPr marL="1174672" algn="l" defTabSz="783115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4pPr>
      <a:lvl5pPr marL="1566229" algn="l" defTabSz="783115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5pPr>
      <a:lvl6pPr marL="1957788" algn="l" defTabSz="783115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6pPr>
      <a:lvl7pPr marL="2349344" algn="l" defTabSz="783115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7pPr>
      <a:lvl8pPr marL="2740902" algn="l" defTabSz="783115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8pPr>
      <a:lvl9pPr marL="3132459" algn="l" defTabSz="783115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341" userDrawn="1">
          <p15:clr>
            <a:srgbClr val="F26B43"/>
          </p15:clr>
        </p15:guide>
        <p15:guide id="2" pos="6269" userDrawn="1">
          <p15:clr>
            <a:srgbClr val="F26B43"/>
          </p15:clr>
        </p15:guide>
        <p15:guide id="3" pos="307" userDrawn="1">
          <p15:clr>
            <a:srgbClr val="F26B43"/>
          </p15:clr>
        </p15:guide>
        <p15:guide id="4" pos="7333">
          <p15:clr>
            <a:srgbClr val="F26B43"/>
          </p15:clr>
        </p15:guide>
        <p15:guide id="5" orient="horz" pos="3907">
          <p15:clr>
            <a:srgbClr val="F26B43"/>
          </p15:clr>
        </p15:guide>
        <p15:guide id="6" orient="horz" pos="634" userDrawn="1">
          <p15:clr>
            <a:srgbClr val="F26B43"/>
          </p15:clr>
        </p15:guide>
        <p15:guide id="7" pos="3288" userDrawn="1">
          <p15:clr>
            <a:srgbClr val="F26B43"/>
          </p15:clr>
        </p15:guide>
        <p15:guide id="8" orient="horz" pos="18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Block Diagram Icons</a:t>
            </a:r>
            <a:endParaRPr lang="zh-TW" altLang="en-US" dirty="0"/>
          </a:p>
        </p:txBody>
      </p:sp>
      <p:sp>
        <p:nvSpPr>
          <p:cNvPr id="4" name="副標題 3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NCS Guidelines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45303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標題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Rev. History</a:t>
            </a:r>
            <a:endParaRPr lang="zh-TW" altLang="en-US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554823"/>
              </p:ext>
            </p:extLst>
          </p:nvPr>
        </p:nvGraphicFramePr>
        <p:xfrm>
          <a:off x="493274" y="1006475"/>
          <a:ext cx="9464674" cy="4371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9418">
                  <a:extLst>
                    <a:ext uri="{9D8B030D-6E8A-4147-A177-3AD203B41FA5}">
                      <a16:colId xmlns:a16="http://schemas.microsoft.com/office/drawing/2014/main" val="1915444722"/>
                    </a:ext>
                  </a:extLst>
                </a:gridCol>
                <a:gridCol w="705840">
                  <a:extLst>
                    <a:ext uri="{9D8B030D-6E8A-4147-A177-3AD203B41FA5}">
                      <a16:colId xmlns:a16="http://schemas.microsoft.com/office/drawing/2014/main" val="1206892302"/>
                    </a:ext>
                  </a:extLst>
                </a:gridCol>
                <a:gridCol w="1332414">
                  <a:extLst>
                    <a:ext uri="{9D8B030D-6E8A-4147-A177-3AD203B41FA5}">
                      <a16:colId xmlns:a16="http://schemas.microsoft.com/office/drawing/2014/main" val="736945778"/>
                    </a:ext>
                  </a:extLst>
                </a:gridCol>
                <a:gridCol w="6747002">
                  <a:extLst>
                    <a:ext uri="{9D8B030D-6E8A-4147-A177-3AD203B41FA5}">
                      <a16:colId xmlns:a16="http://schemas.microsoft.com/office/drawing/2014/main" val="2106890827"/>
                    </a:ext>
                  </a:extLst>
                </a:gridCol>
              </a:tblGrid>
              <a:tr h="295617">
                <a:tc gridSpan="2"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kern="100">
                          <a:effectLst/>
                        </a:rPr>
                        <a:t>Revision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Date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 rowSpan="2">
                  <a:txBody>
                    <a:bodyPr/>
                    <a:lstStyle/>
                    <a:p>
                      <a:pPr marL="304800" algn="ctr">
                        <a:lnSpc>
                          <a:spcPct val="300000"/>
                        </a:lnSpc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Release Notes</a:t>
                      </a:r>
                      <a:endParaRPr lang="zh-TW" sz="1000" b="1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/>
                </a:tc>
                <a:extLst>
                  <a:ext uri="{0D108BD9-81ED-4DB2-BD59-A6C34878D82A}">
                    <a16:rowId xmlns:a16="http://schemas.microsoft.com/office/drawing/2014/main" val="524048295"/>
                  </a:ext>
                </a:extLst>
              </a:tr>
              <a:tr h="430287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kern="100">
                          <a:effectLst/>
                        </a:rPr>
                        <a:t>From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kern="100">
                          <a:effectLst/>
                        </a:rPr>
                        <a:t>To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309868"/>
                  </a:ext>
                </a:extLst>
              </a:tr>
              <a:tr h="344887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V1.0</a:t>
                      </a:r>
                      <a:endParaRPr lang="zh-TW" sz="1400" kern="1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4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2022/02/15</a:t>
                      </a:r>
                      <a:endParaRPr lang="zh-TW" sz="1400" kern="1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637155" algn="ctr"/>
                          <a:tab pos="5274310" algn="r"/>
                          <a:tab pos="304800" algn="l"/>
                          <a:tab pos="2637155" algn="ctr"/>
                          <a:tab pos="5274310" algn="r"/>
                        </a:tabLst>
                      </a:pPr>
                      <a:r>
                        <a:rPr lang="es-ES" sz="14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Initial version </a:t>
                      </a:r>
                      <a:endParaRPr lang="zh-TW" sz="1400" kern="1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3308270338"/>
                  </a:ext>
                </a:extLst>
              </a:tr>
              <a:tr h="344887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TW" sz="1400" kern="1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V1.1</a:t>
                      </a:r>
                      <a:endParaRPr lang="zh-TW" sz="1400" kern="1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altLang="zh-TW" sz="1400" kern="1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2026/03/17</a:t>
                      </a:r>
                      <a:endParaRPr lang="zh-TW" sz="1400" kern="1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637155" algn="ctr"/>
                          <a:tab pos="5274310" algn="r"/>
                          <a:tab pos="304800" algn="l"/>
                          <a:tab pos="2637155" algn="ctr"/>
                          <a:tab pos="5274310" algn="r"/>
                        </a:tabLst>
                      </a:pPr>
                      <a:r>
                        <a:rPr lang="en-US" altLang="zh-TW" sz="1400" kern="100" dirty="0">
                          <a:effectLst/>
                          <a:latin typeface="Arial" panose="020B0604020202020204" pitchFamily="34" charset="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Font Type: Arial; Size: Adjustable </a:t>
                      </a:r>
                      <a:endParaRPr lang="zh-TW" sz="1400" kern="1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  <a:cs typeface="Arial" panose="020B0604020202020204" pitchFamily="34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233592026"/>
                  </a:ext>
                </a:extLst>
              </a:tr>
              <a:tr h="295617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637155" algn="ctr"/>
                          <a:tab pos="5274310" algn="r"/>
                          <a:tab pos="304800" algn="l"/>
                          <a:tab pos="2637155" algn="ctr"/>
                          <a:tab pos="5274310" algn="r"/>
                        </a:tabLst>
                      </a:pPr>
                      <a:endParaRPr lang="zh-TW" sz="10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962452389"/>
                  </a:ext>
                </a:extLst>
              </a:tr>
              <a:tr h="295617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637155" algn="ctr"/>
                          <a:tab pos="5274310" algn="r"/>
                          <a:tab pos="304800" algn="l"/>
                          <a:tab pos="2637155" algn="ctr"/>
                          <a:tab pos="5274310" algn="r"/>
                        </a:tabLst>
                      </a:pPr>
                      <a:r>
                        <a:rPr lang="es-ES" sz="1200" kern="100">
                          <a:effectLst/>
                        </a:rPr>
                        <a:t> </a:t>
                      </a:r>
                      <a:endParaRPr lang="zh-TW" sz="10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270188539"/>
                  </a:ext>
                </a:extLst>
              </a:tr>
              <a:tr h="295617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s-ES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637155" algn="ctr"/>
                          <a:tab pos="5274310" algn="r"/>
                          <a:tab pos="304800" algn="l"/>
                          <a:tab pos="2637155" algn="ctr"/>
                          <a:tab pos="5274310" algn="r"/>
                        </a:tabLst>
                      </a:pPr>
                      <a:r>
                        <a:rPr lang="en-US" sz="1000" kern="0" dirty="0">
                          <a:effectLst/>
                        </a:rPr>
                        <a:t> </a:t>
                      </a:r>
                      <a:endParaRPr lang="zh-TW" sz="10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85918700"/>
                  </a:ext>
                </a:extLst>
              </a:tr>
              <a:tr h="295617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637155" algn="ctr"/>
                          <a:tab pos="5274310" algn="r"/>
                          <a:tab pos="304800" algn="l"/>
                          <a:tab pos="2637155" algn="ctr"/>
                          <a:tab pos="5274310" algn="r"/>
                        </a:tabLst>
                      </a:pPr>
                      <a:r>
                        <a:rPr lang="nb-NO" sz="1200" kern="100" dirty="0">
                          <a:effectLst/>
                        </a:rPr>
                        <a:t> </a:t>
                      </a:r>
                      <a:endParaRPr lang="zh-TW" sz="10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3657211216"/>
                  </a:ext>
                </a:extLst>
              </a:tr>
              <a:tr h="295617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637155" algn="ctr"/>
                          <a:tab pos="5274310" algn="r"/>
                          <a:tab pos="304800" algn="l"/>
                          <a:tab pos="2637155" algn="ctr"/>
                          <a:tab pos="5274310" algn="r"/>
                        </a:tabLst>
                      </a:pPr>
                      <a:r>
                        <a:rPr lang="nb-NO" sz="1200" kern="100" dirty="0">
                          <a:effectLst/>
                        </a:rPr>
                        <a:t> </a:t>
                      </a:r>
                      <a:endParaRPr lang="zh-TW" sz="10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570301806"/>
                  </a:ext>
                </a:extLst>
              </a:tr>
              <a:tr h="295617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637155" algn="ctr"/>
                          <a:tab pos="5274310" algn="r"/>
                          <a:tab pos="304800" algn="l"/>
                          <a:tab pos="2637155" algn="ctr"/>
                          <a:tab pos="5274310" algn="r"/>
                        </a:tabLs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zh-TW" sz="10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3001818946"/>
                  </a:ext>
                </a:extLst>
              </a:tr>
              <a:tr h="295617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637155" algn="ctr"/>
                          <a:tab pos="5274310" algn="r"/>
                          <a:tab pos="304800" algn="l"/>
                          <a:tab pos="2637155" algn="ctr"/>
                          <a:tab pos="5274310" algn="r"/>
                        </a:tabLs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zh-TW" sz="10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642144869"/>
                  </a:ext>
                </a:extLst>
              </a:tr>
              <a:tr h="295617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637155" algn="ctr"/>
                          <a:tab pos="5274310" algn="r"/>
                          <a:tab pos="304800" algn="l"/>
                          <a:tab pos="2637155" algn="ctr"/>
                          <a:tab pos="5274310" algn="r"/>
                        </a:tabLst>
                      </a:pPr>
                      <a:r>
                        <a:rPr lang="en-US" sz="1000" kern="0">
                          <a:effectLst/>
                        </a:rPr>
                        <a:t> </a:t>
                      </a:r>
                      <a:endParaRPr lang="zh-TW" sz="10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250443013"/>
                  </a:ext>
                </a:extLst>
              </a:tr>
              <a:tr h="295617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637155" algn="ctr"/>
                          <a:tab pos="5274310" algn="r"/>
                          <a:tab pos="304800" algn="l"/>
                          <a:tab pos="2637155" algn="ctr"/>
                          <a:tab pos="5274310" algn="r"/>
                        </a:tabLst>
                      </a:pPr>
                      <a:r>
                        <a:rPr lang="nb-NO" sz="1000" kern="0">
                          <a:effectLst/>
                        </a:rPr>
                        <a:t> </a:t>
                      </a:r>
                      <a:endParaRPr lang="zh-TW" sz="10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95472904"/>
                  </a:ext>
                </a:extLst>
              </a:tr>
              <a:tr h="295617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nb-NO" sz="1200" kern="100">
                          <a:effectLst/>
                        </a:rPr>
                        <a:t> </a:t>
                      </a:r>
                      <a:endParaRPr lang="zh-TW" sz="12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637155" algn="ctr"/>
                          <a:tab pos="5274310" algn="r"/>
                          <a:tab pos="114300" algn="l"/>
                          <a:tab pos="2637155" algn="ctr"/>
                          <a:tab pos="5274310" algn="r"/>
                        </a:tabLst>
                      </a:pPr>
                      <a:r>
                        <a:rPr lang="nb-NO" sz="1000" kern="0" dirty="0">
                          <a:effectLst/>
                        </a:rPr>
                        <a:t> </a:t>
                      </a:r>
                      <a:endParaRPr lang="zh-TW" sz="10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1136110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1125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/>
          <p:cNvGrpSpPr/>
          <p:nvPr/>
        </p:nvGrpSpPr>
        <p:grpSpPr>
          <a:xfrm>
            <a:off x="790656" y="1099163"/>
            <a:ext cx="811426" cy="839897"/>
            <a:chOff x="4854633" y="1404851"/>
            <a:chExt cx="1463040" cy="1479665"/>
          </a:xfrm>
        </p:grpSpPr>
        <p:sp>
          <p:nvSpPr>
            <p:cNvPr id="6" name="圓角矩形 5"/>
            <p:cNvSpPr/>
            <p:nvPr/>
          </p:nvSpPr>
          <p:spPr>
            <a:xfrm>
              <a:off x="4854633" y="1404851"/>
              <a:ext cx="1463040" cy="1479665"/>
            </a:xfrm>
            <a:prstGeom prst="roundRect">
              <a:avLst>
                <a:gd name="adj" fmla="val 4205"/>
              </a:avLst>
            </a:prstGeom>
            <a:solidFill>
              <a:srgbClr val="003300"/>
            </a:solidFill>
            <a:ln>
              <a:solidFill>
                <a:srgbClr val="336600"/>
              </a:solidFill>
            </a:ln>
            <a:scene3d>
              <a:camera prst="orthographicFront"/>
              <a:lightRig rig="threePt" dir="t"/>
            </a:scene3d>
            <a:sp3d>
              <a:bevelT w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7" name="圓角矩形 6"/>
            <p:cNvSpPr/>
            <p:nvPr/>
          </p:nvSpPr>
          <p:spPr>
            <a:xfrm>
              <a:off x="5054139" y="1550323"/>
              <a:ext cx="1064029" cy="1188720"/>
            </a:xfrm>
            <a:prstGeom prst="roundRect">
              <a:avLst>
                <a:gd name="adj" fmla="val 651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4971012" y="1820486"/>
              <a:ext cx="1230284" cy="623455"/>
            </a:xfrm>
            <a:prstGeom prst="roundRect">
              <a:avLst>
                <a:gd name="adj" fmla="val 14511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2429312" y="2095601"/>
            <a:ext cx="619246" cy="498244"/>
            <a:chOff x="2227811" y="3399906"/>
            <a:chExt cx="723207" cy="581891"/>
          </a:xfrm>
        </p:grpSpPr>
        <p:sp>
          <p:nvSpPr>
            <p:cNvPr id="10" name="圓角矩形 9"/>
            <p:cNvSpPr/>
            <p:nvPr/>
          </p:nvSpPr>
          <p:spPr>
            <a:xfrm>
              <a:off x="2227811" y="3399906"/>
              <a:ext cx="723207" cy="581891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1" name="橢圓 10"/>
            <p:cNvSpPr/>
            <p:nvPr/>
          </p:nvSpPr>
          <p:spPr>
            <a:xfrm>
              <a:off x="2833678" y="3452816"/>
              <a:ext cx="52388" cy="457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70" name="群組 69"/>
          <p:cNvGrpSpPr/>
          <p:nvPr/>
        </p:nvGrpSpPr>
        <p:grpSpPr>
          <a:xfrm>
            <a:off x="2384448" y="3385014"/>
            <a:ext cx="708975" cy="498244"/>
            <a:chOff x="3487178" y="2982304"/>
            <a:chExt cx="828000" cy="581891"/>
          </a:xfrm>
        </p:grpSpPr>
        <p:grpSp>
          <p:nvGrpSpPr>
            <p:cNvPr id="32" name="群組 31"/>
            <p:cNvGrpSpPr/>
            <p:nvPr/>
          </p:nvGrpSpPr>
          <p:grpSpPr>
            <a:xfrm>
              <a:off x="3487178" y="3030451"/>
              <a:ext cx="828000" cy="479109"/>
              <a:chOff x="3487178" y="3030451"/>
              <a:chExt cx="828000" cy="479109"/>
            </a:xfrm>
          </p:grpSpPr>
          <p:cxnSp>
            <p:nvCxnSpPr>
              <p:cNvPr id="20" name="直線接點 19"/>
              <p:cNvCxnSpPr/>
              <p:nvPr/>
            </p:nvCxnSpPr>
            <p:spPr>
              <a:xfrm>
                <a:off x="3487178" y="3365828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接點 21"/>
              <p:cNvCxnSpPr/>
              <p:nvPr/>
            </p:nvCxnSpPr>
            <p:spPr>
              <a:xfrm>
                <a:off x="3487178" y="3126273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接點 22"/>
              <p:cNvCxnSpPr/>
              <p:nvPr/>
            </p:nvCxnSpPr>
            <p:spPr>
              <a:xfrm>
                <a:off x="3487178" y="3270006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線接點 23"/>
              <p:cNvCxnSpPr/>
              <p:nvPr/>
            </p:nvCxnSpPr>
            <p:spPr>
              <a:xfrm>
                <a:off x="3487178" y="3078362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接點 24"/>
              <p:cNvCxnSpPr/>
              <p:nvPr/>
            </p:nvCxnSpPr>
            <p:spPr>
              <a:xfrm>
                <a:off x="3487178" y="3174184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接點 25"/>
              <p:cNvCxnSpPr/>
              <p:nvPr/>
            </p:nvCxnSpPr>
            <p:spPr>
              <a:xfrm>
                <a:off x="3487178" y="3317917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接點 26"/>
              <p:cNvCxnSpPr/>
              <p:nvPr/>
            </p:nvCxnSpPr>
            <p:spPr>
              <a:xfrm>
                <a:off x="3487178" y="3509560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接點 27"/>
              <p:cNvCxnSpPr/>
              <p:nvPr/>
            </p:nvCxnSpPr>
            <p:spPr>
              <a:xfrm>
                <a:off x="3487178" y="3222095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接點 28"/>
              <p:cNvCxnSpPr/>
              <p:nvPr/>
            </p:nvCxnSpPr>
            <p:spPr>
              <a:xfrm>
                <a:off x="3487178" y="3413739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接點 29"/>
              <p:cNvCxnSpPr/>
              <p:nvPr/>
            </p:nvCxnSpPr>
            <p:spPr>
              <a:xfrm>
                <a:off x="3487178" y="3461650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接點 30"/>
              <p:cNvCxnSpPr/>
              <p:nvPr/>
            </p:nvCxnSpPr>
            <p:spPr>
              <a:xfrm>
                <a:off x="3487178" y="3030451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群組 12"/>
            <p:cNvGrpSpPr/>
            <p:nvPr/>
          </p:nvGrpSpPr>
          <p:grpSpPr>
            <a:xfrm>
              <a:off x="3534792" y="2982304"/>
              <a:ext cx="723207" cy="581891"/>
              <a:chOff x="2227811" y="3399906"/>
              <a:chExt cx="723207" cy="581891"/>
            </a:xfrm>
          </p:grpSpPr>
          <p:sp>
            <p:nvSpPr>
              <p:cNvPr id="14" name="圓角矩形 13"/>
              <p:cNvSpPr/>
              <p:nvPr/>
            </p:nvSpPr>
            <p:spPr>
              <a:xfrm>
                <a:off x="2227811" y="3399906"/>
                <a:ext cx="723207" cy="581891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5" name="橢圓 14"/>
              <p:cNvSpPr/>
              <p:nvPr/>
            </p:nvSpPr>
            <p:spPr>
              <a:xfrm>
                <a:off x="2833678" y="3452816"/>
                <a:ext cx="52388" cy="4571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</p:grpSp>
      <p:grpSp>
        <p:nvGrpSpPr>
          <p:cNvPr id="69" name="群組 68"/>
          <p:cNvGrpSpPr/>
          <p:nvPr/>
        </p:nvGrpSpPr>
        <p:grpSpPr>
          <a:xfrm>
            <a:off x="2384448" y="4741309"/>
            <a:ext cx="708975" cy="580238"/>
            <a:chOff x="1931261" y="3594313"/>
            <a:chExt cx="828000" cy="677650"/>
          </a:xfrm>
        </p:grpSpPr>
        <p:grpSp>
          <p:nvGrpSpPr>
            <p:cNvPr id="68" name="群組 67"/>
            <p:cNvGrpSpPr/>
            <p:nvPr/>
          </p:nvGrpSpPr>
          <p:grpSpPr>
            <a:xfrm>
              <a:off x="2029200" y="3594313"/>
              <a:ext cx="629221" cy="677650"/>
              <a:chOff x="3567708" y="3607342"/>
              <a:chExt cx="629221" cy="828001"/>
            </a:xfrm>
          </p:grpSpPr>
          <p:cxnSp>
            <p:nvCxnSpPr>
              <p:cNvPr id="46" name="直線接點 45"/>
              <p:cNvCxnSpPr/>
              <p:nvPr/>
            </p:nvCxnSpPr>
            <p:spPr>
              <a:xfrm rot="5400000">
                <a:off x="3297440" y="4021343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接點 46"/>
              <p:cNvCxnSpPr/>
              <p:nvPr/>
            </p:nvCxnSpPr>
            <p:spPr>
              <a:xfrm rot="5400000">
                <a:off x="3536995" y="4021343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線接點 47"/>
              <p:cNvCxnSpPr/>
              <p:nvPr/>
            </p:nvCxnSpPr>
            <p:spPr>
              <a:xfrm rot="5400000">
                <a:off x="3393262" y="4021343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接點 48"/>
              <p:cNvCxnSpPr/>
              <p:nvPr/>
            </p:nvCxnSpPr>
            <p:spPr>
              <a:xfrm rot="5400000">
                <a:off x="3584906" y="4021343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接點 49"/>
              <p:cNvCxnSpPr/>
              <p:nvPr/>
            </p:nvCxnSpPr>
            <p:spPr>
              <a:xfrm rot="5400000">
                <a:off x="3489084" y="4021343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接點 50"/>
              <p:cNvCxnSpPr/>
              <p:nvPr/>
            </p:nvCxnSpPr>
            <p:spPr>
              <a:xfrm rot="5400000">
                <a:off x="3345351" y="4021343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線接點 51"/>
              <p:cNvCxnSpPr/>
              <p:nvPr/>
            </p:nvCxnSpPr>
            <p:spPr>
              <a:xfrm rot="5400000">
                <a:off x="3153708" y="4021343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接點 52"/>
              <p:cNvCxnSpPr/>
              <p:nvPr/>
            </p:nvCxnSpPr>
            <p:spPr>
              <a:xfrm rot="5400000">
                <a:off x="3441173" y="4021343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接點 53"/>
              <p:cNvCxnSpPr/>
              <p:nvPr/>
            </p:nvCxnSpPr>
            <p:spPr>
              <a:xfrm rot="5400000">
                <a:off x="3249529" y="4021343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接點 54"/>
              <p:cNvCxnSpPr/>
              <p:nvPr/>
            </p:nvCxnSpPr>
            <p:spPr>
              <a:xfrm rot="5400000">
                <a:off x="3201618" y="4021343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線接點 55"/>
              <p:cNvCxnSpPr/>
              <p:nvPr/>
            </p:nvCxnSpPr>
            <p:spPr>
              <a:xfrm rot="5400000">
                <a:off x="3632817" y="4021343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線接點 62"/>
              <p:cNvCxnSpPr/>
              <p:nvPr/>
            </p:nvCxnSpPr>
            <p:spPr>
              <a:xfrm rot="5400000">
                <a:off x="3687108" y="4021342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線接點 64"/>
              <p:cNvCxnSpPr/>
              <p:nvPr/>
            </p:nvCxnSpPr>
            <p:spPr>
              <a:xfrm rot="5400000">
                <a:off x="3782929" y="4021342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接點 65"/>
              <p:cNvCxnSpPr/>
              <p:nvPr/>
            </p:nvCxnSpPr>
            <p:spPr>
              <a:xfrm rot="5400000">
                <a:off x="3735018" y="4021342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群組 32"/>
            <p:cNvGrpSpPr/>
            <p:nvPr/>
          </p:nvGrpSpPr>
          <p:grpSpPr>
            <a:xfrm>
              <a:off x="1931261" y="3682462"/>
              <a:ext cx="828000" cy="479109"/>
              <a:chOff x="3487178" y="3030451"/>
              <a:chExt cx="828000" cy="479109"/>
            </a:xfrm>
          </p:grpSpPr>
          <p:cxnSp>
            <p:nvCxnSpPr>
              <p:cNvPr id="34" name="直線接點 33"/>
              <p:cNvCxnSpPr/>
              <p:nvPr/>
            </p:nvCxnSpPr>
            <p:spPr>
              <a:xfrm>
                <a:off x="3487178" y="3365828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線接點 34"/>
              <p:cNvCxnSpPr/>
              <p:nvPr/>
            </p:nvCxnSpPr>
            <p:spPr>
              <a:xfrm>
                <a:off x="3487178" y="3126273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線接點 35"/>
              <p:cNvCxnSpPr/>
              <p:nvPr/>
            </p:nvCxnSpPr>
            <p:spPr>
              <a:xfrm>
                <a:off x="3487178" y="3270006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接點 36"/>
              <p:cNvCxnSpPr/>
              <p:nvPr/>
            </p:nvCxnSpPr>
            <p:spPr>
              <a:xfrm>
                <a:off x="3487178" y="3078362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接點 37"/>
              <p:cNvCxnSpPr/>
              <p:nvPr/>
            </p:nvCxnSpPr>
            <p:spPr>
              <a:xfrm>
                <a:off x="3487178" y="3174184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線接點 38"/>
              <p:cNvCxnSpPr/>
              <p:nvPr/>
            </p:nvCxnSpPr>
            <p:spPr>
              <a:xfrm>
                <a:off x="3487178" y="3317917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線接點 39"/>
              <p:cNvCxnSpPr/>
              <p:nvPr/>
            </p:nvCxnSpPr>
            <p:spPr>
              <a:xfrm>
                <a:off x="3487178" y="3509560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線接點 40"/>
              <p:cNvCxnSpPr/>
              <p:nvPr/>
            </p:nvCxnSpPr>
            <p:spPr>
              <a:xfrm>
                <a:off x="3487178" y="3222095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線接點 41"/>
              <p:cNvCxnSpPr/>
              <p:nvPr/>
            </p:nvCxnSpPr>
            <p:spPr>
              <a:xfrm>
                <a:off x="3487178" y="3413739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線接點 42"/>
              <p:cNvCxnSpPr/>
              <p:nvPr/>
            </p:nvCxnSpPr>
            <p:spPr>
              <a:xfrm>
                <a:off x="3487178" y="3461650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線接點 43"/>
              <p:cNvCxnSpPr/>
              <p:nvPr/>
            </p:nvCxnSpPr>
            <p:spPr>
              <a:xfrm>
                <a:off x="3487178" y="3030451"/>
                <a:ext cx="828000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群組 15"/>
            <p:cNvGrpSpPr/>
            <p:nvPr/>
          </p:nvGrpSpPr>
          <p:grpSpPr>
            <a:xfrm>
              <a:off x="1982208" y="3644292"/>
              <a:ext cx="723207" cy="581891"/>
              <a:chOff x="2227811" y="3399906"/>
              <a:chExt cx="723207" cy="581891"/>
            </a:xfrm>
          </p:grpSpPr>
          <p:sp>
            <p:nvSpPr>
              <p:cNvPr id="17" name="圓角矩形 16"/>
              <p:cNvSpPr/>
              <p:nvPr/>
            </p:nvSpPr>
            <p:spPr>
              <a:xfrm>
                <a:off x="2227811" y="3399906"/>
                <a:ext cx="723207" cy="581891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8" name="橢圓 17"/>
              <p:cNvSpPr/>
              <p:nvPr/>
            </p:nvSpPr>
            <p:spPr>
              <a:xfrm>
                <a:off x="2833678" y="3452816"/>
                <a:ext cx="52388" cy="4571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</p:grpSp>
      <p:grpSp>
        <p:nvGrpSpPr>
          <p:cNvPr id="106" name="群組 105"/>
          <p:cNvGrpSpPr/>
          <p:nvPr/>
        </p:nvGrpSpPr>
        <p:grpSpPr>
          <a:xfrm>
            <a:off x="4044467" y="1012815"/>
            <a:ext cx="2084588" cy="533741"/>
            <a:chOff x="3351882" y="1479774"/>
            <a:chExt cx="2434555" cy="623347"/>
          </a:xfrm>
        </p:grpSpPr>
        <p:sp>
          <p:nvSpPr>
            <p:cNvPr id="72" name="矩形 71"/>
            <p:cNvSpPr/>
            <p:nvPr/>
          </p:nvSpPr>
          <p:spPr>
            <a:xfrm>
              <a:off x="3362324" y="2032560"/>
              <a:ext cx="930693" cy="69663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73" name="矩形 72"/>
            <p:cNvSpPr/>
            <p:nvPr/>
          </p:nvSpPr>
          <p:spPr>
            <a:xfrm>
              <a:off x="4340089" y="2031957"/>
              <a:ext cx="1446348" cy="71164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03" name="圓角矩形 102"/>
            <p:cNvSpPr/>
            <p:nvPr/>
          </p:nvSpPr>
          <p:spPr>
            <a:xfrm>
              <a:off x="3351882" y="1479774"/>
              <a:ext cx="2434554" cy="552182"/>
            </a:xfrm>
            <a:prstGeom prst="roundRect">
              <a:avLst>
                <a:gd name="adj" fmla="val 2939"/>
              </a:avLst>
            </a:prstGeom>
            <a:solidFill>
              <a:srgbClr val="336600"/>
            </a:solidFill>
            <a:ln w="31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75" name="圓角矩形 74"/>
            <p:cNvSpPr/>
            <p:nvPr/>
          </p:nvSpPr>
          <p:spPr>
            <a:xfrm>
              <a:off x="3447523" y="1554717"/>
              <a:ext cx="221316" cy="391081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77" name="圓角矩形 76"/>
            <p:cNvSpPr/>
            <p:nvPr/>
          </p:nvSpPr>
          <p:spPr>
            <a:xfrm>
              <a:off x="3739937" y="1554717"/>
              <a:ext cx="221316" cy="391081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78" name="圓角矩形 77"/>
            <p:cNvSpPr/>
            <p:nvPr/>
          </p:nvSpPr>
          <p:spPr>
            <a:xfrm>
              <a:off x="4032350" y="1554717"/>
              <a:ext cx="221316" cy="391081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79" name="圓角矩形 78"/>
            <p:cNvSpPr/>
            <p:nvPr/>
          </p:nvSpPr>
          <p:spPr>
            <a:xfrm>
              <a:off x="4324764" y="1550434"/>
              <a:ext cx="221316" cy="391081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0" name="圓角矩形 79"/>
            <p:cNvSpPr/>
            <p:nvPr/>
          </p:nvSpPr>
          <p:spPr>
            <a:xfrm>
              <a:off x="4617177" y="1550434"/>
              <a:ext cx="221316" cy="391081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1" name="圓角矩形 80"/>
            <p:cNvSpPr/>
            <p:nvPr/>
          </p:nvSpPr>
          <p:spPr>
            <a:xfrm>
              <a:off x="4909591" y="1550434"/>
              <a:ext cx="221316" cy="391081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2" name="圓角矩形 81"/>
            <p:cNvSpPr/>
            <p:nvPr/>
          </p:nvSpPr>
          <p:spPr>
            <a:xfrm>
              <a:off x="5202004" y="1543229"/>
              <a:ext cx="221316" cy="391081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3" name="圓角矩形 82"/>
            <p:cNvSpPr/>
            <p:nvPr/>
          </p:nvSpPr>
          <p:spPr>
            <a:xfrm>
              <a:off x="5494418" y="1543229"/>
              <a:ext cx="221316" cy="391081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05" name="群組 104"/>
          <p:cNvGrpSpPr/>
          <p:nvPr/>
        </p:nvGrpSpPr>
        <p:grpSpPr>
          <a:xfrm>
            <a:off x="6293637" y="994728"/>
            <a:ext cx="1005925" cy="569915"/>
            <a:chOff x="3364706" y="2282217"/>
            <a:chExt cx="1174803" cy="665594"/>
          </a:xfrm>
        </p:grpSpPr>
        <p:sp>
          <p:nvSpPr>
            <p:cNvPr id="88" name="矩形 87"/>
            <p:cNvSpPr/>
            <p:nvPr/>
          </p:nvSpPr>
          <p:spPr>
            <a:xfrm>
              <a:off x="3759994" y="2879576"/>
              <a:ext cx="779515" cy="68235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7" name="矩形 86"/>
            <p:cNvSpPr/>
            <p:nvPr/>
          </p:nvSpPr>
          <p:spPr>
            <a:xfrm>
              <a:off x="3374231" y="2879576"/>
              <a:ext cx="345281" cy="68235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04" name="圓角矩形 103"/>
            <p:cNvSpPr/>
            <p:nvPr/>
          </p:nvSpPr>
          <p:spPr>
            <a:xfrm>
              <a:off x="3364706" y="2282217"/>
              <a:ext cx="1174802" cy="597358"/>
            </a:xfrm>
            <a:prstGeom prst="roundRect">
              <a:avLst>
                <a:gd name="adj" fmla="val 2939"/>
              </a:avLst>
            </a:prstGeom>
            <a:solidFill>
              <a:srgbClr val="336600"/>
            </a:solidFill>
            <a:ln w="31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97" name="圓角矩形 96"/>
            <p:cNvSpPr/>
            <p:nvPr/>
          </p:nvSpPr>
          <p:spPr>
            <a:xfrm>
              <a:off x="3449002" y="2428436"/>
              <a:ext cx="204425" cy="321105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98" name="圓角矩形 97"/>
            <p:cNvSpPr/>
            <p:nvPr/>
          </p:nvSpPr>
          <p:spPr>
            <a:xfrm>
              <a:off x="3719098" y="2428436"/>
              <a:ext cx="204425" cy="321105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99" name="圓角矩形 98"/>
            <p:cNvSpPr/>
            <p:nvPr/>
          </p:nvSpPr>
          <p:spPr>
            <a:xfrm>
              <a:off x="3989195" y="2428436"/>
              <a:ext cx="204425" cy="321105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00" name="圓角矩形 99"/>
            <p:cNvSpPr/>
            <p:nvPr/>
          </p:nvSpPr>
          <p:spPr>
            <a:xfrm>
              <a:off x="4259291" y="2424919"/>
              <a:ext cx="204425" cy="321105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85" name="群組 84"/>
          <p:cNvGrpSpPr/>
          <p:nvPr/>
        </p:nvGrpSpPr>
        <p:grpSpPr>
          <a:xfrm>
            <a:off x="5477002" y="4285214"/>
            <a:ext cx="1480135" cy="1043421"/>
            <a:chOff x="3316451" y="3874106"/>
            <a:chExt cx="1728625" cy="1218594"/>
          </a:xfrm>
        </p:grpSpPr>
        <p:sp>
          <p:nvSpPr>
            <p:cNvPr id="71" name="圓角矩形 70"/>
            <p:cNvSpPr/>
            <p:nvPr/>
          </p:nvSpPr>
          <p:spPr>
            <a:xfrm>
              <a:off x="3316451" y="3874106"/>
              <a:ext cx="1725450" cy="1218594"/>
            </a:xfrm>
            <a:prstGeom prst="roundRect">
              <a:avLst>
                <a:gd name="adj" fmla="val 3640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solidFill>
                <a:schemeClr val="tx1">
                  <a:lumMod val="50000"/>
                  <a:lumOff val="5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76" name="矩形 75"/>
            <p:cNvSpPr/>
            <p:nvPr/>
          </p:nvSpPr>
          <p:spPr>
            <a:xfrm>
              <a:off x="4889500" y="4055943"/>
              <a:ext cx="155576" cy="70656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74" name="矩形 73"/>
            <p:cNvSpPr/>
            <p:nvPr/>
          </p:nvSpPr>
          <p:spPr>
            <a:xfrm>
              <a:off x="3564527" y="4052478"/>
              <a:ext cx="1074408" cy="8618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96" name="矩形 95"/>
            <p:cNvSpPr/>
            <p:nvPr/>
          </p:nvSpPr>
          <p:spPr>
            <a:xfrm rot="5400000">
              <a:off x="4643545" y="4342787"/>
              <a:ext cx="666711" cy="134623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4" name="橢圓 83"/>
            <p:cNvSpPr/>
            <p:nvPr/>
          </p:nvSpPr>
          <p:spPr>
            <a:xfrm>
              <a:off x="3370297" y="3932816"/>
              <a:ext cx="72000" cy="7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01" name="橢圓 100"/>
            <p:cNvSpPr/>
            <p:nvPr/>
          </p:nvSpPr>
          <p:spPr>
            <a:xfrm>
              <a:off x="3370297" y="4972873"/>
              <a:ext cx="72000" cy="7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02" name="橢圓 101"/>
            <p:cNvSpPr/>
            <p:nvPr/>
          </p:nvSpPr>
          <p:spPr>
            <a:xfrm>
              <a:off x="4728944" y="4972873"/>
              <a:ext cx="72000" cy="7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08" name="橢圓 107"/>
            <p:cNvSpPr/>
            <p:nvPr/>
          </p:nvSpPr>
          <p:spPr>
            <a:xfrm>
              <a:off x="4725516" y="3932816"/>
              <a:ext cx="72000" cy="72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86" name="群組 85"/>
          <p:cNvGrpSpPr/>
          <p:nvPr/>
        </p:nvGrpSpPr>
        <p:grpSpPr>
          <a:xfrm rot="16200000">
            <a:off x="4043568" y="2168891"/>
            <a:ext cx="338110" cy="505502"/>
            <a:chOff x="5922169" y="3023579"/>
            <a:chExt cx="349629" cy="545287"/>
          </a:xfrm>
        </p:grpSpPr>
        <p:grpSp>
          <p:nvGrpSpPr>
            <p:cNvPr id="110" name="群組 109"/>
            <p:cNvGrpSpPr/>
            <p:nvPr/>
          </p:nvGrpSpPr>
          <p:grpSpPr>
            <a:xfrm>
              <a:off x="5922169" y="3023579"/>
              <a:ext cx="349629" cy="545287"/>
              <a:chOff x="3369469" y="2377077"/>
              <a:chExt cx="349629" cy="545287"/>
            </a:xfrm>
          </p:grpSpPr>
          <p:sp>
            <p:nvSpPr>
              <p:cNvPr id="120" name="矩形 119"/>
              <p:cNvSpPr/>
              <p:nvPr/>
            </p:nvSpPr>
            <p:spPr>
              <a:xfrm>
                <a:off x="3513937" y="2876644"/>
                <a:ext cx="194965" cy="45719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3378446" y="2876643"/>
                <a:ext cx="124837" cy="45719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62" name="矩形 361"/>
              <p:cNvSpPr/>
              <p:nvPr/>
            </p:nvSpPr>
            <p:spPr>
              <a:xfrm>
                <a:off x="3513937" y="2876645"/>
                <a:ext cx="194965" cy="45719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63" name="矩形 362"/>
              <p:cNvSpPr/>
              <p:nvPr/>
            </p:nvSpPr>
            <p:spPr>
              <a:xfrm>
                <a:off x="3378446" y="2876644"/>
                <a:ext cx="124837" cy="45719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13" name="圓角矩形 112"/>
              <p:cNvSpPr/>
              <p:nvPr/>
            </p:nvSpPr>
            <p:spPr>
              <a:xfrm>
                <a:off x="3369469" y="2377077"/>
                <a:ext cx="349629" cy="502497"/>
              </a:xfrm>
              <a:prstGeom prst="roundRect">
                <a:avLst>
                  <a:gd name="adj" fmla="val 2939"/>
                </a:avLst>
              </a:prstGeom>
              <a:solidFill>
                <a:srgbClr val="336600"/>
              </a:solidFill>
              <a:ln w="31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14" name="圓角矩形 113"/>
              <p:cNvSpPr/>
              <p:nvPr/>
            </p:nvSpPr>
            <p:spPr>
              <a:xfrm>
                <a:off x="3421273" y="2462041"/>
                <a:ext cx="247574" cy="140969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15" name="圓角矩形 114"/>
              <p:cNvSpPr/>
              <p:nvPr/>
            </p:nvSpPr>
            <p:spPr>
              <a:xfrm>
                <a:off x="3421272" y="2691182"/>
                <a:ext cx="77796" cy="157695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16" name="圓角矩形 115"/>
              <p:cNvSpPr/>
              <p:nvPr/>
            </p:nvSpPr>
            <p:spPr>
              <a:xfrm>
                <a:off x="3540169" y="2624798"/>
                <a:ext cx="142791" cy="112619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17" name="圓角矩形 116"/>
              <p:cNvSpPr/>
              <p:nvPr/>
            </p:nvSpPr>
            <p:spPr>
              <a:xfrm>
                <a:off x="3577061" y="2772793"/>
                <a:ext cx="98091" cy="72265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sp>
          <p:nvSpPr>
            <p:cNvPr id="118" name="橢圓 117"/>
            <p:cNvSpPr/>
            <p:nvPr/>
          </p:nvSpPr>
          <p:spPr>
            <a:xfrm>
              <a:off x="5937559" y="3042015"/>
              <a:ext cx="36000" cy="36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19" name="橢圓 118"/>
            <p:cNvSpPr/>
            <p:nvPr/>
          </p:nvSpPr>
          <p:spPr>
            <a:xfrm>
              <a:off x="6218005" y="3043649"/>
              <a:ext cx="36000" cy="36000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92" name="群組 91"/>
          <p:cNvGrpSpPr>
            <a:grpSpLocks noChangeAspect="1"/>
          </p:cNvGrpSpPr>
          <p:nvPr/>
        </p:nvGrpSpPr>
        <p:grpSpPr>
          <a:xfrm>
            <a:off x="6703939" y="2278781"/>
            <a:ext cx="459429" cy="285721"/>
            <a:chOff x="5880322" y="3973333"/>
            <a:chExt cx="1208806" cy="751763"/>
          </a:xfrm>
        </p:grpSpPr>
        <p:sp>
          <p:nvSpPr>
            <p:cNvPr id="125" name="矩形 124"/>
            <p:cNvSpPr/>
            <p:nvPr/>
          </p:nvSpPr>
          <p:spPr>
            <a:xfrm rot="16200000">
              <a:off x="6974479" y="4016692"/>
              <a:ext cx="115762" cy="10548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26" name="矩形 125"/>
            <p:cNvSpPr/>
            <p:nvPr/>
          </p:nvSpPr>
          <p:spPr>
            <a:xfrm rot="16200000">
              <a:off x="6986746" y="4602972"/>
              <a:ext cx="91226" cy="105482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8" name="矩形 137"/>
            <p:cNvSpPr/>
            <p:nvPr/>
          </p:nvSpPr>
          <p:spPr>
            <a:xfrm rot="16200000">
              <a:off x="6845650" y="4312646"/>
              <a:ext cx="381474" cy="105483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27" name="圓角矩形 126"/>
            <p:cNvSpPr/>
            <p:nvPr/>
          </p:nvSpPr>
          <p:spPr>
            <a:xfrm rot="16200000">
              <a:off x="6104916" y="3832333"/>
              <a:ext cx="751763" cy="1033763"/>
            </a:xfrm>
            <a:prstGeom prst="roundRect">
              <a:avLst>
                <a:gd name="adj" fmla="val 2939"/>
              </a:avLst>
            </a:prstGeom>
            <a:solidFill>
              <a:srgbClr val="336600"/>
            </a:solidFill>
            <a:ln w="31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28" name="圓角矩形 127"/>
            <p:cNvSpPr/>
            <p:nvPr/>
          </p:nvSpPr>
          <p:spPr>
            <a:xfrm rot="16200000">
              <a:off x="5887096" y="4228560"/>
              <a:ext cx="603401" cy="272020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0" name="圓角矩形 129"/>
            <p:cNvSpPr/>
            <p:nvPr/>
          </p:nvSpPr>
          <p:spPr>
            <a:xfrm rot="16200000">
              <a:off x="6216002" y="4240016"/>
              <a:ext cx="603406" cy="259834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1" name="圓角矩形 130"/>
            <p:cNvSpPr/>
            <p:nvPr/>
          </p:nvSpPr>
          <p:spPr>
            <a:xfrm rot="16200000">
              <a:off x="6717312" y="4413880"/>
              <a:ext cx="201863" cy="257318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23" name="橢圓 122"/>
            <p:cNvSpPr/>
            <p:nvPr/>
          </p:nvSpPr>
          <p:spPr>
            <a:xfrm rot="16200000">
              <a:off x="5905507" y="4287705"/>
              <a:ext cx="108001" cy="10800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90" name="矩形 89"/>
            <p:cNvSpPr/>
            <p:nvPr/>
          </p:nvSpPr>
          <p:spPr>
            <a:xfrm>
              <a:off x="5880322" y="4163787"/>
              <a:ext cx="78707" cy="3426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2" name="圓角矩形 131"/>
            <p:cNvSpPr/>
            <p:nvPr/>
          </p:nvSpPr>
          <p:spPr>
            <a:xfrm rot="16200000">
              <a:off x="6724886" y="4064516"/>
              <a:ext cx="89343" cy="87989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3" name="圓角矩形 132"/>
            <p:cNvSpPr/>
            <p:nvPr/>
          </p:nvSpPr>
          <p:spPr>
            <a:xfrm rot="16200000">
              <a:off x="6723108" y="4177037"/>
              <a:ext cx="89343" cy="87989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4" name="圓角矩形 133"/>
            <p:cNvSpPr/>
            <p:nvPr/>
          </p:nvSpPr>
          <p:spPr>
            <a:xfrm rot="16200000">
              <a:off x="6725233" y="4290641"/>
              <a:ext cx="89343" cy="87989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5" name="圓角矩形 134"/>
            <p:cNvSpPr/>
            <p:nvPr/>
          </p:nvSpPr>
          <p:spPr>
            <a:xfrm rot="16200000">
              <a:off x="6836280" y="4061277"/>
              <a:ext cx="89343" cy="87989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6" name="圓角矩形 135"/>
            <p:cNvSpPr/>
            <p:nvPr/>
          </p:nvSpPr>
          <p:spPr>
            <a:xfrm rot="16200000">
              <a:off x="6836280" y="4177037"/>
              <a:ext cx="89343" cy="87989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7" name="圓角矩形 136"/>
            <p:cNvSpPr/>
            <p:nvPr/>
          </p:nvSpPr>
          <p:spPr>
            <a:xfrm rot="16200000">
              <a:off x="6834816" y="4290638"/>
              <a:ext cx="89343" cy="87989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93" name="群組 92"/>
          <p:cNvGrpSpPr/>
          <p:nvPr/>
        </p:nvGrpSpPr>
        <p:grpSpPr>
          <a:xfrm>
            <a:off x="5106295" y="2278781"/>
            <a:ext cx="944705" cy="285721"/>
            <a:chOff x="5988945" y="4409223"/>
            <a:chExt cx="1103305" cy="333689"/>
          </a:xfrm>
        </p:grpSpPr>
        <p:grpSp>
          <p:nvGrpSpPr>
            <p:cNvPr id="155" name="群組 154"/>
            <p:cNvGrpSpPr>
              <a:grpSpLocks noChangeAspect="1"/>
            </p:cNvGrpSpPr>
            <p:nvPr/>
          </p:nvGrpSpPr>
          <p:grpSpPr>
            <a:xfrm>
              <a:off x="5988945" y="4409223"/>
              <a:ext cx="1103305" cy="333689"/>
              <a:chOff x="4603507" y="3973333"/>
              <a:chExt cx="2485621" cy="751763"/>
            </a:xfrm>
          </p:grpSpPr>
          <p:sp>
            <p:nvSpPr>
              <p:cNvPr id="156" name="矩形 155"/>
              <p:cNvSpPr/>
              <p:nvPr/>
            </p:nvSpPr>
            <p:spPr>
              <a:xfrm rot="16200000">
                <a:off x="6974479" y="4016692"/>
                <a:ext cx="115762" cy="105482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57" name="矩形 156"/>
              <p:cNvSpPr/>
              <p:nvPr/>
            </p:nvSpPr>
            <p:spPr>
              <a:xfrm rot="16200000">
                <a:off x="6986746" y="4602972"/>
                <a:ext cx="91226" cy="105482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58" name="矩形 157"/>
              <p:cNvSpPr/>
              <p:nvPr/>
            </p:nvSpPr>
            <p:spPr>
              <a:xfrm rot="16200000">
                <a:off x="6845650" y="4312646"/>
                <a:ext cx="381474" cy="105483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59" name="圓角矩形 158"/>
              <p:cNvSpPr/>
              <p:nvPr/>
            </p:nvSpPr>
            <p:spPr>
              <a:xfrm rot="16200000">
                <a:off x="5464861" y="3192276"/>
                <a:ext cx="751763" cy="2313878"/>
              </a:xfrm>
              <a:prstGeom prst="roundRect">
                <a:avLst>
                  <a:gd name="adj" fmla="val 2939"/>
                </a:avLst>
              </a:prstGeom>
              <a:solidFill>
                <a:srgbClr val="336600"/>
              </a:solidFill>
              <a:ln w="31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60" name="圓角矩形 159"/>
              <p:cNvSpPr/>
              <p:nvPr/>
            </p:nvSpPr>
            <p:spPr>
              <a:xfrm rot="16200000">
                <a:off x="4772145" y="4128358"/>
                <a:ext cx="655576" cy="441710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61" name="圓角矩形 160"/>
              <p:cNvSpPr/>
              <p:nvPr/>
            </p:nvSpPr>
            <p:spPr>
              <a:xfrm rot="16200000">
                <a:off x="5256867" y="4136478"/>
                <a:ext cx="659120" cy="421923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62" name="圓角矩形 161"/>
              <p:cNvSpPr/>
              <p:nvPr/>
            </p:nvSpPr>
            <p:spPr>
              <a:xfrm rot="16200000">
                <a:off x="6717312" y="4429972"/>
                <a:ext cx="201863" cy="257317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63" name="橢圓 162"/>
              <p:cNvSpPr/>
              <p:nvPr/>
            </p:nvSpPr>
            <p:spPr>
              <a:xfrm rot="16200000">
                <a:off x="4628690" y="4293069"/>
                <a:ext cx="108001" cy="108001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64" name="矩形 163"/>
              <p:cNvSpPr/>
              <p:nvPr/>
            </p:nvSpPr>
            <p:spPr>
              <a:xfrm>
                <a:off x="4603507" y="4163787"/>
                <a:ext cx="78707" cy="3426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65" name="圓角矩形 164"/>
              <p:cNvSpPr/>
              <p:nvPr/>
            </p:nvSpPr>
            <p:spPr>
              <a:xfrm rot="16200000">
                <a:off x="6724885" y="4037695"/>
                <a:ext cx="89342" cy="87989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66" name="圓角矩形 165"/>
              <p:cNvSpPr/>
              <p:nvPr/>
            </p:nvSpPr>
            <p:spPr>
              <a:xfrm rot="16200000">
                <a:off x="6723108" y="4150217"/>
                <a:ext cx="89342" cy="87989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67" name="圓角矩形 166"/>
              <p:cNvSpPr/>
              <p:nvPr/>
            </p:nvSpPr>
            <p:spPr>
              <a:xfrm rot="16200000">
                <a:off x="6725234" y="4263819"/>
                <a:ext cx="89342" cy="87989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68" name="圓角矩形 167"/>
              <p:cNvSpPr/>
              <p:nvPr/>
            </p:nvSpPr>
            <p:spPr>
              <a:xfrm rot="16200000">
                <a:off x="6836280" y="4034455"/>
                <a:ext cx="89342" cy="87989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69" name="圓角矩形 168"/>
              <p:cNvSpPr/>
              <p:nvPr/>
            </p:nvSpPr>
            <p:spPr>
              <a:xfrm rot="16200000">
                <a:off x="6836281" y="4150216"/>
                <a:ext cx="89342" cy="87989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0" name="圓角矩形 169"/>
              <p:cNvSpPr/>
              <p:nvPr/>
            </p:nvSpPr>
            <p:spPr>
              <a:xfrm rot="16200000">
                <a:off x="6834816" y="4263818"/>
                <a:ext cx="89342" cy="87989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1" name="圓角矩形 170"/>
              <p:cNvSpPr/>
              <p:nvPr/>
            </p:nvSpPr>
            <p:spPr>
              <a:xfrm rot="16200000">
                <a:off x="5741911" y="4141522"/>
                <a:ext cx="659120" cy="421921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2" name="圓角矩形 171"/>
              <p:cNvSpPr/>
              <p:nvPr/>
            </p:nvSpPr>
            <p:spPr>
              <a:xfrm rot="16200000">
                <a:off x="6340066" y="4066393"/>
                <a:ext cx="314863" cy="257318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sp>
          <p:nvSpPr>
            <p:cNvPr id="173" name="圓角矩形 172"/>
            <p:cNvSpPr/>
            <p:nvPr/>
          </p:nvSpPr>
          <p:spPr>
            <a:xfrm rot="16200000">
              <a:off x="6784802" y="4617978"/>
              <a:ext cx="39657" cy="39056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74" name="圓角矩形 173"/>
            <p:cNvSpPr/>
            <p:nvPr/>
          </p:nvSpPr>
          <p:spPr>
            <a:xfrm rot="16200000">
              <a:off x="6784013" y="4667923"/>
              <a:ext cx="39657" cy="39056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76" name="圓角矩形 175"/>
            <p:cNvSpPr/>
            <p:nvPr/>
          </p:nvSpPr>
          <p:spPr>
            <a:xfrm rot="16200000">
              <a:off x="6834247" y="4616540"/>
              <a:ext cx="39657" cy="39056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77" name="圓角矩形 176"/>
            <p:cNvSpPr/>
            <p:nvPr/>
          </p:nvSpPr>
          <p:spPr>
            <a:xfrm rot="16200000">
              <a:off x="6834248" y="4667923"/>
              <a:ext cx="39657" cy="39056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4" name="群組 3"/>
          <p:cNvGrpSpPr/>
          <p:nvPr/>
        </p:nvGrpSpPr>
        <p:grpSpPr>
          <a:xfrm>
            <a:off x="7661352" y="3587076"/>
            <a:ext cx="843296" cy="1602900"/>
            <a:chOff x="2260239" y="3587076"/>
            <a:chExt cx="843296" cy="1602900"/>
          </a:xfrm>
        </p:grpSpPr>
        <p:sp>
          <p:nvSpPr>
            <p:cNvPr id="1083" name="矩形 1082"/>
            <p:cNvSpPr/>
            <p:nvPr/>
          </p:nvSpPr>
          <p:spPr>
            <a:xfrm rot="10800000">
              <a:off x="2269918" y="3587076"/>
              <a:ext cx="154968" cy="46475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084" name="矩形 1083"/>
            <p:cNvSpPr/>
            <p:nvPr/>
          </p:nvSpPr>
          <p:spPr>
            <a:xfrm rot="10800000">
              <a:off x="2449812" y="3587076"/>
              <a:ext cx="649677" cy="46475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085" name="圓角矩形 1084"/>
            <p:cNvSpPr/>
            <p:nvPr/>
          </p:nvSpPr>
          <p:spPr>
            <a:xfrm rot="10800000">
              <a:off x="2260239" y="3624790"/>
              <a:ext cx="843296" cy="1499190"/>
            </a:xfrm>
            <a:prstGeom prst="roundRect">
              <a:avLst>
                <a:gd name="adj" fmla="val 892"/>
              </a:avLst>
            </a:prstGeom>
            <a:solidFill>
              <a:srgbClr val="336600"/>
            </a:solidFill>
            <a:ln w="31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1312" name="群組 1311"/>
            <p:cNvGrpSpPr/>
            <p:nvPr/>
          </p:nvGrpSpPr>
          <p:grpSpPr>
            <a:xfrm>
              <a:off x="2489090" y="4022849"/>
              <a:ext cx="376406" cy="322728"/>
              <a:chOff x="2227811" y="3399906"/>
              <a:chExt cx="723207" cy="581891"/>
            </a:xfrm>
          </p:grpSpPr>
          <p:sp>
            <p:nvSpPr>
              <p:cNvPr id="1313" name="圓角矩形 1312"/>
              <p:cNvSpPr/>
              <p:nvPr/>
            </p:nvSpPr>
            <p:spPr>
              <a:xfrm>
                <a:off x="2227811" y="3399906"/>
                <a:ext cx="723207" cy="581891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314" name="橢圓 1313"/>
              <p:cNvSpPr/>
              <p:nvPr/>
            </p:nvSpPr>
            <p:spPr>
              <a:xfrm>
                <a:off x="2833678" y="3452816"/>
                <a:ext cx="52388" cy="4571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129" name="群組 128"/>
            <p:cNvGrpSpPr/>
            <p:nvPr/>
          </p:nvGrpSpPr>
          <p:grpSpPr>
            <a:xfrm>
              <a:off x="2313036" y="4851967"/>
              <a:ext cx="729321" cy="338009"/>
              <a:chOff x="6936301" y="5900667"/>
              <a:chExt cx="1401280" cy="609442"/>
            </a:xfrm>
          </p:grpSpPr>
          <p:sp>
            <p:nvSpPr>
              <p:cNvPr id="124" name="矩形 123"/>
              <p:cNvSpPr/>
              <p:nvPr/>
            </p:nvSpPr>
            <p:spPr>
              <a:xfrm>
                <a:off x="6936301" y="5900667"/>
                <a:ext cx="350449" cy="60944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320" name="矩形 1319"/>
              <p:cNvSpPr/>
              <p:nvPr/>
            </p:nvSpPr>
            <p:spPr>
              <a:xfrm>
                <a:off x="7987132" y="5900667"/>
                <a:ext cx="350449" cy="60944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321" name="矩形 1320"/>
              <p:cNvSpPr/>
              <p:nvPr/>
            </p:nvSpPr>
            <p:spPr>
              <a:xfrm>
                <a:off x="7636683" y="5900667"/>
                <a:ext cx="350449" cy="60944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322" name="矩形 1321"/>
              <p:cNvSpPr/>
              <p:nvPr/>
            </p:nvSpPr>
            <p:spPr>
              <a:xfrm>
                <a:off x="7285717" y="5900667"/>
                <a:ext cx="350449" cy="60944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</p:grpSp>
      <p:grpSp>
        <p:nvGrpSpPr>
          <p:cNvPr id="178" name="群組 177"/>
          <p:cNvGrpSpPr/>
          <p:nvPr/>
        </p:nvGrpSpPr>
        <p:grpSpPr>
          <a:xfrm>
            <a:off x="2429312" y="4034424"/>
            <a:ext cx="619246" cy="555701"/>
            <a:chOff x="627829" y="3097509"/>
            <a:chExt cx="723207" cy="648994"/>
          </a:xfrm>
        </p:grpSpPr>
        <p:grpSp>
          <p:nvGrpSpPr>
            <p:cNvPr id="175" name="群組 174"/>
            <p:cNvGrpSpPr/>
            <p:nvPr/>
          </p:nvGrpSpPr>
          <p:grpSpPr>
            <a:xfrm>
              <a:off x="670300" y="3097509"/>
              <a:ext cx="625431" cy="648994"/>
              <a:chOff x="670300" y="3097509"/>
              <a:chExt cx="625431" cy="648994"/>
            </a:xfrm>
          </p:grpSpPr>
          <p:cxnSp>
            <p:nvCxnSpPr>
              <p:cNvPr id="1351" name="直線接點 1350"/>
              <p:cNvCxnSpPr/>
              <p:nvPr/>
            </p:nvCxnSpPr>
            <p:spPr>
              <a:xfrm rot="5400000">
                <a:off x="589330" y="3422006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2" name="直線接點 1351"/>
              <p:cNvCxnSpPr/>
              <p:nvPr/>
            </p:nvCxnSpPr>
            <p:spPr>
              <a:xfrm rot="5400000">
                <a:off x="828885" y="3422006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3" name="直線接點 1352"/>
              <p:cNvCxnSpPr/>
              <p:nvPr/>
            </p:nvCxnSpPr>
            <p:spPr>
              <a:xfrm rot="5400000">
                <a:off x="685152" y="3422006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0" name="直線接點 1359"/>
              <p:cNvCxnSpPr/>
              <p:nvPr/>
            </p:nvCxnSpPr>
            <p:spPr>
              <a:xfrm rot="5400000">
                <a:off x="876796" y="3422006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1" name="直線接點 1360"/>
              <p:cNvCxnSpPr/>
              <p:nvPr/>
            </p:nvCxnSpPr>
            <p:spPr>
              <a:xfrm rot="5400000">
                <a:off x="780974" y="3422006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2" name="直線接點 1361"/>
              <p:cNvCxnSpPr/>
              <p:nvPr/>
            </p:nvCxnSpPr>
            <p:spPr>
              <a:xfrm rot="5400000">
                <a:off x="637241" y="3422006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3" name="直線接點 1362"/>
              <p:cNvCxnSpPr/>
              <p:nvPr/>
            </p:nvCxnSpPr>
            <p:spPr>
              <a:xfrm rot="5400000">
                <a:off x="445598" y="3422006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4" name="直線接點 1363"/>
              <p:cNvCxnSpPr/>
              <p:nvPr/>
            </p:nvCxnSpPr>
            <p:spPr>
              <a:xfrm rot="5400000">
                <a:off x="733063" y="3422006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5" name="直線接點 1364"/>
              <p:cNvCxnSpPr/>
              <p:nvPr/>
            </p:nvCxnSpPr>
            <p:spPr>
              <a:xfrm rot="5400000">
                <a:off x="541419" y="3422006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6" name="直線接點 1365"/>
              <p:cNvCxnSpPr/>
              <p:nvPr/>
            </p:nvCxnSpPr>
            <p:spPr>
              <a:xfrm rot="5400000">
                <a:off x="493508" y="3422006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7" name="直線接點 1366"/>
              <p:cNvCxnSpPr/>
              <p:nvPr/>
            </p:nvCxnSpPr>
            <p:spPr>
              <a:xfrm rot="5400000">
                <a:off x="924707" y="3422006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8" name="直線接點 1367"/>
              <p:cNvCxnSpPr/>
              <p:nvPr/>
            </p:nvCxnSpPr>
            <p:spPr>
              <a:xfrm rot="5400000">
                <a:off x="345803" y="3422007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9" name="直線接點 1368"/>
              <p:cNvCxnSpPr/>
              <p:nvPr/>
            </p:nvCxnSpPr>
            <p:spPr>
              <a:xfrm rot="5400000">
                <a:off x="393713" y="3422007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0" name="直線接點 1369"/>
              <p:cNvCxnSpPr/>
              <p:nvPr/>
            </p:nvCxnSpPr>
            <p:spPr>
              <a:xfrm rot="5400000">
                <a:off x="971234" y="3422006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48" name="群組 1347"/>
            <p:cNvGrpSpPr/>
            <p:nvPr/>
          </p:nvGrpSpPr>
          <p:grpSpPr>
            <a:xfrm>
              <a:off x="627829" y="3131060"/>
              <a:ext cx="723207" cy="581891"/>
              <a:chOff x="2227811" y="3399906"/>
              <a:chExt cx="723207" cy="581891"/>
            </a:xfrm>
          </p:grpSpPr>
          <p:sp>
            <p:nvSpPr>
              <p:cNvPr id="1349" name="圓角矩形 1348"/>
              <p:cNvSpPr/>
              <p:nvPr/>
            </p:nvSpPr>
            <p:spPr>
              <a:xfrm>
                <a:off x="2227811" y="3399906"/>
                <a:ext cx="723207" cy="581891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350" name="橢圓 1349"/>
              <p:cNvSpPr/>
              <p:nvPr/>
            </p:nvSpPr>
            <p:spPr>
              <a:xfrm>
                <a:off x="2833678" y="3452816"/>
                <a:ext cx="52388" cy="4571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</p:grpSp>
      <p:grpSp>
        <p:nvGrpSpPr>
          <p:cNvPr id="1344" name="群組 1343"/>
          <p:cNvGrpSpPr/>
          <p:nvPr/>
        </p:nvGrpSpPr>
        <p:grpSpPr>
          <a:xfrm>
            <a:off x="7580038" y="994728"/>
            <a:ext cx="1005925" cy="569915"/>
            <a:chOff x="3364706" y="2282217"/>
            <a:chExt cx="1174803" cy="665594"/>
          </a:xfrm>
        </p:grpSpPr>
        <p:sp>
          <p:nvSpPr>
            <p:cNvPr id="1346" name="矩形 1345"/>
            <p:cNvSpPr/>
            <p:nvPr/>
          </p:nvSpPr>
          <p:spPr>
            <a:xfrm>
              <a:off x="3759994" y="2879576"/>
              <a:ext cx="779515" cy="68235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71" name="矩形 1370"/>
            <p:cNvSpPr/>
            <p:nvPr/>
          </p:nvSpPr>
          <p:spPr>
            <a:xfrm>
              <a:off x="3374231" y="2879576"/>
              <a:ext cx="345281" cy="68235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72" name="圓角矩形 1371"/>
            <p:cNvSpPr/>
            <p:nvPr/>
          </p:nvSpPr>
          <p:spPr>
            <a:xfrm>
              <a:off x="3364706" y="2282217"/>
              <a:ext cx="1174802" cy="597358"/>
            </a:xfrm>
            <a:prstGeom prst="roundRect">
              <a:avLst>
                <a:gd name="adj" fmla="val 2939"/>
              </a:avLst>
            </a:prstGeom>
            <a:solidFill>
              <a:srgbClr val="336600"/>
            </a:solidFill>
            <a:ln w="31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73" name="圓角矩形 1372"/>
            <p:cNvSpPr/>
            <p:nvPr/>
          </p:nvSpPr>
          <p:spPr>
            <a:xfrm>
              <a:off x="3449002" y="2428436"/>
              <a:ext cx="204425" cy="321105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74" name="圓角矩形 1373"/>
            <p:cNvSpPr/>
            <p:nvPr/>
          </p:nvSpPr>
          <p:spPr>
            <a:xfrm>
              <a:off x="3719098" y="2428436"/>
              <a:ext cx="204425" cy="321105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75" name="圓角矩形 1374"/>
            <p:cNvSpPr/>
            <p:nvPr/>
          </p:nvSpPr>
          <p:spPr>
            <a:xfrm>
              <a:off x="3989195" y="2595948"/>
              <a:ext cx="204425" cy="153593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76" name="圓角矩形 1375"/>
            <p:cNvSpPr/>
            <p:nvPr/>
          </p:nvSpPr>
          <p:spPr>
            <a:xfrm>
              <a:off x="4259291" y="2424919"/>
              <a:ext cx="204425" cy="117047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77" name="圓角矩形 1376"/>
            <p:cNvSpPr/>
            <p:nvPr/>
          </p:nvSpPr>
          <p:spPr>
            <a:xfrm>
              <a:off x="3984439" y="2420377"/>
              <a:ext cx="204425" cy="117047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78" name="圓角矩形 1377"/>
            <p:cNvSpPr/>
            <p:nvPr/>
          </p:nvSpPr>
          <p:spPr>
            <a:xfrm>
              <a:off x="4259931" y="2684668"/>
              <a:ext cx="88477" cy="57966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87" name="圓角矩形 1386"/>
            <p:cNvSpPr/>
            <p:nvPr/>
          </p:nvSpPr>
          <p:spPr>
            <a:xfrm>
              <a:off x="4259085" y="2595948"/>
              <a:ext cx="88477" cy="57966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88" name="圓角矩形 1387"/>
            <p:cNvSpPr/>
            <p:nvPr/>
          </p:nvSpPr>
          <p:spPr>
            <a:xfrm>
              <a:off x="4369172" y="2595948"/>
              <a:ext cx="88477" cy="57966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89" name="圓角矩形 1388"/>
            <p:cNvSpPr/>
            <p:nvPr/>
          </p:nvSpPr>
          <p:spPr>
            <a:xfrm>
              <a:off x="4370802" y="2684668"/>
              <a:ext cx="88477" cy="57966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380" name="群組 1379"/>
          <p:cNvGrpSpPr/>
          <p:nvPr/>
        </p:nvGrpSpPr>
        <p:grpSpPr>
          <a:xfrm>
            <a:off x="9026092" y="1084478"/>
            <a:ext cx="811700" cy="390414"/>
            <a:chOff x="9141772" y="1067856"/>
            <a:chExt cx="947971" cy="455958"/>
          </a:xfrm>
        </p:grpSpPr>
        <p:grpSp>
          <p:nvGrpSpPr>
            <p:cNvPr id="1390" name="群組 1389"/>
            <p:cNvGrpSpPr/>
            <p:nvPr/>
          </p:nvGrpSpPr>
          <p:grpSpPr>
            <a:xfrm>
              <a:off x="9141772" y="1067856"/>
              <a:ext cx="947971" cy="455958"/>
              <a:chOff x="3596299" y="2351079"/>
              <a:chExt cx="947971" cy="455958"/>
            </a:xfrm>
          </p:grpSpPr>
          <p:sp>
            <p:nvSpPr>
              <p:cNvPr id="1393" name="圓角矩形 1392"/>
              <p:cNvSpPr/>
              <p:nvPr/>
            </p:nvSpPr>
            <p:spPr>
              <a:xfrm>
                <a:off x="3596299" y="2351079"/>
                <a:ext cx="947971" cy="455958"/>
              </a:xfrm>
              <a:prstGeom prst="roundRect">
                <a:avLst>
                  <a:gd name="adj" fmla="val 2939"/>
                </a:avLst>
              </a:prstGeom>
              <a:solidFill>
                <a:srgbClr val="336600"/>
              </a:solidFill>
              <a:ln w="31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395" name="圓角矩形 1394"/>
              <p:cNvSpPr/>
              <p:nvPr/>
            </p:nvSpPr>
            <p:spPr>
              <a:xfrm>
                <a:off x="3714336" y="2428436"/>
                <a:ext cx="204425" cy="321105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396" name="圓角矩形 1395"/>
              <p:cNvSpPr/>
              <p:nvPr/>
            </p:nvSpPr>
            <p:spPr>
              <a:xfrm>
                <a:off x="3984433" y="2595948"/>
                <a:ext cx="204425" cy="153593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397" name="圓角矩形 1396"/>
              <p:cNvSpPr/>
              <p:nvPr/>
            </p:nvSpPr>
            <p:spPr>
              <a:xfrm>
                <a:off x="4254529" y="2424919"/>
                <a:ext cx="204425" cy="117047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398" name="圓角矩形 1397"/>
              <p:cNvSpPr/>
              <p:nvPr/>
            </p:nvSpPr>
            <p:spPr>
              <a:xfrm>
                <a:off x="3979677" y="2420377"/>
                <a:ext cx="204425" cy="117047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399" name="圓角矩形 1398"/>
              <p:cNvSpPr/>
              <p:nvPr/>
            </p:nvSpPr>
            <p:spPr>
              <a:xfrm>
                <a:off x="4255169" y="2684668"/>
                <a:ext cx="88477" cy="57966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400" name="圓角矩形 1399"/>
              <p:cNvSpPr/>
              <p:nvPr/>
            </p:nvSpPr>
            <p:spPr>
              <a:xfrm>
                <a:off x="4254323" y="2595948"/>
                <a:ext cx="88477" cy="57966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401" name="圓角矩形 1400"/>
              <p:cNvSpPr/>
              <p:nvPr/>
            </p:nvSpPr>
            <p:spPr>
              <a:xfrm>
                <a:off x="4364410" y="2595948"/>
                <a:ext cx="88477" cy="57966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402" name="圓角矩形 1401"/>
              <p:cNvSpPr/>
              <p:nvPr/>
            </p:nvSpPr>
            <p:spPr>
              <a:xfrm>
                <a:off x="4366040" y="2684668"/>
                <a:ext cx="88477" cy="57966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sp>
          <p:nvSpPr>
            <p:cNvPr id="187" name="橢圓 186"/>
            <p:cNvSpPr/>
            <p:nvPr/>
          </p:nvSpPr>
          <p:spPr>
            <a:xfrm>
              <a:off x="9172541" y="1141258"/>
              <a:ext cx="36000" cy="3600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03" name="橢圓 1402"/>
            <p:cNvSpPr/>
            <p:nvPr/>
          </p:nvSpPr>
          <p:spPr>
            <a:xfrm>
              <a:off x="9172541" y="1196009"/>
              <a:ext cx="36000" cy="3600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04" name="橢圓 1403"/>
            <p:cNvSpPr/>
            <p:nvPr/>
          </p:nvSpPr>
          <p:spPr>
            <a:xfrm>
              <a:off x="9172541" y="1250760"/>
              <a:ext cx="36000" cy="3600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05" name="橢圓 1404"/>
            <p:cNvSpPr/>
            <p:nvPr/>
          </p:nvSpPr>
          <p:spPr>
            <a:xfrm>
              <a:off x="9172541" y="1305511"/>
              <a:ext cx="36000" cy="3600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06" name="橢圓 1405"/>
            <p:cNvSpPr/>
            <p:nvPr/>
          </p:nvSpPr>
          <p:spPr>
            <a:xfrm>
              <a:off x="9172541" y="1360262"/>
              <a:ext cx="36000" cy="3600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07" name="橢圓 1406"/>
            <p:cNvSpPr/>
            <p:nvPr/>
          </p:nvSpPr>
          <p:spPr>
            <a:xfrm>
              <a:off x="9172541" y="1415014"/>
              <a:ext cx="36000" cy="3600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08" name="橢圓 1407"/>
            <p:cNvSpPr/>
            <p:nvPr/>
          </p:nvSpPr>
          <p:spPr>
            <a:xfrm>
              <a:off x="10033348" y="1134624"/>
              <a:ext cx="36000" cy="3600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09" name="橢圓 1408"/>
            <p:cNvSpPr/>
            <p:nvPr/>
          </p:nvSpPr>
          <p:spPr>
            <a:xfrm>
              <a:off x="10033348" y="1189375"/>
              <a:ext cx="36000" cy="3600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10" name="橢圓 1409"/>
            <p:cNvSpPr/>
            <p:nvPr/>
          </p:nvSpPr>
          <p:spPr>
            <a:xfrm>
              <a:off x="10033348" y="1244126"/>
              <a:ext cx="36000" cy="3600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11" name="橢圓 1410"/>
            <p:cNvSpPr/>
            <p:nvPr/>
          </p:nvSpPr>
          <p:spPr>
            <a:xfrm>
              <a:off x="10033348" y="1298877"/>
              <a:ext cx="36000" cy="3600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12" name="橢圓 1411"/>
            <p:cNvSpPr/>
            <p:nvPr/>
          </p:nvSpPr>
          <p:spPr>
            <a:xfrm>
              <a:off x="10033348" y="1353628"/>
              <a:ext cx="36000" cy="3600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13" name="橢圓 1412"/>
            <p:cNvSpPr/>
            <p:nvPr/>
          </p:nvSpPr>
          <p:spPr>
            <a:xfrm>
              <a:off x="10033348" y="1408380"/>
              <a:ext cx="36000" cy="36000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9022528" y="3630060"/>
            <a:ext cx="818828" cy="1558129"/>
            <a:chOff x="3821025" y="3630060"/>
            <a:chExt cx="818828" cy="1558129"/>
          </a:xfrm>
        </p:grpSpPr>
        <p:sp>
          <p:nvSpPr>
            <p:cNvPr id="1838" name="矩形 1837"/>
            <p:cNvSpPr/>
            <p:nvPr/>
          </p:nvSpPr>
          <p:spPr>
            <a:xfrm rot="10800000">
              <a:off x="4230645" y="3630061"/>
              <a:ext cx="253560" cy="48428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39" name="矩形 1838"/>
            <p:cNvSpPr/>
            <p:nvPr/>
          </p:nvSpPr>
          <p:spPr>
            <a:xfrm rot="10800000">
              <a:off x="4080774" y="3630060"/>
              <a:ext cx="137720" cy="46697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41" name="矩形 1840"/>
            <p:cNvSpPr/>
            <p:nvPr/>
          </p:nvSpPr>
          <p:spPr>
            <a:xfrm rot="10800000">
              <a:off x="3830422" y="3630060"/>
              <a:ext cx="240811" cy="39147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42" name="矩形 1841"/>
            <p:cNvSpPr/>
            <p:nvPr/>
          </p:nvSpPr>
          <p:spPr>
            <a:xfrm rot="10800000">
              <a:off x="4497087" y="3630061"/>
              <a:ext cx="138836" cy="39147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43" name="圓角矩形 1842"/>
            <p:cNvSpPr/>
            <p:nvPr/>
          </p:nvSpPr>
          <p:spPr>
            <a:xfrm rot="10800000">
              <a:off x="3821025" y="3668419"/>
              <a:ext cx="818828" cy="1455689"/>
            </a:xfrm>
            <a:prstGeom prst="roundRect">
              <a:avLst>
                <a:gd name="adj" fmla="val 892"/>
              </a:avLst>
            </a:prstGeom>
            <a:solidFill>
              <a:srgbClr val="336600"/>
            </a:solidFill>
            <a:ln w="31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1844" name="群組 1843"/>
            <p:cNvGrpSpPr/>
            <p:nvPr/>
          </p:nvGrpSpPr>
          <p:grpSpPr>
            <a:xfrm>
              <a:off x="4043236" y="4054929"/>
              <a:ext cx="365485" cy="313364"/>
              <a:chOff x="2227811" y="3399906"/>
              <a:chExt cx="723207" cy="581891"/>
            </a:xfrm>
          </p:grpSpPr>
          <p:sp>
            <p:nvSpPr>
              <p:cNvPr id="1850" name="圓角矩形 1849"/>
              <p:cNvSpPr/>
              <p:nvPr/>
            </p:nvSpPr>
            <p:spPr>
              <a:xfrm>
                <a:off x="2227811" y="3399906"/>
                <a:ext cx="723207" cy="581891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851" name="橢圓 1850"/>
              <p:cNvSpPr/>
              <p:nvPr/>
            </p:nvSpPr>
            <p:spPr>
              <a:xfrm>
                <a:off x="2833678" y="3452816"/>
                <a:ext cx="52388" cy="4571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1845" name="群組 1844"/>
            <p:cNvGrpSpPr/>
            <p:nvPr/>
          </p:nvGrpSpPr>
          <p:grpSpPr>
            <a:xfrm>
              <a:off x="3872290" y="4859988"/>
              <a:ext cx="708160" cy="328201"/>
              <a:chOff x="6936301" y="5900667"/>
              <a:chExt cx="1401280" cy="609442"/>
            </a:xfrm>
          </p:grpSpPr>
          <p:sp>
            <p:nvSpPr>
              <p:cNvPr id="1846" name="矩形 1845"/>
              <p:cNvSpPr/>
              <p:nvPr/>
            </p:nvSpPr>
            <p:spPr>
              <a:xfrm>
                <a:off x="6936301" y="5900667"/>
                <a:ext cx="350449" cy="60944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847" name="矩形 1846"/>
              <p:cNvSpPr/>
              <p:nvPr/>
            </p:nvSpPr>
            <p:spPr>
              <a:xfrm>
                <a:off x="7987132" y="5900667"/>
                <a:ext cx="350449" cy="60944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848" name="矩形 1847"/>
              <p:cNvSpPr/>
              <p:nvPr/>
            </p:nvSpPr>
            <p:spPr>
              <a:xfrm>
                <a:off x="7636683" y="5900667"/>
                <a:ext cx="350449" cy="60944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849" name="矩形 1848"/>
              <p:cNvSpPr/>
              <p:nvPr/>
            </p:nvSpPr>
            <p:spPr>
              <a:xfrm>
                <a:off x="7285717" y="5900667"/>
                <a:ext cx="350449" cy="60944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</p:grpSp>
      <p:sp>
        <p:nvSpPr>
          <p:cNvPr id="1379" name="矩形 1378"/>
          <p:cNvSpPr/>
          <p:nvPr/>
        </p:nvSpPr>
        <p:spPr>
          <a:xfrm>
            <a:off x="791061" y="2016026"/>
            <a:ext cx="810617" cy="2285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CPU</a:t>
            </a:r>
            <a:endParaRPr lang="zh-TW" altLang="en-US" sz="1200" dirty="0"/>
          </a:p>
        </p:txBody>
      </p:sp>
      <p:sp>
        <p:nvSpPr>
          <p:cNvPr id="1852" name="矩形 1851"/>
          <p:cNvSpPr/>
          <p:nvPr/>
        </p:nvSpPr>
        <p:spPr>
          <a:xfrm>
            <a:off x="2333627" y="2753371"/>
            <a:ext cx="810617" cy="2393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PCH</a:t>
            </a:r>
            <a:endParaRPr lang="zh-TW" altLang="en-US" sz="1200" dirty="0"/>
          </a:p>
        </p:txBody>
      </p:sp>
      <p:sp>
        <p:nvSpPr>
          <p:cNvPr id="1853" name="矩形 1852"/>
          <p:cNvSpPr/>
          <p:nvPr/>
        </p:nvSpPr>
        <p:spPr>
          <a:xfrm>
            <a:off x="4326744" y="1648592"/>
            <a:ext cx="1520034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U/ LR / R DIMM</a:t>
            </a:r>
            <a:endParaRPr lang="zh-TW" altLang="en-US" sz="1200" dirty="0"/>
          </a:p>
        </p:txBody>
      </p:sp>
      <p:sp>
        <p:nvSpPr>
          <p:cNvPr id="1854" name="矩形 1853"/>
          <p:cNvSpPr/>
          <p:nvPr/>
        </p:nvSpPr>
        <p:spPr>
          <a:xfrm>
            <a:off x="6265933" y="1641794"/>
            <a:ext cx="1061333" cy="2369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SODIMM</a:t>
            </a:r>
            <a:endParaRPr lang="zh-TW" altLang="en-US" sz="1200" dirty="0"/>
          </a:p>
        </p:txBody>
      </p:sp>
      <p:sp>
        <p:nvSpPr>
          <p:cNvPr id="1855" name="矩形 1854"/>
          <p:cNvSpPr/>
          <p:nvPr/>
        </p:nvSpPr>
        <p:spPr>
          <a:xfrm>
            <a:off x="7552334" y="1651527"/>
            <a:ext cx="1061333" cy="227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Run BMC</a:t>
            </a:r>
            <a:endParaRPr lang="zh-TW" altLang="en-US" sz="1200" dirty="0"/>
          </a:p>
        </p:txBody>
      </p:sp>
      <p:sp>
        <p:nvSpPr>
          <p:cNvPr id="1856" name="矩形 1855"/>
          <p:cNvSpPr/>
          <p:nvPr/>
        </p:nvSpPr>
        <p:spPr>
          <a:xfrm>
            <a:off x="8850887" y="1658754"/>
            <a:ext cx="1162112" cy="2199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POE</a:t>
            </a:r>
            <a:r>
              <a:rPr lang="zh-TW" altLang="en-US" sz="1200" dirty="0"/>
              <a:t> </a:t>
            </a:r>
            <a:r>
              <a:rPr lang="en-US" altLang="zh-TW" sz="1200" dirty="0"/>
              <a:t>Module</a:t>
            </a:r>
            <a:endParaRPr lang="zh-TW" altLang="en-US" sz="1200" dirty="0"/>
          </a:p>
        </p:txBody>
      </p:sp>
      <p:sp>
        <p:nvSpPr>
          <p:cNvPr id="1857" name="矩形 1856"/>
          <p:cNvSpPr/>
          <p:nvPr/>
        </p:nvSpPr>
        <p:spPr>
          <a:xfrm>
            <a:off x="5811761" y="5434881"/>
            <a:ext cx="810617" cy="2232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HDD</a:t>
            </a:r>
            <a:endParaRPr lang="zh-TW" altLang="en-US" sz="1200" dirty="0"/>
          </a:p>
        </p:txBody>
      </p:sp>
      <p:sp>
        <p:nvSpPr>
          <p:cNvPr id="1858" name="矩形 1857"/>
          <p:cNvSpPr/>
          <p:nvPr/>
        </p:nvSpPr>
        <p:spPr>
          <a:xfrm>
            <a:off x="3791422" y="2752987"/>
            <a:ext cx="810617" cy="2243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mSATA</a:t>
            </a:r>
            <a:endParaRPr lang="zh-TW" altLang="en-US" sz="1200" dirty="0"/>
          </a:p>
        </p:txBody>
      </p:sp>
      <p:sp>
        <p:nvSpPr>
          <p:cNvPr id="1859" name="矩形 1858"/>
          <p:cNvSpPr/>
          <p:nvPr/>
        </p:nvSpPr>
        <p:spPr>
          <a:xfrm>
            <a:off x="5067473" y="2745212"/>
            <a:ext cx="978367" cy="237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M.2 2280</a:t>
            </a:r>
            <a:endParaRPr lang="zh-TW" altLang="en-US" sz="1200" dirty="0"/>
          </a:p>
        </p:txBody>
      </p:sp>
      <p:sp>
        <p:nvSpPr>
          <p:cNvPr id="1860" name="矩形 1859"/>
          <p:cNvSpPr/>
          <p:nvPr/>
        </p:nvSpPr>
        <p:spPr>
          <a:xfrm>
            <a:off x="6528760" y="2748892"/>
            <a:ext cx="842114" cy="227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M.2 2242</a:t>
            </a:r>
            <a:endParaRPr lang="zh-TW" altLang="en-US" sz="1200" dirty="0"/>
          </a:p>
        </p:txBody>
      </p:sp>
      <p:sp>
        <p:nvSpPr>
          <p:cNvPr id="1872" name="矩形 1871"/>
          <p:cNvSpPr/>
          <p:nvPr/>
        </p:nvSpPr>
        <p:spPr>
          <a:xfrm>
            <a:off x="2333627" y="5433918"/>
            <a:ext cx="810617" cy="224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IC</a:t>
            </a:r>
            <a:endParaRPr lang="zh-TW" altLang="en-US" sz="1200" dirty="0"/>
          </a:p>
        </p:txBody>
      </p:sp>
      <p:sp>
        <p:nvSpPr>
          <p:cNvPr id="1874" name="矩形 1873"/>
          <p:cNvSpPr/>
          <p:nvPr/>
        </p:nvSpPr>
        <p:spPr>
          <a:xfrm>
            <a:off x="7522993" y="5429879"/>
            <a:ext cx="1175382" cy="2282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200" dirty="0"/>
              <a:t>LAN Module</a:t>
            </a:r>
            <a:endParaRPr lang="zh-TW" altLang="en-US" sz="1200" dirty="0"/>
          </a:p>
        </p:txBody>
      </p:sp>
      <p:sp>
        <p:nvSpPr>
          <p:cNvPr id="1875" name="矩形 1874"/>
          <p:cNvSpPr/>
          <p:nvPr/>
        </p:nvSpPr>
        <p:spPr>
          <a:xfrm>
            <a:off x="8912550" y="5431035"/>
            <a:ext cx="994802" cy="227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OCP</a:t>
            </a:r>
            <a:endParaRPr lang="zh-TW" altLang="en-US" sz="1200" dirty="0"/>
          </a:p>
        </p:txBody>
      </p:sp>
      <p:grpSp>
        <p:nvGrpSpPr>
          <p:cNvPr id="350" name="群組 349"/>
          <p:cNvGrpSpPr/>
          <p:nvPr/>
        </p:nvGrpSpPr>
        <p:grpSpPr>
          <a:xfrm>
            <a:off x="2554109" y="3196105"/>
            <a:ext cx="369653" cy="92475"/>
            <a:chOff x="7781220" y="1399984"/>
            <a:chExt cx="431712" cy="108000"/>
          </a:xfrm>
        </p:grpSpPr>
        <p:grpSp>
          <p:nvGrpSpPr>
            <p:cNvPr id="352" name="群組 351"/>
            <p:cNvGrpSpPr/>
            <p:nvPr/>
          </p:nvGrpSpPr>
          <p:grpSpPr>
            <a:xfrm>
              <a:off x="7822837" y="1399984"/>
              <a:ext cx="339349" cy="108000"/>
              <a:chOff x="670300" y="3097509"/>
              <a:chExt cx="339349" cy="648994"/>
            </a:xfrm>
          </p:grpSpPr>
          <p:cxnSp>
            <p:nvCxnSpPr>
              <p:cNvPr id="354" name="直線接點 353"/>
              <p:cNvCxnSpPr/>
              <p:nvPr/>
            </p:nvCxnSpPr>
            <p:spPr>
              <a:xfrm rot="5400000">
                <a:off x="589330" y="3422006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直線接點 354"/>
              <p:cNvCxnSpPr/>
              <p:nvPr/>
            </p:nvCxnSpPr>
            <p:spPr>
              <a:xfrm rot="5400000">
                <a:off x="685152" y="3422006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直線接點 355"/>
              <p:cNvCxnSpPr/>
              <p:nvPr/>
            </p:nvCxnSpPr>
            <p:spPr>
              <a:xfrm rot="5400000">
                <a:off x="637241" y="3422006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直線接點 356"/>
              <p:cNvCxnSpPr/>
              <p:nvPr/>
            </p:nvCxnSpPr>
            <p:spPr>
              <a:xfrm rot="5400000">
                <a:off x="445598" y="3422006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直線接點 357"/>
              <p:cNvCxnSpPr/>
              <p:nvPr/>
            </p:nvCxnSpPr>
            <p:spPr>
              <a:xfrm rot="5400000">
                <a:off x="541419" y="3422006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直線接點 358"/>
              <p:cNvCxnSpPr/>
              <p:nvPr/>
            </p:nvCxnSpPr>
            <p:spPr>
              <a:xfrm rot="5400000">
                <a:off x="493508" y="3422006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直線接點 359"/>
              <p:cNvCxnSpPr/>
              <p:nvPr/>
            </p:nvCxnSpPr>
            <p:spPr>
              <a:xfrm rot="5400000">
                <a:off x="345803" y="3422007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直線接點 360"/>
              <p:cNvCxnSpPr/>
              <p:nvPr/>
            </p:nvCxnSpPr>
            <p:spPr>
              <a:xfrm rot="5400000">
                <a:off x="393713" y="3422007"/>
                <a:ext cx="648993" cy="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3" name="圓角矩形 352"/>
            <p:cNvSpPr/>
            <p:nvPr/>
          </p:nvSpPr>
          <p:spPr>
            <a:xfrm>
              <a:off x="7781220" y="1417727"/>
              <a:ext cx="431712" cy="72514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384" name="矩形 383">
            <a:extLst>
              <a:ext uri="{FF2B5EF4-FFF2-40B4-BE49-F238E27FC236}">
                <a16:creationId xmlns:a16="http://schemas.microsoft.com/office/drawing/2014/main" id="{A6DB7CD2-7888-4D88-B1AA-0F0F1D0B84EF}"/>
              </a:ext>
            </a:extLst>
          </p:cNvPr>
          <p:cNvSpPr/>
          <p:nvPr/>
        </p:nvSpPr>
        <p:spPr>
          <a:xfrm>
            <a:off x="3564834" y="5427974"/>
            <a:ext cx="1227226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DDR5 onboard</a:t>
            </a:r>
            <a:endParaRPr lang="zh-TW" altLang="en-US" sz="1200" dirty="0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F553BEA5-0961-4362-AD0B-ADC87013A454}"/>
              </a:ext>
            </a:extLst>
          </p:cNvPr>
          <p:cNvSpPr txBox="1"/>
          <p:nvPr/>
        </p:nvSpPr>
        <p:spPr>
          <a:xfrm>
            <a:off x="-2568120" y="1598825"/>
            <a:ext cx="15116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Low power DDR5</a:t>
            </a:r>
          </a:p>
          <a:p>
            <a:endParaRPr lang="en-US" altLang="zh-TW" dirty="0"/>
          </a:p>
          <a:p>
            <a:r>
              <a:rPr lang="en-US" altLang="zh-TW" dirty="0"/>
              <a:t>LPDDR5</a:t>
            </a:r>
          </a:p>
          <a:p>
            <a:endParaRPr lang="en-US" altLang="zh-TW" dirty="0"/>
          </a:p>
          <a:p>
            <a:r>
              <a:rPr lang="en-US" altLang="zh-TW" dirty="0"/>
              <a:t>Graphic card</a:t>
            </a:r>
          </a:p>
          <a:p>
            <a:r>
              <a:rPr lang="zh-TW" altLang="en-US" dirty="0"/>
              <a:t>全高全長</a:t>
            </a:r>
            <a:br>
              <a:rPr lang="en-US" altLang="zh-TW" dirty="0"/>
            </a:br>
            <a:r>
              <a:rPr lang="zh-TW" altLang="en-US" dirty="0"/>
              <a:t>半高半長</a:t>
            </a:r>
          </a:p>
        </p:txBody>
      </p:sp>
      <p:sp>
        <p:nvSpPr>
          <p:cNvPr id="801" name="矩形 800">
            <a:extLst>
              <a:ext uri="{FF2B5EF4-FFF2-40B4-BE49-F238E27FC236}">
                <a16:creationId xmlns:a16="http://schemas.microsoft.com/office/drawing/2014/main" id="{A6DB7CD2-7888-4D88-B1AA-0F0F1D0B84EF}"/>
              </a:ext>
            </a:extLst>
          </p:cNvPr>
          <p:cNvSpPr/>
          <p:nvPr/>
        </p:nvSpPr>
        <p:spPr>
          <a:xfrm>
            <a:off x="3489619" y="4115444"/>
            <a:ext cx="1377656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TW" sz="1200" dirty="0"/>
              <a:t>LPDDR5 onboard</a:t>
            </a:r>
            <a:endParaRPr lang="zh-TW" altLang="en-US" sz="1200" dirty="0"/>
          </a:p>
        </p:txBody>
      </p:sp>
      <p:sp>
        <p:nvSpPr>
          <p:cNvPr id="21" name="標題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Chip/DIMM</a:t>
            </a:r>
            <a:endParaRPr lang="zh-TW" altLang="en-US" dirty="0"/>
          </a:p>
        </p:txBody>
      </p:sp>
      <p:grpSp>
        <p:nvGrpSpPr>
          <p:cNvPr id="803" name="群組 802"/>
          <p:cNvGrpSpPr/>
          <p:nvPr/>
        </p:nvGrpSpPr>
        <p:grpSpPr>
          <a:xfrm>
            <a:off x="790656" y="2746364"/>
            <a:ext cx="811426" cy="839897"/>
            <a:chOff x="4854633" y="1404851"/>
            <a:chExt cx="1463040" cy="1479665"/>
          </a:xfrm>
        </p:grpSpPr>
        <p:sp>
          <p:nvSpPr>
            <p:cNvPr id="804" name="圓角矩形 803"/>
            <p:cNvSpPr/>
            <p:nvPr/>
          </p:nvSpPr>
          <p:spPr>
            <a:xfrm>
              <a:off x="4854633" y="1404851"/>
              <a:ext cx="1463040" cy="1479665"/>
            </a:xfrm>
            <a:prstGeom prst="roundRect">
              <a:avLst>
                <a:gd name="adj" fmla="val 4205"/>
              </a:avLst>
            </a:prstGeom>
            <a:solidFill>
              <a:srgbClr val="003300"/>
            </a:solidFill>
            <a:ln>
              <a:solidFill>
                <a:srgbClr val="336600"/>
              </a:solidFill>
            </a:ln>
            <a:scene3d>
              <a:camera prst="orthographicFront"/>
              <a:lightRig rig="threePt" dir="t"/>
            </a:scene3d>
            <a:sp3d>
              <a:bevelT w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05" name="圓角矩形 6"/>
            <p:cNvSpPr/>
            <p:nvPr/>
          </p:nvSpPr>
          <p:spPr>
            <a:xfrm>
              <a:off x="4877102" y="1431991"/>
              <a:ext cx="1411707" cy="1436821"/>
            </a:xfrm>
            <a:custGeom>
              <a:avLst/>
              <a:gdLst>
                <a:gd name="connsiteX0" fmla="*/ 0 w 914401"/>
                <a:gd name="connsiteY0" fmla="*/ 59537 h 952500"/>
                <a:gd name="connsiteX1" fmla="*/ 59537 w 914401"/>
                <a:gd name="connsiteY1" fmla="*/ 0 h 952500"/>
                <a:gd name="connsiteX2" fmla="*/ 854864 w 914401"/>
                <a:gd name="connsiteY2" fmla="*/ 0 h 952500"/>
                <a:gd name="connsiteX3" fmla="*/ 914401 w 914401"/>
                <a:gd name="connsiteY3" fmla="*/ 59537 h 952500"/>
                <a:gd name="connsiteX4" fmla="*/ 914401 w 914401"/>
                <a:gd name="connsiteY4" fmla="*/ 892963 h 952500"/>
                <a:gd name="connsiteX5" fmla="*/ 854864 w 914401"/>
                <a:gd name="connsiteY5" fmla="*/ 952500 h 952500"/>
                <a:gd name="connsiteX6" fmla="*/ 59537 w 914401"/>
                <a:gd name="connsiteY6" fmla="*/ 952500 h 952500"/>
                <a:gd name="connsiteX7" fmla="*/ 0 w 914401"/>
                <a:gd name="connsiteY7" fmla="*/ 892963 h 952500"/>
                <a:gd name="connsiteX8" fmla="*/ 0 w 914401"/>
                <a:gd name="connsiteY8" fmla="*/ 59537 h 952500"/>
                <a:gd name="connsiteX0" fmla="*/ 0 w 914401"/>
                <a:gd name="connsiteY0" fmla="*/ 59537 h 952506"/>
                <a:gd name="connsiteX1" fmla="*/ 59537 w 914401"/>
                <a:gd name="connsiteY1" fmla="*/ 0 h 952506"/>
                <a:gd name="connsiteX2" fmla="*/ 854864 w 914401"/>
                <a:gd name="connsiteY2" fmla="*/ 0 h 952506"/>
                <a:gd name="connsiteX3" fmla="*/ 914401 w 914401"/>
                <a:gd name="connsiteY3" fmla="*/ 59537 h 952506"/>
                <a:gd name="connsiteX4" fmla="*/ 914401 w 914401"/>
                <a:gd name="connsiteY4" fmla="*/ 892963 h 952506"/>
                <a:gd name="connsiteX5" fmla="*/ 854864 w 914401"/>
                <a:gd name="connsiteY5" fmla="*/ 952500 h 952506"/>
                <a:gd name="connsiteX6" fmla="*/ 59537 w 914401"/>
                <a:gd name="connsiteY6" fmla="*/ 952500 h 952506"/>
                <a:gd name="connsiteX7" fmla="*/ 0 w 914401"/>
                <a:gd name="connsiteY7" fmla="*/ 892963 h 952506"/>
                <a:gd name="connsiteX8" fmla="*/ 0 w 914401"/>
                <a:gd name="connsiteY8" fmla="*/ 59537 h 952506"/>
                <a:gd name="connsiteX0" fmla="*/ 0 w 914401"/>
                <a:gd name="connsiteY0" fmla="*/ 59537 h 952500"/>
                <a:gd name="connsiteX1" fmla="*/ 59537 w 914401"/>
                <a:gd name="connsiteY1" fmla="*/ 0 h 952500"/>
                <a:gd name="connsiteX2" fmla="*/ 854864 w 914401"/>
                <a:gd name="connsiteY2" fmla="*/ 0 h 952500"/>
                <a:gd name="connsiteX3" fmla="*/ 914401 w 914401"/>
                <a:gd name="connsiteY3" fmla="*/ 59537 h 952500"/>
                <a:gd name="connsiteX4" fmla="*/ 914401 w 914401"/>
                <a:gd name="connsiteY4" fmla="*/ 892963 h 952500"/>
                <a:gd name="connsiteX5" fmla="*/ 854864 w 914401"/>
                <a:gd name="connsiteY5" fmla="*/ 952500 h 952500"/>
                <a:gd name="connsiteX6" fmla="*/ 71443 w 914401"/>
                <a:gd name="connsiteY6" fmla="*/ 947738 h 952500"/>
                <a:gd name="connsiteX7" fmla="*/ 0 w 914401"/>
                <a:gd name="connsiteY7" fmla="*/ 892963 h 952500"/>
                <a:gd name="connsiteX8" fmla="*/ 0 w 914401"/>
                <a:gd name="connsiteY8" fmla="*/ 59537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4401" h="952500">
                  <a:moveTo>
                    <a:pt x="0" y="59537"/>
                  </a:moveTo>
                  <a:cubicBezTo>
                    <a:pt x="0" y="26656"/>
                    <a:pt x="26656" y="0"/>
                    <a:pt x="59537" y="0"/>
                  </a:cubicBezTo>
                  <a:lnTo>
                    <a:pt x="854864" y="0"/>
                  </a:lnTo>
                  <a:cubicBezTo>
                    <a:pt x="887745" y="0"/>
                    <a:pt x="914401" y="26656"/>
                    <a:pt x="914401" y="59537"/>
                  </a:cubicBezTo>
                  <a:lnTo>
                    <a:pt x="914401" y="892963"/>
                  </a:lnTo>
                  <a:cubicBezTo>
                    <a:pt x="914401" y="925844"/>
                    <a:pt x="887745" y="952500"/>
                    <a:pt x="854864" y="952500"/>
                  </a:cubicBezTo>
                  <a:lnTo>
                    <a:pt x="71443" y="947738"/>
                  </a:lnTo>
                  <a:cubicBezTo>
                    <a:pt x="38562" y="947738"/>
                    <a:pt x="61912" y="954419"/>
                    <a:pt x="0" y="892963"/>
                  </a:cubicBezTo>
                  <a:lnTo>
                    <a:pt x="0" y="59537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806" name="矩形 805"/>
          <p:cNvSpPr/>
          <p:nvPr/>
        </p:nvSpPr>
        <p:spPr>
          <a:xfrm>
            <a:off x="756992" y="3753675"/>
            <a:ext cx="878755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Switch IC</a:t>
            </a:r>
            <a:endParaRPr lang="zh-TW" altLang="en-US" sz="1200" dirty="0"/>
          </a:p>
        </p:txBody>
      </p:sp>
      <p:grpSp>
        <p:nvGrpSpPr>
          <p:cNvPr id="807" name="群組 806"/>
          <p:cNvGrpSpPr/>
          <p:nvPr/>
        </p:nvGrpSpPr>
        <p:grpSpPr>
          <a:xfrm>
            <a:off x="773310" y="4511300"/>
            <a:ext cx="795010" cy="718078"/>
            <a:chOff x="6438259" y="5080425"/>
            <a:chExt cx="1428996" cy="1131340"/>
          </a:xfrm>
        </p:grpSpPr>
        <p:grpSp>
          <p:nvGrpSpPr>
            <p:cNvPr id="808" name="群組 807"/>
            <p:cNvGrpSpPr/>
            <p:nvPr/>
          </p:nvGrpSpPr>
          <p:grpSpPr>
            <a:xfrm>
              <a:off x="6438259" y="5100837"/>
              <a:ext cx="1428996" cy="1089726"/>
              <a:chOff x="4854633" y="1345777"/>
              <a:chExt cx="1463040" cy="1538739"/>
            </a:xfrm>
          </p:grpSpPr>
          <p:sp>
            <p:nvSpPr>
              <p:cNvPr id="854" name="圓角矩形 853"/>
              <p:cNvSpPr/>
              <p:nvPr/>
            </p:nvSpPr>
            <p:spPr>
              <a:xfrm>
                <a:off x="4854633" y="1345777"/>
                <a:ext cx="1463040" cy="1538739"/>
              </a:xfrm>
              <a:prstGeom prst="roundRect">
                <a:avLst>
                  <a:gd name="adj" fmla="val 4205"/>
                </a:avLst>
              </a:prstGeom>
              <a:solidFill>
                <a:srgbClr val="003300"/>
              </a:solidFill>
              <a:ln>
                <a:solidFill>
                  <a:srgbClr val="336600"/>
                </a:solidFill>
              </a:ln>
              <a:scene3d>
                <a:camera prst="orthographicFront"/>
                <a:lightRig rig="threePt" dir="t"/>
              </a:scene3d>
              <a:sp3d>
                <a:bevelT w="508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855" name="圓角矩形 6"/>
              <p:cNvSpPr/>
              <p:nvPr/>
            </p:nvSpPr>
            <p:spPr>
              <a:xfrm>
                <a:off x="4877102" y="1409574"/>
                <a:ext cx="1411707" cy="1436821"/>
              </a:xfrm>
              <a:custGeom>
                <a:avLst/>
                <a:gdLst>
                  <a:gd name="connsiteX0" fmla="*/ 0 w 914401"/>
                  <a:gd name="connsiteY0" fmla="*/ 59537 h 952500"/>
                  <a:gd name="connsiteX1" fmla="*/ 59537 w 914401"/>
                  <a:gd name="connsiteY1" fmla="*/ 0 h 952500"/>
                  <a:gd name="connsiteX2" fmla="*/ 854864 w 914401"/>
                  <a:gd name="connsiteY2" fmla="*/ 0 h 952500"/>
                  <a:gd name="connsiteX3" fmla="*/ 914401 w 914401"/>
                  <a:gd name="connsiteY3" fmla="*/ 59537 h 952500"/>
                  <a:gd name="connsiteX4" fmla="*/ 914401 w 914401"/>
                  <a:gd name="connsiteY4" fmla="*/ 892963 h 952500"/>
                  <a:gd name="connsiteX5" fmla="*/ 854864 w 914401"/>
                  <a:gd name="connsiteY5" fmla="*/ 952500 h 952500"/>
                  <a:gd name="connsiteX6" fmla="*/ 59537 w 914401"/>
                  <a:gd name="connsiteY6" fmla="*/ 952500 h 952500"/>
                  <a:gd name="connsiteX7" fmla="*/ 0 w 914401"/>
                  <a:gd name="connsiteY7" fmla="*/ 892963 h 952500"/>
                  <a:gd name="connsiteX8" fmla="*/ 0 w 914401"/>
                  <a:gd name="connsiteY8" fmla="*/ 59537 h 952500"/>
                  <a:gd name="connsiteX0" fmla="*/ 0 w 914401"/>
                  <a:gd name="connsiteY0" fmla="*/ 59537 h 952506"/>
                  <a:gd name="connsiteX1" fmla="*/ 59537 w 914401"/>
                  <a:gd name="connsiteY1" fmla="*/ 0 h 952506"/>
                  <a:gd name="connsiteX2" fmla="*/ 854864 w 914401"/>
                  <a:gd name="connsiteY2" fmla="*/ 0 h 952506"/>
                  <a:gd name="connsiteX3" fmla="*/ 914401 w 914401"/>
                  <a:gd name="connsiteY3" fmla="*/ 59537 h 952506"/>
                  <a:gd name="connsiteX4" fmla="*/ 914401 w 914401"/>
                  <a:gd name="connsiteY4" fmla="*/ 892963 h 952506"/>
                  <a:gd name="connsiteX5" fmla="*/ 854864 w 914401"/>
                  <a:gd name="connsiteY5" fmla="*/ 952500 h 952506"/>
                  <a:gd name="connsiteX6" fmla="*/ 59537 w 914401"/>
                  <a:gd name="connsiteY6" fmla="*/ 952500 h 952506"/>
                  <a:gd name="connsiteX7" fmla="*/ 0 w 914401"/>
                  <a:gd name="connsiteY7" fmla="*/ 892963 h 952506"/>
                  <a:gd name="connsiteX8" fmla="*/ 0 w 914401"/>
                  <a:gd name="connsiteY8" fmla="*/ 59537 h 952506"/>
                  <a:gd name="connsiteX0" fmla="*/ 0 w 914401"/>
                  <a:gd name="connsiteY0" fmla="*/ 59537 h 952500"/>
                  <a:gd name="connsiteX1" fmla="*/ 59537 w 914401"/>
                  <a:gd name="connsiteY1" fmla="*/ 0 h 952500"/>
                  <a:gd name="connsiteX2" fmla="*/ 854864 w 914401"/>
                  <a:gd name="connsiteY2" fmla="*/ 0 h 952500"/>
                  <a:gd name="connsiteX3" fmla="*/ 914401 w 914401"/>
                  <a:gd name="connsiteY3" fmla="*/ 59537 h 952500"/>
                  <a:gd name="connsiteX4" fmla="*/ 914401 w 914401"/>
                  <a:gd name="connsiteY4" fmla="*/ 892963 h 952500"/>
                  <a:gd name="connsiteX5" fmla="*/ 854864 w 914401"/>
                  <a:gd name="connsiteY5" fmla="*/ 952500 h 952500"/>
                  <a:gd name="connsiteX6" fmla="*/ 71443 w 914401"/>
                  <a:gd name="connsiteY6" fmla="*/ 947738 h 952500"/>
                  <a:gd name="connsiteX7" fmla="*/ 0 w 914401"/>
                  <a:gd name="connsiteY7" fmla="*/ 892963 h 952500"/>
                  <a:gd name="connsiteX8" fmla="*/ 0 w 914401"/>
                  <a:gd name="connsiteY8" fmla="*/ 59537 h 952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14401" h="952500">
                    <a:moveTo>
                      <a:pt x="0" y="59537"/>
                    </a:moveTo>
                    <a:cubicBezTo>
                      <a:pt x="0" y="26656"/>
                      <a:pt x="26656" y="0"/>
                      <a:pt x="59537" y="0"/>
                    </a:cubicBezTo>
                    <a:lnTo>
                      <a:pt x="854864" y="0"/>
                    </a:lnTo>
                    <a:cubicBezTo>
                      <a:pt x="887745" y="0"/>
                      <a:pt x="914401" y="26656"/>
                      <a:pt x="914401" y="59537"/>
                    </a:cubicBezTo>
                    <a:lnTo>
                      <a:pt x="914401" y="892963"/>
                    </a:lnTo>
                    <a:cubicBezTo>
                      <a:pt x="914401" y="925844"/>
                      <a:pt x="887745" y="952500"/>
                      <a:pt x="854864" y="952500"/>
                    </a:cubicBezTo>
                    <a:lnTo>
                      <a:pt x="71443" y="947738"/>
                    </a:lnTo>
                    <a:cubicBezTo>
                      <a:pt x="38562" y="947738"/>
                      <a:pt x="61912" y="954419"/>
                      <a:pt x="0" y="892963"/>
                    </a:cubicBezTo>
                    <a:lnTo>
                      <a:pt x="0" y="59537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sp>
          <p:nvSpPr>
            <p:cNvPr id="809" name="矩形 808"/>
            <p:cNvSpPr/>
            <p:nvPr/>
          </p:nvSpPr>
          <p:spPr>
            <a:xfrm>
              <a:off x="6558770" y="5088444"/>
              <a:ext cx="82521" cy="349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10" name="矩形 809"/>
            <p:cNvSpPr/>
            <p:nvPr/>
          </p:nvSpPr>
          <p:spPr>
            <a:xfrm>
              <a:off x="6676915" y="5087428"/>
              <a:ext cx="82521" cy="36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11" name="矩形 810"/>
            <p:cNvSpPr/>
            <p:nvPr/>
          </p:nvSpPr>
          <p:spPr>
            <a:xfrm>
              <a:off x="6795060" y="5087428"/>
              <a:ext cx="82521" cy="36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12" name="矩形 811"/>
            <p:cNvSpPr/>
            <p:nvPr/>
          </p:nvSpPr>
          <p:spPr>
            <a:xfrm>
              <a:off x="6913206" y="5087428"/>
              <a:ext cx="82521" cy="36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13" name="矩形 812"/>
            <p:cNvSpPr/>
            <p:nvPr/>
          </p:nvSpPr>
          <p:spPr>
            <a:xfrm>
              <a:off x="7273988" y="5088444"/>
              <a:ext cx="82521" cy="349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14" name="矩形 813"/>
            <p:cNvSpPr/>
            <p:nvPr/>
          </p:nvSpPr>
          <p:spPr>
            <a:xfrm>
              <a:off x="7392133" y="5087428"/>
              <a:ext cx="82521" cy="36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15" name="矩形 814"/>
            <p:cNvSpPr/>
            <p:nvPr/>
          </p:nvSpPr>
          <p:spPr>
            <a:xfrm>
              <a:off x="7510278" y="5087428"/>
              <a:ext cx="82521" cy="36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16" name="矩形 815"/>
            <p:cNvSpPr/>
            <p:nvPr/>
          </p:nvSpPr>
          <p:spPr>
            <a:xfrm>
              <a:off x="7628424" y="5087428"/>
              <a:ext cx="82521" cy="36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17" name="矩形 816"/>
            <p:cNvSpPr/>
            <p:nvPr/>
          </p:nvSpPr>
          <p:spPr>
            <a:xfrm>
              <a:off x="6558770" y="6176781"/>
              <a:ext cx="82521" cy="349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18" name="矩形 817"/>
            <p:cNvSpPr/>
            <p:nvPr/>
          </p:nvSpPr>
          <p:spPr>
            <a:xfrm>
              <a:off x="6676915" y="6175765"/>
              <a:ext cx="82521" cy="36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19" name="矩形 818"/>
            <p:cNvSpPr/>
            <p:nvPr/>
          </p:nvSpPr>
          <p:spPr>
            <a:xfrm>
              <a:off x="6795060" y="6175765"/>
              <a:ext cx="82521" cy="36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20" name="矩形 819"/>
            <p:cNvSpPr/>
            <p:nvPr/>
          </p:nvSpPr>
          <p:spPr>
            <a:xfrm>
              <a:off x="6913206" y="6175765"/>
              <a:ext cx="82521" cy="36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21" name="矩形 820"/>
            <p:cNvSpPr/>
            <p:nvPr/>
          </p:nvSpPr>
          <p:spPr>
            <a:xfrm>
              <a:off x="7273988" y="6176781"/>
              <a:ext cx="82521" cy="349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22" name="矩形 821"/>
            <p:cNvSpPr/>
            <p:nvPr/>
          </p:nvSpPr>
          <p:spPr>
            <a:xfrm>
              <a:off x="7392133" y="6175765"/>
              <a:ext cx="82521" cy="3600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23" name="矩形 822"/>
            <p:cNvSpPr/>
            <p:nvPr/>
          </p:nvSpPr>
          <p:spPr>
            <a:xfrm>
              <a:off x="7510278" y="6175765"/>
              <a:ext cx="82521" cy="3600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24" name="矩形 823"/>
            <p:cNvSpPr/>
            <p:nvPr/>
          </p:nvSpPr>
          <p:spPr>
            <a:xfrm>
              <a:off x="7628424" y="6175765"/>
              <a:ext cx="82521" cy="3600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25" name="矩形 824"/>
            <p:cNvSpPr/>
            <p:nvPr/>
          </p:nvSpPr>
          <p:spPr>
            <a:xfrm>
              <a:off x="6556411" y="5081441"/>
              <a:ext cx="82521" cy="34984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26" name="矩形 825"/>
            <p:cNvSpPr/>
            <p:nvPr/>
          </p:nvSpPr>
          <p:spPr>
            <a:xfrm>
              <a:off x="6674557" y="5080425"/>
              <a:ext cx="82521" cy="3600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27" name="矩形 826"/>
            <p:cNvSpPr/>
            <p:nvPr/>
          </p:nvSpPr>
          <p:spPr>
            <a:xfrm>
              <a:off x="6792701" y="5080425"/>
              <a:ext cx="82521" cy="3600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28" name="矩形 827"/>
            <p:cNvSpPr/>
            <p:nvPr/>
          </p:nvSpPr>
          <p:spPr>
            <a:xfrm>
              <a:off x="6910848" y="5080425"/>
              <a:ext cx="82521" cy="3600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29" name="矩形 828"/>
            <p:cNvSpPr/>
            <p:nvPr/>
          </p:nvSpPr>
          <p:spPr>
            <a:xfrm>
              <a:off x="7271630" y="5081441"/>
              <a:ext cx="82521" cy="34984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30" name="矩形 829"/>
            <p:cNvSpPr/>
            <p:nvPr/>
          </p:nvSpPr>
          <p:spPr>
            <a:xfrm>
              <a:off x="7389774" y="5080425"/>
              <a:ext cx="82521" cy="3600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31" name="矩形 830"/>
            <p:cNvSpPr/>
            <p:nvPr/>
          </p:nvSpPr>
          <p:spPr>
            <a:xfrm>
              <a:off x="7507920" y="5080425"/>
              <a:ext cx="82521" cy="3600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32" name="矩形 831"/>
            <p:cNvSpPr/>
            <p:nvPr/>
          </p:nvSpPr>
          <p:spPr>
            <a:xfrm>
              <a:off x="7626066" y="5080425"/>
              <a:ext cx="82521" cy="3600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33" name="矩形 832"/>
            <p:cNvSpPr/>
            <p:nvPr/>
          </p:nvSpPr>
          <p:spPr>
            <a:xfrm>
              <a:off x="6556411" y="6169778"/>
              <a:ext cx="82521" cy="34984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49" name="矩形 848"/>
            <p:cNvSpPr/>
            <p:nvPr/>
          </p:nvSpPr>
          <p:spPr>
            <a:xfrm>
              <a:off x="6674557" y="6168762"/>
              <a:ext cx="82521" cy="3600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50" name="矩形 849"/>
            <p:cNvSpPr/>
            <p:nvPr/>
          </p:nvSpPr>
          <p:spPr>
            <a:xfrm>
              <a:off x="6792701" y="6168762"/>
              <a:ext cx="82521" cy="3600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51" name="矩形 850"/>
            <p:cNvSpPr/>
            <p:nvPr/>
          </p:nvSpPr>
          <p:spPr>
            <a:xfrm>
              <a:off x="6910848" y="6168762"/>
              <a:ext cx="82521" cy="36000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52" name="矩形 851"/>
            <p:cNvSpPr/>
            <p:nvPr/>
          </p:nvSpPr>
          <p:spPr>
            <a:xfrm>
              <a:off x="7271630" y="6169778"/>
              <a:ext cx="82521" cy="34984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856" name="矩形 855"/>
          <p:cNvSpPr/>
          <p:nvPr/>
        </p:nvSpPr>
        <p:spPr>
          <a:xfrm>
            <a:off x="652205" y="5427974"/>
            <a:ext cx="997530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SIP</a:t>
            </a:r>
            <a:endParaRPr lang="zh-TW" altLang="en-US" sz="1200" dirty="0"/>
          </a:p>
        </p:txBody>
      </p:sp>
      <p:grpSp>
        <p:nvGrpSpPr>
          <p:cNvPr id="1382" name="群組 1381"/>
          <p:cNvGrpSpPr/>
          <p:nvPr/>
        </p:nvGrpSpPr>
        <p:grpSpPr>
          <a:xfrm>
            <a:off x="3893075" y="3525895"/>
            <a:ext cx="619246" cy="498244"/>
            <a:chOff x="3893075" y="3525895"/>
            <a:chExt cx="619246" cy="498244"/>
          </a:xfrm>
        </p:grpSpPr>
        <p:sp>
          <p:nvSpPr>
            <p:cNvPr id="798" name="圓角矩形 729">
              <a:extLst>
                <a:ext uri="{FF2B5EF4-FFF2-40B4-BE49-F238E27FC236}">
                  <a16:creationId xmlns:a16="http://schemas.microsoft.com/office/drawing/2014/main" id="{A65A3CD8-FE60-42EA-84ED-1F44B2D2AE11}"/>
                </a:ext>
              </a:extLst>
            </p:cNvPr>
            <p:cNvSpPr/>
            <p:nvPr/>
          </p:nvSpPr>
          <p:spPr>
            <a:xfrm>
              <a:off x="3893075" y="3525895"/>
              <a:ext cx="619246" cy="498244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pic>
          <p:nvPicPr>
            <p:cNvPr id="1381" name="圖片 138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5561" y="3664570"/>
              <a:ext cx="474274" cy="220894"/>
            </a:xfrm>
            <a:prstGeom prst="rect">
              <a:avLst/>
            </a:prstGeom>
          </p:spPr>
        </p:pic>
      </p:grpSp>
      <p:grpSp>
        <p:nvGrpSpPr>
          <p:cNvPr id="1384" name="群組 1383"/>
          <p:cNvGrpSpPr/>
          <p:nvPr/>
        </p:nvGrpSpPr>
        <p:grpSpPr>
          <a:xfrm>
            <a:off x="3893075" y="4834234"/>
            <a:ext cx="619246" cy="498244"/>
            <a:chOff x="3893075" y="4834234"/>
            <a:chExt cx="619246" cy="498244"/>
          </a:xfrm>
        </p:grpSpPr>
        <p:sp>
          <p:nvSpPr>
            <p:cNvPr id="382" name="圓角矩形 729">
              <a:extLst>
                <a:ext uri="{FF2B5EF4-FFF2-40B4-BE49-F238E27FC236}">
                  <a16:creationId xmlns:a16="http://schemas.microsoft.com/office/drawing/2014/main" id="{A65A3CD8-FE60-42EA-84ED-1F44B2D2AE11}"/>
                </a:ext>
              </a:extLst>
            </p:cNvPr>
            <p:cNvSpPr/>
            <p:nvPr/>
          </p:nvSpPr>
          <p:spPr>
            <a:xfrm>
              <a:off x="3893075" y="4834234"/>
              <a:ext cx="619246" cy="498244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pic>
          <p:nvPicPr>
            <p:cNvPr id="1383" name="圖片 138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5098" y="4961877"/>
              <a:ext cx="475200" cy="2429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404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Slot</a:t>
            </a:r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ACE4DEF8-69CC-49F2-851E-680F889DDB00}"/>
              </a:ext>
            </a:extLst>
          </p:cNvPr>
          <p:cNvGrpSpPr>
            <a:grpSpLocks noChangeAspect="1"/>
          </p:cNvGrpSpPr>
          <p:nvPr/>
        </p:nvGrpSpPr>
        <p:grpSpPr>
          <a:xfrm flipV="1">
            <a:off x="487363" y="2030931"/>
            <a:ext cx="1875191" cy="132238"/>
            <a:chOff x="3956870" y="903690"/>
            <a:chExt cx="4594474" cy="324000"/>
          </a:xfrm>
        </p:grpSpPr>
        <p:sp>
          <p:nvSpPr>
            <p:cNvPr id="4" name="圓角矩形 1090">
              <a:extLst>
                <a:ext uri="{FF2B5EF4-FFF2-40B4-BE49-F238E27FC236}">
                  <a16:creationId xmlns:a16="http://schemas.microsoft.com/office/drawing/2014/main" id="{74C62005-70AF-4B7C-90EB-BFBBBA7CA305}"/>
                </a:ext>
              </a:extLst>
            </p:cNvPr>
            <p:cNvSpPr/>
            <p:nvPr/>
          </p:nvSpPr>
          <p:spPr>
            <a:xfrm>
              <a:off x="3956870" y="903690"/>
              <a:ext cx="4594474" cy="32400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90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" name="圓角矩形 1091">
              <a:extLst>
                <a:ext uri="{FF2B5EF4-FFF2-40B4-BE49-F238E27FC236}">
                  <a16:creationId xmlns:a16="http://schemas.microsoft.com/office/drawing/2014/main" id="{4E8B315E-D838-49D3-A289-BD0CAB5708DE}"/>
                </a:ext>
              </a:extLst>
            </p:cNvPr>
            <p:cNvSpPr/>
            <p:nvPr/>
          </p:nvSpPr>
          <p:spPr>
            <a:xfrm>
              <a:off x="4028578" y="989949"/>
              <a:ext cx="852565" cy="144000"/>
            </a:xfrm>
            <a:prstGeom prst="round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" name="圓角矩形 1092">
              <a:extLst>
                <a:ext uri="{FF2B5EF4-FFF2-40B4-BE49-F238E27FC236}">
                  <a16:creationId xmlns:a16="http://schemas.microsoft.com/office/drawing/2014/main" id="{C8AC72B8-8B68-4597-B0FE-E157A0687047}"/>
                </a:ext>
              </a:extLst>
            </p:cNvPr>
            <p:cNvSpPr/>
            <p:nvPr/>
          </p:nvSpPr>
          <p:spPr>
            <a:xfrm>
              <a:off x="4941976" y="993419"/>
              <a:ext cx="3538386" cy="144000"/>
            </a:xfrm>
            <a:prstGeom prst="round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107A8A96-0AF3-40A1-B203-A5E1694DD000}"/>
                </a:ext>
              </a:extLst>
            </p:cNvPr>
            <p:cNvGrpSpPr/>
            <p:nvPr/>
          </p:nvGrpSpPr>
          <p:grpSpPr>
            <a:xfrm>
              <a:off x="4044201" y="923573"/>
              <a:ext cx="4419811" cy="45719"/>
              <a:chOff x="4035696" y="88900"/>
              <a:chExt cx="4419811" cy="108000"/>
            </a:xfrm>
          </p:grpSpPr>
          <p:cxnSp>
            <p:nvCxnSpPr>
              <p:cNvPr id="117" name="直線接點 116">
                <a:extLst>
                  <a:ext uri="{FF2B5EF4-FFF2-40B4-BE49-F238E27FC236}">
                    <a16:creationId xmlns:a16="http://schemas.microsoft.com/office/drawing/2014/main" id="{5D5CD6AC-2655-46BB-8321-ADE7AA8BA805}"/>
                  </a:ext>
                </a:extLst>
              </p:cNvPr>
              <p:cNvCxnSpPr/>
              <p:nvPr/>
            </p:nvCxnSpPr>
            <p:spPr>
              <a:xfrm>
                <a:off x="407569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線接點 117">
                <a:extLst>
                  <a:ext uri="{FF2B5EF4-FFF2-40B4-BE49-F238E27FC236}">
                    <a16:creationId xmlns:a16="http://schemas.microsoft.com/office/drawing/2014/main" id="{9B26461B-F7CE-47B0-B849-B81F8E971BB3}"/>
                  </a:ext>
                </a:extLst>
              </p:cNvPr>
              <p:cNvCxnSpPr/>
              <p:nvPr/>
            </p:nvCxnSpPr>
            <p:spPr>
              <a:xfrm>
                <a:off x="415832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線接點 118">
                <a:extLst>
                  <a:ext uri="{FF2B5EF4-FFF2-40B4-BE49-F238E27FC236}">
                    <a16:creationId xmlns:a16="http://schemas.microsoft.com/office/drawing/2014/main" id="{7A0B8EA4-8084-43FB-9ED5-22CC816EDAB1}"/>
                  </a:ext>
                </a:extLst>
              </p:cNvPr>
              <p:cNvCxnSpPr/>
              <p:nvPr/>
            </p:nvCxnSpPr>
            <p:spPr>
              <a:xfrm>
                <a:off x="424096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直線接點 119">
                <a:extLst>
                  <a:ext uri="{FF2B5EF4-FFF2-40B4-BE49-F238E27FC236}">
                    <a16:creationId xmlns:a16="http://schemas.microsoft.com/office/drawing/2014/main" id="{5DF7BBF2-789B-41E6-B423-7FA12122A500}"/>
                  </a:ext>
                </a:extLst>
              </p:cNvPr>
              <p:cNvCxnSpPr/>
              <p:nvPr/>
            </p:nvCxnSpPr>
            <p:spPr>
              <a:xfrm>
                <a:off x="432360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線接點 120">
                <a:extLst>
                  <a:ext uri="{FF2B5EF4-FFF2-40B4-BE49-F238E27FC236}">
                    <a16:creationId xmlns:a16="http://schemas.microsoft.com/office/drawing/2014/main" id="{EBA7260F-A5C1-42C1-B42F-D80D192BFA3C}"/>
                  </a:ext>
                </a:extLst>
              </p:cNvPr>
              <p:cNvCxnSpPr/>
              <p:nvPr/>
            </p:nvCxnSpPr>
            <p:spPr>
              <a:xfrm>
                <a:off x="457151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直線接點 121">
                <a:extLst>
                  <a:ext uri="{FF2B5EF4-FFF2-40B4-BE49-F238E27FC236}">
                    <a16:creationId xmlns:a16="http://schemas.microsoft.com/office/drawing/2014/main" id="{277348F8-1238-4A9F-A653-E4EFDDAEAA0D}"/>
                  </a:ext>
                </a:extLst>
              </p:cNvPr>
              <p:cNvCxnSpPr/>
              <p:nvPr/>
            </p:nvCxnSpPr>
            <p:spPr>
              <a:xfrm>
                <a:off x="481943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接點 122">
                <a:extLst>
                  <a:ext uri="{FF2B5EF4-FFF2-40B4-BE49-F238E27FC236}">
                    <a16:creationId xmlns:a16="http://schemas.microsoft.com/office/drawing/2014/main" id="{AAAEBD21-6DFF-4478-8B47-45D447E66590}"/>
                  </a:ext>
                </a:extLst>
              </p:cNvPr>
              <p:cNvCxnSpPr/>
              <p:nvPr/>
            </p:nvCxnSpPr>
            <p:spPr>
              <a:xfrm>
                <a:off x="506734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線接點 123">
                <a:extLst>
                  <a:ext uri="{FF2B5EF4-FFF2-40B4-BE49-F238E27FC236}">
                    <a16:creationId xmlns:a16="http://schemas.microsoft.com/office/drawing/2014/main" id="{0CA3056E-2ABB-4F09-804B-A691E7084724}"/>
                  </a:ext>
                </a:extLst>
              </p:cNvPr>
              <p:cNvCxnSpPr/>
              <p:nvPr/>
            </p:nvCxnSpPr>
            <p:spPr>
              <a:xfrm>
                <a:off x="539789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線接點 124">
                <a:extLst>
                  <a:ext uri="{FF2B5EF4-FFF2-40B4-BE49-F238E27FC236}">
                    <a16:creationId xmlns:a16="http://schemas.microsoft.com/office/drawing/2014/main" id="{D4EBF0F4-45B3-43E5-8671-E825EA5D05ED}"/>
                  </a:ext>
                </a:extLst>
              </p:cNvPr>
              <p:cNvCxnSpPr/>
              <p:nvPr/>
            </p:nvCxnSpPr>
            <p:spPr>
              <a:xfrm>
                <a:off x="440624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線接點 125">
                <a:extLst>
                  <a:ext uri="{FF2B5EF4-FFF2-40B4-BE49-F238E27FC236}">
                    <a16:creationId xmlns:a16="http://schemas.microsoft.com/office/drawing/2014/main" id="{39E269ED-F0C0-4091-90D5-85072580B461}"/>
                  </a:ext>
                </a:extLst>
              </p:cNvPr>
              <p:cNvCxnSpPr/>
              <p:nvPr/>
            </p:nvCxnSpPr>
            <p:spPr>
              <a:xfrm>
                <a:off x="465415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線接點 126">
                <a:extLst>
                  <a:ext uri="{FF2B5EF4-FFF2-40B4-BE49-F238E27FC236}">
                    <a16:creationId xmlns:a16="http://schemas.microsoft.com/office/drawing/2014/main" id="{BDF91738-3E7F-48A7-B6F7-360E90EC8620}"/>
                  </a:ext>
                </a:extLst>
              </p:cNvPr>
              <p:cNvCxnSpPr/>
              <p:nvPr/>
            </p:nvCxnSpPr>
            <p:spPr>
              <a:xfrm>
                <a:off x="490207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直線接點 127">
                <a:extLst>
                  <a:ext uri="{FF2B5EF4-FFF2-40B4-BE49-F238E27FC236}">
                    <a16:creationId xmlns:a16="http://schemas.microsoft.com/office/drawing/2014/main" id="{B888BB89-4E51-4BE2-9EB6-79E67C165D9C}"/>
                  </a:ext>
                </a:extLst>
              </p:cNvPr>
              <p:cNvCxnSpPr/>
              <p:nvPr/>
            </p:nvCxnSpPr>
            <p:spPr>
              <a:xfrm>
                <a:off x="514998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線接點 128">
                <a:extLst>
                  <a:ext uri="{FF2B5EF4-FFF2-40B4-BE49-F238E27FC236}">
                    <a16:creationId xmlns:a16="http://schemas.microsoft.com/office/drawing/2014/main" id="{04641010-1F0B-4BD6-86ED-5C0EA2C35A14}"/>
                  </a:ext>
                </a:extLst>
              </p:cNvPr>
              <p:cNvCxnSpPr/>
              <p:nvPr/>
            </p:nvCxnSpPr>
            <p:spPr>
              <a:xfrm>
                <a:off x="531526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接點 129">
                <a:extLst>
                  <a:ext uri="{FF2B5EF4-FFF2-40B4-BE49-F238E27FC236}">
                    <a16:creationId xmlns:a16="http://schemas.microsoft.com/office/drawing/2014/main" id="{D5901270-C88A-406E-B7C3-7A3276FDED51}"/>
                  </a:ext>
                </a:extLst>
              </p:cNvPr>
              <p:cNvCxnSpPr/>
              <p:nvPr/>
            </p:nvCxnSpPr>
            <p:spPr>
              <a:xfrm>
                <a:off x="556317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線接點 130">
                <a:extLst>
                  <a:ext uri="{FF2B5EF4-FFF2-40B4-BE49-F238E27FC236}">
                    <a16:creationId xmlns:a16="http://schemas.microsoft.com/office/drawing/2014/main" id="{100732EB-A35A-4ECE-8F22-39FF40A8034E}"/>
                  </a:ext>
                </a:extLst>
              </p:cNvPr>
              <p:cNvCxnSpPr/>
              <p:nvPr/>
            </p:nvCxnSpPr>
            <p:spPr>
              <a:xfrm>
                <a:off x="572845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線接點 131">
                <a:extLst>
                  <a:ext uri="{FF2B5EF4-FFF2-40B4-BE49-F238E27FC236}">
                    <a16:creationId xmlns:a16="http://schemas.microsoft.com/office/drawing/2014/main" id="{1F55DCC0-0C86-4669-B73A-91258D47E3F9}"/>
                  </a:ext>
                </a:extLst>
              </p:cNvPr>
              <p:cNvCxnSpPr/>
              <p:nvPr/>
            </p:nvCxnSpPr>
            <p:spPr>
              <a:xfrm>
                <a:off x="581108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線接點 132">
                <a:extLst>
                  <a:ext uri="{FF2B5EF4-FFF2-40B4-BE49-F238E27FC236}">
                    <a16:creationId xmlns:a16="http://schemas.microsoft.com/office/drawing/2014/main" id="{572CE8AD-5B51-4189-BB55-A7DA336C2F0C}"/>
                  </a:ext>
                </a:extLst>
              </p:cNvPr>
              <p:cNvCxnSpPr/>
              <p:nvPr/>
            </p:nvCxnSpPr>
            <p:spPr>
              <a:xfrm>
                <a:off x="597636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線接點 133">
                <a:extLst>
                  <a:ext uri="{FF2B5EF4-FFF2-40B4-BE49-F238E27FC236}">
                    <a16:creationId xmlns:a16="http://schemas.microsoft.com/office/drawing/2014/main" id="{9A8A8631-CDA8-407A-943C-D2DC57DB673D}"/>
                  </a:ext>
                </a:extLst>
              </p:cNvPr>
              <p:cNvCxnSpPr/>
              <p:nvPr/>
            </p:nvCxnSpPr>
            <p:spPr>
              <a:xfrm>
                <a:off x="614164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線接點 134">
                <a:extLst>
                  <a:ext uri="{FF2B5EF4-FFF2-40B4-BE49-F238E27FC236}">
                    <a16:creationId xmlns:a16="http://schemas.microsoft.com/office/drawing/2014/main" id="{940A0FDC-5AC3-4118-B99C-19975B70FAE4}"/>
                  </a:ext>
                </a:extLst>
              </p:cNvPr>
              <p:cNvCxnSpPr/>
              <p:nvPr/>
            </p:nvCxnSpPr>
            <p:spPr>
              <a:xfrm>
                <a:off x="622427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接點 135">
                <a:extLst>
                  <a:ext uri="{FF2B5EF4-FFF2-40B4-BE49-F238E27FC236}">
                    <a16:creationId xmlns:a16="http://schemas.microsoft.com/office/drawing/2014/main" id="{CABB45EB-E302-4F4A-B02C-6E57F5C54059}"/>
                  </a:ext>
                </a:extLst>
              </p:cNvPr>
              <p:cNvCxnSpPr/>
              <p:nvPr/>
            </p:nvCxnSpPr>
            <p:spPr>
              <a:xfrm>
                <a:off x="647219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線接點 136">
                <a:extLst>
                  <a:ext uri="{FF2B5EF4-FFF2-40B4-BE49-F238E27FC236}">
                    <a16:creationId xmlns:a16="http://schemas.microsoft.com/office/drawing/2014/main" id="{92396FC9-E6B3-4C07-ACAE-30E47E2DB55A}"/>
                  </a:ext>
                </a:extLst>
              </p:cNvPr>
              <p:cNvCxnSpPr/>
              <p:nvPr/>
            </p:nvCxnSpPr>
            <p:spPr>
              <a:xfrm>
                <a:off x="663746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線接點 137">
                <a:extLst>
                  <a:ext uri="{FF2B5EF4-FFF2-40B4-BE49-F238E27FC236}">
                    <a16:creationId xmlns:a16="http://schemas.microsoft.com/office/drawing/2014/main" id="{88EE115C-D852-49EC-9309-151187F6DA8E}"/>
                  </a:ext>
                </a:extLst>
              </p:cNvPr>
              <p:cNvCxnSpPr/>
              <p:nvPr/>
            </p:nvCxnSpPr>
            <p:spPr>
              <a:xfrm>
                <a:off x="680274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線接點 138">
                <a:extLst>
                  <a:ext uri="{FF2B5EF4-FFF2-40B4-BE49-F238E27FC236}">
                    <a16:creationId xmlns:a16="http://schemas.microsoft.com/office/drawing/2014/main" id="{6B5E1CA6-B647-4E4B-8E48-3DFBB13DCB83}"/>
                  </a:ext>
                </a:extLst>
              </p:cNvPr>
              <p:cNvCxnSpPr/>
              <p:nvPr/>
            </p:nvCxnSpPr>
            <p:spPr>
              <a:xfrm>
                <a:off x="696802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直線接點 139">
                <a:extLst>
                  <a:ext uri="{FF2B5EF4-FFF2-40B4-BE49-F238E27FC236}">
                    <a16:creationId xmlns:a16="http://schemas.microsoft.com/office/drawing/2014/main" id="{1049996A-8D76-4E1E-BC16-F4F01E89D551}"/>
                  </a:ext>
                </a:extLst>
              </p:cNvPr>
              <p:cNvCxnSpPr/>
              <p:nvPr/>
            </p:nvCxnSpPr>
            <p:spPr>
              <a:xfrm>
                <a:off x="713329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線接點 140">
                <a:extLst>
                  <a:ext uri="{FF2B5EF4-FFF2-40B4-BE49-F238E27FC236}">
                    <a16:creationId xmlns:a16="http://schemas.microsoft.com/office/drawing/2014/main" id="{84F7FACF-1C9C-4F26-B316-906858335021}"/>
                  </a:ext>
                </a:extLst>
              </p:cNvPr>
              <p:cNvCxnSpPr/>
              <p:nvPr/>
            </p:nvCxnSpPr>
            <p:spPr>
              <a:xfrm>
                <a:off x="729857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線接點 141">
                <a:extLst>
                  <a:ext uri="{FF2B5EF4-FFF2-40B4-BE49-F238E27FC236}">
                    <a16:creationId xmlns:a16="http://schemas.microsoft.com/office/drawing/2014/main" id="{B5C8D1BA-1C7B-4344-A2CE-5E87005A13D1}"/>
                  </a:ext>
                </a:extLst>
              </p:cNvPr>
              <p:cNvCxnSpPr/>
              <p:nvPr/>
            </p:nvCxnSpPr>
            <p:spPr>
              <a:xfrm>
                <a:off x="746384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線接點 142">
                <a:extLst>
                  <a:ext uri="{FF2B5EF4-FFF2-40B4-BE49-F238E27FC236}">
                    <a16:creationId xmlns:a16="http://schemas.microsoft.com/office/drawing/2014/main" id="{C5876F80-46A9-4D9C-BC3C-1A3B72833810}"/>
                  </a:ext>
                </a:extLst>
              </p:cNvPr>
              <p:cNvCxnSpPr/>
              <p:nvPr/>
            </p:nvCxnSpPr>
            <p:spPr>
              <a:xfrm>
                <a:off x="762912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線接點 143">
                <a:extLst>
                  <a:ext uri="{FF2B5EF4-FFF2-40B4-BE49-F238E27FC236}">
                    <a16:creationId xmlns:a16="http://schemas.microsoft.com/office/drawing/2014/main" id="{57DC573E-AE94-46C7-9C83-F31DCF361A7C}"/>
                  </a:ext>
                </a:extLst>
              </p:cNvPr>
              <p:cNvCxnSpPr/>
              <p:nvPr/>
            </p:nvCxnSpPr>
            <p:spPr>
              <a:xfrm>
                <a:off x="779440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線接點 144">
                <a:extLst>
                  <a:ext uri="{FF2B5EF4-FFF2-40B4-BE49-F238E27FC236}">
                    <a16:creationId xmlns:a16="http://schemas.microsoft.com/office/drawing/2014/main" id="{211A2F61-F5B5-4A45-AC74-BB540235C2A2}"/>
                  </a:ext>
                </a:extLst>
              </p:cNvPr>
              <p:cNvCxnSpPr/>
              <p:nvPr/>
            </p:nvCxnSpPr>
            <p:spPr>
              <a:xfrm>
                <a:off x="795967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線接點 145">
                <a:extLst>
                  <a:ext uri="{FF2B5EF4-FFF2-40B4-BE49-F238E27FC236}">
                    <a16:creationId xmlns:a16="http://schemas.microsoft.com/office/drawing/2014/main" id="{13C73297-3652-4BB9-8A89-0CED6982AFB6}"/>
                  </a:ext>
                </a:extLst>
              </p:cNvPr>
              <p:cNvCxnSpPr/>
              <p:nvPr/>
            </p:nvCxnSpPr>
            <p:spPr>
              <a:xfrm>
                <a:off x="812495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線接點 146">
                <a:extLst>
                  <a:ext uri="{FF2B5EF4-FFF2-40B4-BE49-F238E27FC236}">
                    <a16:creationId xmlns:a16="http://schemas.microsoft.com/office/drawing/2014/main" id="{BCEC7F38-2187-47B4-AE89-1B24135CA915}"/>
                  </a:ext>
                </a:extLst>
              </p:cNvPr>
              <p:cNvCxnSpPr/>
              <p:nvPr/>
            </p:nvCxnSpPr>
            <p:spPr>
              <a:xfrm>
                <a:off x="787703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線接點 147">
                <a:extLst>
                  <a:ext uri="{FF2B5EF4-FFF2-40B4-BE49-F238E27FC236}">
                    <a16:creationId xmlns:a16="http://schemas.microsoft.com/office/drawing/2014/main" id="{DF5A9A65-004F-42BE-BD75-677C940F640C}"/>
                  </a:ext>
                </a:extLst>
              </p:cNvPr>
              <p:cNvCxnSpPr/>
              <p:nvPr/>
            </p:nvCxnSpPr>
            <p:spPr>
              <a:xfrm>
                <a:off x="804231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線接點 148">
                <a:extLst>
                  <a:ext uri="{FF2B5EF4-FFF2-40B4-BE49-F238E27FC236}">
                    <a16:creationId xmlns:a16="http://schemas.microsoft.com/office/drawing/2014/main" id="{B01744EA-DEE8-4C41-A51D-163FBB9CD51E}"/>
                  </a:ext>
                </a:extLst>
              </p:cNvPr>
              <p:cNvCxnSpPr/>
              <p:nvPr/>
            </p:nvCxnSpPr>
            <p:spPr>
              <a:xfrm>
                <a:off x="820759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線接點 149">
                <a:extLst>
                  <a:ext uri="{FF2B5EF4-FFF2-40B4-BE49-F238E27FC236}">
                    <a16:creationId xmlns:a16="http://schemas.microsoft.com/office/drawing/2014/main" id="{6EABA864-F52F-4C56-B8F2-2D37358CAAF6}"/>
                  </a:ext>
                </a:extLst>
              </p:cNvPr>
              <p:cNvCxnSpPr/>
              <p:nvPr/>
            </p:nvCxnSpPr>
            <p:spPr>
              <a:xfrm>
                <a:off x="829022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線接點 150">
                <a:extLst>
                  <a:ext uri="{FF2B5EF4-FFF2-40B4-BE49-F238E27FC236}">
                    <a16:creationId xmlns:a16="http://schemas.microsoft.com/office/drawing/2014/main" id="{DD9ACDED-7099-4D4F-B783-BE42843D96A7}"/>
                  </a:ext>
                </a:extLst>
              </p:cNvPr>
              <p:cNvCxnSpPr/>
              <p:nvPr/>
            </p:nvCxnSpPr>
            <p:spPr>
              <a:xfrm>
                <a:off x="837286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線接點 151">
                <a:extLst>
                  <a:ext uri="{FF2B5EF4-FFF2-40B4-BE49-F238E27FC236}">
                    <a16:creationId xmlns:a16="http://schemas.microsoft.com/office/drawing/2014/main" id="{1AC76032-E4A4-4DAF-AB25-7E9668847730}"/>
                  </a:ext>
                </a:extLst>
              </p:cNvPr>
              <p:cNvCxnSpPr/>
              <p:nvPr/>
            </p:nvCxnSpPr>
            <p:spPr>
              <a:xfrm>
                <a:off x="8455507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直線接點 152">
                <a:extLst>
                  <a:ext uri="{FF2B5EF4-FFF2-40B4-BE49-F238E27FC236}">
                    <a16:creationId xmlns:a16="http://schemas.microsoft.com/office/drawing/2014/main" id="{487E54BC-6F42-497C-87A6-0567E47F90A0}"/>
                  </a:ext>
                </a:extLst>
              </p:cNvPr>
              <p:cNvCxnSpPr/>
              <p:nvPr/>
            </p:nvCxnSpPr>
            <p:spPr>
              <a:xfrm>
                <a:off x="688538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直線接點 153">
                <a:extLst>
                  <a:ext uri="{FF2B5EF4-FFF2-40B4-BE49-F238E27FC236}">
                    <a16:creationId xmlns:a16="http://schemas.microsoft.com/office/drawing/2014/main" id="{C24A8B6A-3596-4F0E-BF3F-92D171E0EF40}"/>
                  </a:ext>
                </a:extLst>
              </p:cNvPr>
              <p:cNvCxnSpPr/>
              <p:nvPr/>
            </p:nvCxnSpPr>
            <p:spPr>
              <a:xfrm>
                <a:off x="705065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線接點 154">
                <a:extLst>
                  <a:ext uri="{FF2B5EF4-FFF2-40B4-BE49-F238E27FC236}">
                    <a16:creationId xmlns:a16="http://schemas.microsoft.com/office/drawing/2014/main" id="{965C92D0-83E8-42EB-9869-80246932F44E}"/>
                  </a:ext>
                </a:extLst>
              </p:cNvPr>
              <p:cNvCxnSpPr/>
              <p:nvPr/>
            </p:nvCxnSpPr>
            <p:spPr>
              <a:xfrm>
                <a:off x="721593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線接點 155">
                <a:extLst>
                  <a:ext uri="{FF2B5EF4-FFF2-40B4-BE49-F238E27FC236}">
                    <a16:creationId xmlns:a16="http://schemas.microsoft.com/office/drawing/2014/main" id="{61CCA645-DC91-4533-AF81-3E628B4D2FAF}"/>
                  </a:ext>
                </a:extLst>
              </p:cNvPr>
              <p:cNvCxnSpPr/>
              <p:nvPr/>
            </p:nvCxnSpPr>
            <p:spPr>
              <a:xfrm>
                <a:off x="738121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線接點 156">
                <a:extLst>
                  <a:ext uri="{FF2B5EF4-FFF2-40B4-BE49-F238E27FC236}">
                    <a16:creationId xmlns:a16="http://schemas.microsoft.com/office/drawing/2014/main" id="{23A13370-E158-4389-84C1-9971387066D9}"/>
                  </a:ext>
                </a:extLst>
              </p:cNvPr>
              <p:cNvCxnSpPr/>
              <p:nvPr/>
            </p:nvCxnSpPr>
            <p:spPr>
              <a:xfrm>
                <a:off x="754648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線接點 157">
                <a:extLst>
                  <a:ext uri="{FF2B5EF4-FFF2-40B4-BE49-F238E27FC236}">
                    <a16:creationId xmlns:a16="http://schemas.microsoft.com/office/drawing/2014/main" id="{79EB622F-E6A2-4319-A3BA-E2E0B304FC8B}"/>
                  </a:ext>
                </a:extLst>
              </p:cNvPr>
              <p:cNvCxnSpPr/>
              <p:nvPr/>
            </p:nvCxnSpPr>
            <p:spPr>
              <a:xfrm>
                <a:off x="771176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線接點 158">
                <a:extLst>
                  <a:ext uri="{FF2B5EF4-FFF2-40B4-BE49-F238E27FC236}">
                    <a16:creationId xmlns:a16="http://schemas.microsoft.com/office/drawing/2014/main" id="{0E139D12-1D51-41A7-9688-105E798998DE}"/>
                  </a:ext>
                </a:extLst>
              </p:cNvPr>
              <p:cNvCxnSpPr/>
              <p:nvPr/>
            </p:nvCxnSpPr>
            <p:spPr>
              <a:xfrm>
                <a:off x="589372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直線接點 159">
                <a:extLst>
                  <a:ext uri="{FF2B5EF4-FFF2-40B4-BE49-F238E27FC236}">
                    <a16:creationId xmlns:a16="http://schemas.microsoft.com/office/drawing/2014/main" id="{B553409F-A9C6-4C1A-B0BC-28AC44190C3F}"/>
                  </a:ext>
                </a:extLst>
              </p:cNvPr>
              <p:cNvCxnSpPr/>
              <p:nvPr/>
            </p:nvCxnSpPr>
            <p:spPr>
              <a:xfrm>
                <a:off x="605900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線接點 160">
                <a:extLst>
                  <a:ext uri="{FF2B5EF4-FFF2-40B4-BE49-F238E27FC236}">
                    <a16:creationId xmlns:a16="http://schemas.microsoft.com/office/drawing/2014/main" id="{1C5ADF40-855A-4F7E-A564-E3DB8905E915}"/>
                  </a:ext>
                </a:extLst>
              </p:cNvPr>
              <p:cNvCxnSpPr/>
              <p:nvPr/>
            </p:nvCxnSpPr>
            <p:spPr>
              <a:xfrm>
                <a:off x="630691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線接點 161">
                <a:extLst>
                  <a:ext uri="{FF2B5EF4-FFF2-40B4-BE49-F238E27FC236}">
                    <a16:creationId xmlns:a16="http://schemas.microsoft.com/office/drawing/2014/main" id="{854A9732-0A16-46BE-8FA5-007EBAF2DE08}"/>
                  </a:ext>
                </a:extLst>
              </p:cNvPr>
              <p:cNvCxnSpPr/>
              <p:nvPr/>
            </p:nvCxnSpPr>
            <p:spPr>
              <a:xfrm>
                <a:off x="638955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線接點 162">
                <a:extLst>
                  <a:ext uri="{FF2B5EF4-FFF2-40B4-BE49-F238E27FC236}">
                    <a16:creationId xmlns:a16="http://schemas.microsoft.com/office/drawing/2014/main" id="{DE23D57B-E951-43B9-98B6-7AAD8BF8FA86}"/>
                  </a:ext>
                </a:extLst>
              </p:cNvPr>
              <p:cNvCxnSpPr/>
              <p:nvPr/>
            </p:nvCxnSpPr>
            <p:spPr>
              <a:xfrm>
                <a:off x="655483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線接點 163">
                <a:extLst>
                  <a:ext uri="{FF2B5EF4-FFF2-40B4-BE49-F238E27FC236}">
                    <a16:creationId xmlns:a16="http://schemas.microsoft.com/office/drawing/2014/main" id="{C04197B4-CC1A-4A30-AC68-59D94FFB761B}"/>
                  </a:ext>
                </a:extLst>
              </p:cNvPr>
              <p:cNvCxnSpPr/>
              <p:nvPr/>
            </p:nvCxnSpPr>
            <p:spPr>
              <a:xfrm>
                <a:off x="672010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線接點 164">
                <a:extLst>
                  <a:ext uri="{FF2B5EF4-FFF2-40B4-BE49-F238E27FC236}">
                    <a16:creationId xmlns:a16="http://schemas.microsoft.com/office/drawing/2014/main" id="{833B2659-CD69-4A34-80D8-F1B3782A9A4A}"/>
                  </a:ext>
                </a:extLst>
              </p:cNvPr>
              <p:cNvCxnSpPr/>
              <p:nvPr/>
            </p:nvCxnSpPr>
            <p:spPr>
              <a:xfrm>
                <a:off x="448888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線接點 165">
                <a:extLst>
                  <a:ext uri="{FF2B5EF4-FFF2-40B4-BE49-F238E27FC236}">
                    <a16:creationId xmlns:a16="http://schemas.microsoft.com/office/drawing/2014/main" id="{506C163E-35A5-47DE-BA66-10E7B1E19AEC}"/>
                  </a:ext>
                </a:extLst>
              </p:cNvPr>
              <p:cNvCxnSpPr/>
              <p:nvPr/>
            </p:nvCxnSpPr>
            <p:spPr>
              <a:xfrm>
                <a:off x="473679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線接點 166">
                <a:extLst>
                  <a:ext uri="{FF2B5EF4-FFF2-40B4-BE49-F238E27FC236}">
                    <a16:creationId xmlns:a16="http://schemas.microsoft.com/office/drawing/2014/main" id="{3422129B-540A-4ED6-BFAA-753A6ED62D57}"/>
                  </a:ext>
                </a:extLst>
              </p:cNvPr>
              <p:cNvCxnSpPr/>
              <p:nvPr/>
            </p:nvCxnSpPr>
            <p:spPr>
              <a:xfrm>
                <a:off x="498470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直線接點 167">
                <a:extLst>
                  <a:ext uri="{FF2B5EF4-FFF2-40B4-BE49-F238E27FC236}">
                    <a16:creationId xmlns:a16="http://schemas.microsoft.com/office/drawing/2014/main" id="{0FB0A3BA-D536-4BD3-A57A-345D8C2F37C7}"/>
                  </a:ext>
                </a:extLst>
              </p:cNvPr>
              <p:cNvCxnSpPr/>
              <p:nvPr/>
            </p:nvCxnSpPr>
            <p:spPr>
              <a:xfrm>
                <a:off x="523262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線接點 168">
                <a:extLst>
                  <a:ext uri="{FF2B5EF4-FFF2-40B4-BE49-F238E27FC236}">
                    <a16:creationId xmlns:a16="http://schemas.microsoft.com/office/drawing/2014/main" id="{0B777390-652A-44FE-8C2E-911D64272B4B}"/>
                  </a:ext>
                </a:extLst>
              </p:cNvPr>
              <p:cNvCxnSpPr/>
              <p:nvPr/>
            </p:nvCxnSpPr>
            <p:spPr>
              <a:xfrm>
                <a:off x="548053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直線接點 169">
                <a:extLst>
                  <a:ext uri="{FF2B5EF4-FFF2-40B4-BE49-F238E27FC236}">
                    <a16:creationId xmlns:a16="http://schemas.microsoft.com/office/drawing/2014/main" id="{A7136342-6A20-4A88-B900-CBC2005D5743}"/>
                  </a:ext>
                </a:extLst>
              </p:cNvPr>
              <p:cNvCxnSpPr/>
              <p:nvPr/>
            </p:nvCxnSpPr>
            <p:spPr>
              <a:xfrm>
                <a:off x="564581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線接點 170">
                <a:extLst>
                  <a:ext uri="{FF2B5EF4-FFF2-40B4-BE49-F238E27FC236}">
                    <a16:creationId xmlns:a16="http://schemas.microsoft.com/office/drawing/2014/main" id="{264CE1AC-DA2D-488C-8979-4C355F00FF57}"/>
                  </a:ext>
                </a:extLst>
              </p:cNvPr>
              <p:cNvCxnSpPr/>
              <p:nvPr/>
            </p:nvCxnSpPr>
            <p:spPr>
              <a:xfrm>
                <a:off x="403569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直線接點 171">
                <a:extLst>
                  <a:ext uri="{FF2B5EF4-FFF2-40B4-BE49-F238E27FC236}">
                    <a16:creationId xmlns:a16="http://schemas.microsoft.com/office/drawing/2014/main" id="{7C63F736-CD5F-439C-9EA0-6BF7BC9D7503}"/>
                  </a:ext>
                </a:extLst>
              </p:cNvPr>
              <p:cNvCxnSpPr/>
              <p:nvPr/>
            </p:nvCxnSpPr>
            <p:spPr>
              <a:xfrm>
                <a:off x="411833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線接點 172">
                <a:extLst>
                  <a:ext uri="{FF2B5EF4-FFF2-40B4-BE49-F238E27FC236}">
                    <a16:creationId xmlns:a16="http://schemas.microsoft.com/office/drawing/2014/main" id="{3B5752B6-B17D-45CF-BE06-C4CF33B20CD6}"/>
                  </a:ext>
                </a:extLst>
              </p:cNvPr>
              <p:cNvCxnSpPr/>
              <p:nvPr/>
            </p:nvCxnSpPr>
            <p:spPr>
              <a:xfrm>
                <a:off x="420097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直線接點 173">
                <a:extLst>
                  <a:ext uri="{FF2B5EF4-FFF2-40B4-BE49-F238E27FC236}">
                    <a16:creationId xmlns:a16="http://schemas.microsoft.com/office/drawing/2014/main" id="{5E5BC66D-41C2-43BA-8C94-B520F9113C12}"/>
                  </a:ext>
                </a:extLst>
              </p:cNvPr>
              <p:cNvCxnSpPr/>
              <p:nvPr/>
            </p:nvCxnSpPr>
            <p:spPr>
              <a:xfrm>
                <a:off x="428361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直線接點 174">
                <a:extLst>
                  <a:ext uri="{FF2B5EF4-FFF2-40B4-BE49-F238E27FC236}">
                    <a16:creationId xmlns:a16="http://schemas.microsoft.com/office/drawing/2014/main" id="{83C69729-D53D-4D20-9AED-C5F1FF286FC9}"/>
                  </a:ext>
                </a:extLst>
              </p:cNvPr>
              <p:cNvCxnSpPr/>
              <p:nvPr/>
            </p:nvCxnSpPr>
            <p:spPr>
              <a:xfrm>
                <a:off x="453152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線接點 175">
                <a:extLst>
                  <a:ext uri="{FF2B5EF4-FFF2-40B4-BE49-F238E27FC236}">
                    <a16:creationId xmlns:a16="http://schemas.microsoft.com/office/drawing/2014/main" id="{3E99C723-BC28-4F5B-A798-E344E84F8736}"/>
                  </a:ext>
                </a:extLst>
              </p:cNvPr>
              <p:cNvCxnSpPr/>
              <p:nvPr/>
            </p:nvCxnSpPr>
            <p:spPr>
              <a:xfrm>
                <a:off x="477943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線接點 176">
                <a:extLst>
                  <a:ext uri="{FF2B5EF4-FFF2-40B4-BE49-F238E27FC236}">
                    <a16:creationId xmlns:a16="http://schemas.microsoft.com/office/drawing/2014/main" id="{DAB80DBF-82E1-4F39-B3C4-5D47581F6CD2}"/>
                  </a:ext>
                </a:extLst>
              </p:cNvPr>
              <p:cNvCxnSpPr/>
              <p:nvPr/>
            </p:nvCxnSpPr>
            <p:spPr>
              <a:xfrm>
                <a:off x="502735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線接點 177">
                <a:extLst>
                  <a:ext uri="{FF2B5EF4-FFF2-40B4-BE49-F238E27FC236}">
                    <a16:creationId xmlns:a16="http://schemas.microsoft.com/office/drawing/2014/main" id="{1797F263-C575-4607-9B0F-6649C1765765}"/>
                  </a:ext>
                </a:extLst>
              </p:cNvPr>
              <p:cNvCxnSpPr/>
              <p:nvPr/>
            </p:nvCxnSpPr>
            <p:spPr>
              <a:xfrm>
                <a:off x="535790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線接點 178">
                <a:extLst>
                  <a:ext uri="{FF2B5EF4-FFF2-40B4-BE49-F238E27FC236}">
                    <a16:creationId xmlns:a16="http://schemas.microsoft.com/office/drawing/2014/main" id="{23B0B69E-5BF3-44AE-BFD9-B73FFBD4270D}"/>
                  </a:ext>
                </a:extLst>
              </p:cNvPr>
              <p:cNvCxnSpPr/>
              <p:nvPr/>
            </p:nvCxnSpPr>
            <p:spPr>
              <a:xfrm>
                <a:off x="436624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線接點 179">
                <a:extLst>
                  <a:ext uri="{FF2B5EF4-FFF2-40B4-BE49-F238E27FC236}">
                    <a16:creationId xmlns:a16="http://schemas.microsoft.com/office/drawing/2014/main" id="{8C834BCF-9694-45E1-A101-F1E44EBE9693}"/>
                  </a:ext>
                </a:extLst>
              </p:cNvPr>
              <p:cNvCxnSpPr/>
              <p:nvPr/>
            </p:nvCxnSpPr>
            <p:spPr>
              <a:xfrm>
                <a:off x="461416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直線接點 180">
                <a:extLst>
                  <a:ext uri="{FF2B5EF4-FFF2-40B4-BE49-F238E27FC236}">
                    <a16:creationId xmlns:a16="http://schemas.microsoft.com/office/drawing/2014/main" id="{616FB013-CF0F-43EF-97F8-226AF31AC493}"/>
                  </a:ext>
                </a:extLst>
              </p:cNvPr>
              <p:cNvCxnSpPr/>
              <p:nvPr/>
            </p:nvCxnSpPr>
            <p:spPr>
              <a:xfrm>
                <a:off x="486207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線接點 181">
                <a:extLst>
                  <a:ext uri="{FF2B5EF4-FFF2-40B4-BE49-F238E27FC236}">
                    <a16:creationId xmlns:a16="http://schemas.microsoft.com/office/drawing/2014/main" id="{47DC632E-6571-4EF0-8698-EEBB7274C582}"/>
                  </a:ext>
                </a:extLst>
              </p:cNvPr>
              <p:cNvCxnSpPr/>
              <p:nvPr/>
            </p:nvCxnSpPr>
            <p:spPr>
              <a:xfrm>
                <a:off x="510999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線接點 182">
                <a:extLst>
                  <a:ext uri="{FF2B5EF4-FFF2-40B4-BE49-F238E27FC236}">
                    <a16:creationId xmlns:a16="http://schemas.microsoft.com/office/drawing/2014/main" id="{E98493F0-623B-4FA4-BAF0-71E40217E661}"/>
                  </a:ext>
                </a:extLst>
              </p:cNvPr>
              <p:cNvCxnSpPr/>
              <p:nvPr/>
            </p:nvCxnSpPr>
            <p:spPr>
              <a:xfrm>
                <a:off x="527526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線接點 183">
                <a:extLst>
                  <a:ext uri="{FF2B5EF4-FFF2-40B4-BE49-F238E27FC236}">
                    <a16:creationId xmlns:a16="http://schemas.microsoft.com/office/drawing/2014/main" id="{67BA6C0B-B58C-42C2-A610-0FEF1C5CC929}"/>
                  </a:ext>
                </a:extLst>
              </p:cNvPr>
              <p:cNvCxnSpPr/>
              <p:nvPr/>
            </p:nvCxnSpPr>
            <p:spPr>
              <a:xfrm>
                <a:off x="552318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線接點 184">
                <a:extLst>
                  <a:ext uri="{FF2B5EF4-FFF2-40B4-BE49-F238E27FC236}">
                    <a16:creationId xmlns:a16="http://schemas.microsoft.com/office/drawing/2014/main" id="{80B55DEE-B47A-49A3-B551-0217C7EABE7C}"/>
                  </a:ext>
                </a:extLst>
              </p:cNvPr>
              <p:cNvCxnSpPr/>
              <p:nvPr/>
            </p:nvCxnSpPr>
            <p:spPr>
              <a:xfrm>
                <a:off x="568845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線接點 185">
                <a:extLst>
                  <a:ext uri="{FF2B5EF4-FFF2-40B4-BE49-F238E27FC236}">
                    <a16:creationId xmlns:a16="http://schemas.microsoft.com/office/drawing/2014/main" id="{566679B6-7511-42C6-BD2D-7084A809BAB7}"/>
                  </a:ext>
                </a:extLst>
              </p:cNvPr>
              <p:cNvCxnSpPr/>
              <p:nvPr/>
            </p:nvCxnSpPr>
            <p:spPr>
              <a:xfrm>
                <a:off x="577109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線接點 186">
                <a:extLst>
                  <a:ext uri="{FF2B5EF4-FFF2-40B4-BE49-F238E27FC236}">
                    <a16:creationId xmlns:a16="http://schemas.microsoft.com/office/drawing/2014/main" id="{FDE0C7F3-D1A7-4CF8-9C7A-621243257F91}"/>
                  </a:ext>
                </a:extLst>
              </p:cNvPr>
              <p:cNvCxnSpPr/>
              <p:nvPr/>
            </p:nvCxnSpPr>
            <p:spPr>
              <a:xfrm>
                <a:off x="593637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線接點 187">
                <a:extLst>
                  <a:ext uri="{FF2B5EF4-FFF2-40B4-BE49-F238E27FC236}">
                    <a16:creationId xmlns:a16="http://schemas.microsoft.com/office/drawing/2014/main" id="{EA0A139E-5EF8-4506-B882-51660A0E4994}"/>
                  </a:ext>
                </a:extLst>
              </p:cNvPr>
              <p:cNvCxnSpPr/>
              <p:nvPr/>
            </p:nvCxnSpPr>
            <p:spPr>
              <a:xfrm>
                <a:off x="610164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線接點 188">
                <a:extLst>
                  <a:ext uri="{FF2B5EF4-FFF2-40B4-BE49-F238E27FC236}">
                    <a16:creationId xmlns:a16="http://schemas.microsoft.com/office/drawing/2014/main" id="{8E738C81-3B06-49FF-A85E-E513F178F74C}"/>
                  </a:ext>
                </a:extLst>
              </p:cNvPr>
              <p:cNvCxnSpPr/>
              <p:nvPr/>
            </p:nvCxnSpPr>
            <p:spPr>
              <a:xfrm>
                <a:off x="618428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線接點 189">
                <a:extLst>
                  <a:ext uri="{FF2B5EF4-FFF2-40B4-BE49-F238E27FC236}">
                    <a16:creationId xmlns:a16="http://schemas.microsoft.com/office/drawing/2014/main" id="{D37F48E9-4BDA-4E37-9D0A-F9B07C6AB502}"/>
                  </a:ext>
                </a:extLst>
              </p:cNvPr>
              <p:cNvCxnSpPr/>
              <p:nvPr/>
            </p:nvCxnSpPr>
            <p:spPr>
              <a:xfrm>
                <a:off x="643219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線接點 190">
                <a:extLst>
                  <a:ext uri="{FF2B5EF4-FFF2-40B4-BE49-F238E27FC236}">
                    <a16:creationId xmlns:a16="http://schemas.microsoft.com/office/drawing/2014/main" id="{D5C31934-0479-44C7-AC5B-33C741376575}"/>
                  </a:ext>
                </a:extLst>
              </p:cNvPr>
              <p:cNvCxnSpPr/>
              <p:nvPr/>
            </p:nvCxnSpPr>
            <p:spPr>
              <a:xfrm>
                <a:off x="659747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線接點 191">
                <a:extLst>
                  <a:ext uri="{FF2B5EF4-FFF2-40B4-BE49-F238E27FC236}">
                    <a16:creationId xmlns:a16="http://schemas.microsoft.com/office/drawing/2014/main" id="{5D503D13-41B3-495B-93FB-B9ECDD404266}"/>
                  </a:ext>
                </a:extLst>
              </p:cNvPr>
              <p:cNvCxnSpPr/>
              <p:nvPr/>
            </p:nvCxnSpPr>
            <p:spPr>
              <a:xfrm>
                <a:off x="676275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直線接點 192">
                <a:extLst>
                  <a:ext uri="{FF2B5EF4-FFF2-40B4-BE49-F238E27FC236}">
                    <a16:creationId xmlns:a16="http://schemas.microsoft.com/office/drawing/2014/main" id="{83CBD2D7-0808-4933-8B0C-948E457EAE3C}"/>
                  </a:ext>
                </a:extLst>
              </p:cNvPr>
              <p:cNvCxnSpPr/>
              <p:nvPr/>
            </p:nvCxnSpPr>
            <p:spPr>
              <a:xfrm>
                <a:off x="692802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直線接點 193">
                <a:extLst>
                  <a:ext uri="{FF2B5EF4-FFF2-40B4-BE49-F238E27FC236}">
                    <a16:creationId xmlns:a16="http://schemas.microsoft.com/office/drawing/2014/main" id="{DAF6F0C5-FABC-4641-A1FF-5758B1CECF87}"/>
                  </a:ext>
                </a:extLst>
              </p:cNvPr>
              <p:cNvCxnSpPr/>
              <p:nvPr/>
            </p:nvCxnSpPr>
            <p:spPr>
              <a:xfrm>
                <a:off x="709330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直線接點 194">
                <a:extLst>
                  <a:ext uri="{FF2B5EF4-FFF2-40B4-BE49-F238E27FC236}">
                    <a16:creationId xmlns:a16="http://schemas.microsoft.com/office/drawing/2014/main" id="{D985CF53-EA4F-494A-90D1-8D2BCE7C6A0C}"/>
                  </a:ext>
                </a:extLst>
              </p:cNvPr>
              <p:cNvCxnSpPr/>
              <p:nvPr/>
            </p:nvCxnSpPr>
            <p:spPr>
              <a:xfrm>
                <a:off x="725857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線接點 195">
                <a:extLst>
                  <a:ext uri="{FF2B5EF4-FFF2-40B4-BE49-F238E27FC236}">
                    <a16:creationId xmlns:a16="http://schemas.microsoft.com/office/drawing/2014/main" id="{5165F844-3697-4B08-A0F1-5AEB2084AE6E}"/>
                  </a:ext>
                </a:extLst>
              </p:cNvPr>
              <p:cNvCxnSpPr/>
              <p:nvPr/>
            </p:nvCxnSpPr>
            <p:spPr>
              <a:xfrm>
                <a:off x="742385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線接點 196">
                <a:extLst>
                  <a:ext uri="{FF2B5EF4-FFF2-40B4-BE49-F238E27FC236}">
                    <a16:creationId xmlns:a16="http://schemas.microsoft.com/office/drawing/2014/main" id="{97A906CD-568A-4C3F-AD0E-70C7783B41FC}"/>
                  </a:ext>
                </a:extLst>
              </p:cNvPr>
              <p:cNvCxnSpPr/>
              <p:nvPr/>
            </p:nvCxnSpPr>
            <p:spPr>
              <a:xfrm>
                <a:off x="758913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線接點 197">
                <a:extLst>
                  <a:ext uri="{FF2B5EF4-FFF2-40B4-BE49-F238E27FC236}">
                    <a16:creationId xmlns:a16="http://schemas.microsoft.com/office/drawing/2014/main" id="{5BE055DC-8B90-404E-85A9-17D5F4ACBCE4}"/>
                  </a:ext>
                </a:extLst>
              </p:cNvPr>
              <p:cNvCxnSpPr/>
              <p:nvPr/>
            </p:nvCxnSpPr>
            <p:spPr>
              <a:xfrm>
                <a:off x="775440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線接點 198">
                <a:extLst>
                  <a:ext uri="{FF2B5EF4-FFF2-40B4-BE49-F238E27FC236}">
                    <a16:creationId xmlns:a16="http://schemas.microsoft.com/office/drawing/2014/main" id="{4B5456B7-74DA-4E74-8CD9-C9AF5543DD0A}"/>
                  </a:ext>
                </a:extLst>
              </p:cNvPr>
              <p:cNvCxnSpPr/>
              <p:nvPr/>
            </p:nvCxnSpPr>
            <p:spPr>
              <a:xfrm>
                <a:off x="791968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線接點 199">
                <a:extLst>
                  <a:ext uri="{FF2B5EF4-FFF2-40B4-BE49-F238E27FC236}">
                    <a16:creationId xmlns:a16="http://schemas.microsoft.com/office/drawing/2014/main" id="{2BD7D79D-98F3-474C-BAA9-C76492ABCD3D}"/>
                  </a:ext>
                </a:extLst>
              </p:cNvPr>
              <p:cNvCxnSpPr/>
              <p:nvPr/>
            </p:nvCxnSpPr>
            <p:spPr>
              <a:xfrm>
                <a:off x="808495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線接點 200">
                <a:extLst>
                  <a:ext uri="{FF2B5EF4-FFF2-40B4-BE49-F238E27FC236}">
                    <a16:creationId xmlns:a16="http://schemas.microsoft.com/office/drawing/2014/main" id="{BE285EB7-C6A1-4D60-B35F-E3D7FB84014A}"/>
                  </a:ext>
                </a:extLst>
              </p:cNvPr>
              <p:cNvCxnSpPr/>
              <p:nvPr/>
            </p:nvCxnSpPr>
            <p:spPr>
              <a:xfrm>
                <a:off x="783704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線接點 201">
                <a:extLst>
                  <a:ext uri="{FF2B5EF4-FFF2-40B4-BE49-F238E27FC236}">
                    <a16:creationId xmlns:a16="http://schemas.microsoft.com/office/drawing/2014/main" id="{04681345-2BC5-451B-BED9-227FDA9A54AC}"/>
                  </a:ext>
                </a:extLst>
              </p:cNvPr>
              <p:cNvCxnSpPr/>
              <p:nvPr/>
            </p:nvCxnSpPr>
            <p:spPr>
              <a:xfrm>
                <a:off x="800232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線接點 202">
                <a:extLst>
                  <a:ext uri="{FF2B5EF4-FFF2-40B4-BE49-F238E27FC236}">
                    <a16:creationId xmlns:a16="http://schemas.microsoft.com/office/drawing/2014/main" id="{4AC650A8-8A07-4E4D-9D75-CC339F033CB5}"/>
                  </a:ext>
                </a:extLst>
              </p:cNvPr>
              <p:cNvCxnSpPr/>
              <p:nvPr/>
            </p:nvCxnSpPr>
            <p:spPr>
              <a:xfrm>
                <a:off x="816759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線接點 203">
                <a:extLst>
                  <a:ext uri="{FF2B5EF4-FFF2-40B4-BE49-F238E27FC236}">
                    <a16:creationId xmlns:a16="http://schemas.microsoft.com/office/drawing/2014/main" id="{B93F1288-3A6C-4975-BE0E-FADD6B6E9948}"/>
                  </a:ext>
                </a:extLst>
              </p:cNvPr>
              <p:cNvCxnSpPr/>
              <p:nvPr/>
            </p:nvCxnSpPr>
            <p:spPr>
              <a:xfrm>
                <a:off x="825023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線接點 204">
                <a:extLst>
                  <a:ext uri="{FF2B5EF4-FFF2-40B4-BE49-F238E27FC236}">
                    <a16:creationId xmlns:a16="http://schemas.microsoft.com/office/drawing/2014/main" id="{ADE5389B-CB90-4323-9343-863AAD5B67BF}"/>
                  </a:ext>
                </a:extLst>
              </p:cNvPr>
              <p:cNvCxnSpPr/>
              <p:nvPr/>
            </p:nvCxnSpPr>
            <p:spPr>
              <a:xfrm>
                <a:off x="833287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線接點 205">
                <a:extLst>
                  <a:ext uri="{FF2B5EF4-FFF2-40B4-BE49-F238E27FC236}">
                    <a16:creationId xmlns:a16="http://schemas.microsoft.com/office/drawing/2014/main" id="{A1B60732-4C68-42CF-A29A-9573874C48D4}"/>
                  </a:ext>
                </a:extLst>
              </p:cNvPr>
              <p:cNvCxnSpPr/>
              <p:nvPr/>
            </p:nvCxnSpPr>
            <p:spPr>
              <a:xfrm>
                <a:off x="8415513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線接點 206">
                <a:extLst>
                  <a:ext uri="{FF2B5EF4-FFF2-40B4-BE49-F238E27FC236}">
                    <a16:creationId xmlns:a16="http://schemas.microsoft.com/office/drawing/2014/main" id="{0C352AD1-7B4E-4C94-AE6F-B58577291A53}"/>
                  </a:ext>
                </a:extLst>
              </p:cNvPr>
              <p:cNvCxnSpPr/>
              <p:nvPr/>
            </p:nvCxnSpPr>
            <p:spPr>
              <a:xfrm>
                <a:off x="684538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線接點 207">
                <a:extLst>
                  <a:ext uri="{FF2B5EF4-FFF2-40B4-BE49-F238E27FC236}">
                    <a16:creationId xmlns:a16="http://schemas.microsoft.com/office/drawing/2014/main" id="{A68696F6-2F77-4512-8F7A-94D0F746B9A7}"/>
                  </a:ext>
                </a:extLst>
              </p:cNvPr>
              <p:cNvCxnSpPr/>
              <p:nvPr/>
            </p:nvCxnSpPr>
            <p:spPr>
              <a:xfrm>
                <a:off x="701066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線接點 208">
                <a:extLst>
                  <a:ext uri="{FF2B5EF4-FFF2-40B4-BE49-F238E27FC236}">
                    <a16:creationId xmlns:a16="http://schemas.microsoft.com/office/drawing/2014/main" id="{DD1C9042-E305-413A-9A4C-7C31E0E0CDB6}"/>
                  </a:ext>
                </a:extLst>
              </p:cNvPr>
              <p:cNvCxnSpPr/>
              <p:nvPr/>
            </p:nvCxnSpPr>
            <p:spPr>
              <a:xfrm>
                <a:off x="717594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線接點 209">
                <a:extLst>
                  <a:ext uri="{FF2B5EF4-FFF2-40B4-BE49-F238E27FC236}">
                    <a16:creationId xmlns:a16="http://schemas.microsoft.com/office/drawing/2014/main" id="{48001C62-DD81-4546-98B8-D327CDCF98BE}"/>
                  </a:ext>
                </a:extLst>
              </p:cNvPr>
              <p:cNvCxnSpPr/>
              <p:nvPr/>
            </p:nvCxnSpPr>
            <p:spPr>
              <a:xfrm>
                <a:off x="734121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線接點 210">
                <a:extLst>
                  <a:ext uri="{FF2B5EF4-FFF2-40B4-BE49-F238E27FC236}">
                    <a16:creationId xmlns:a16="http://schemas.microsoft.com/office/drawing/2014/main" id="{6F8EBEC3-F9B6-475F-B684-A984495D62BD}"/>
                  </a:ext>
                </a:extLst>
              </p:cNvPr>
              <p:cNvCxnSpPr/>
              <p:nvPr/>
            </p:nvCxnSpPr>
            <p:spPr>
              <a:xfrm>
                <a:off x="750649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直線接點 211">
                <a:extLst>
                  <a:ext uri="{FF2B5EF4-FFF2-40B4-BE49-F238E27FC236}">
                    <a16:creationId xmlns:a16="http://schemas.microsoft.com/office/drawing/2014/main" id="{AF2FD6D5-4A5F-4E86-945F-CACDD7E2DCAA}"/>
                  </a:ext>
                </a:extLst>
              </p:cNvPr>
              <p:cNvCxnSpPr/>
              <p:nvPr/>
            </p:nvCxnSpPr>
            <p:spPr>
              <a:xfrm>
                <a:off x="767176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線接點 212">
                <a:extLst>
                  <a:ext uri="{FF2B5EF4-FFF2-40B4-BE49-F238E27FC236}">
                    <a16:creationId xmlns:a16="http://schemas.microsoft.com/office/drawing/2014/main" id="{29632C80-AEF9-4EC4-85C3-AA1D24122085}"/>
                  </a:ext>
                </a:extLst>
              </p:cNvPr>
              <p:cNvCxnSpPr/>
              <p:nvPr/>
            </p:nvCxnSpPr>
            <p:spPr>
              <a:xfrm>
                <a:off x="585373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線接點 213">
                <a:extLst>
                  <a:ext uri="{FF2B5EF4-FFF2-40B4-BE49-F238E27FC236}">
                    <a16:creationId xmlns:a16="http://schemas.microsoft.com/office/drawing/2014/main" id="{B9C45849-A11C-4113-8E26-A733A8937B29}"/>
                  </a:ext>
                </a:extLst>
              </p:cNvPr>
              <p:cNvCxnSpPr/>
              <p:nvPr/>
            </p:nvCxnSpPr>
            <p:spPr>
              <a:xfrm>
                <a:off x="601900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直線接點 214">
                <a:extLst>
                  <a:ext uri="{FF2B5EF4-FFF2-40B4-BE49-F238E27FC236}">
                    <a16:creationId xmlns:a16="http://schemas.microsoft.com/office/drawing/2014/main" id="{E3F4EFD1-73AB-4823-9597-BCDF8C52E005}"/>
                  </a:ext>
                </a:extLst>
              </p:cNvPr>
              <p:cNvCxnSpPr/>
              <p:nvPr/>
            </p:nvCxnSpPr>
            <p:spPr>
              <a:xfrm>
                <a:off x="626692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線接點 215">
                <a:extLst>
                  <a:ext uri="{FF2B5EF4-FFF2-40B4-BE49-F238E27FC236}">
                    <a16:creationId xmlns:a16="http://schemas.microsoft.com/office/drawing/2014/main" id="{FB98D6ED-FDF8-4A24-8C03-74C5F8BCCD2E}"/>
                  </a:ext>
                </a:extLst>
              </p:cNvPr>
              <p:cNvCxnSpPr/>
              <p:nvPr/>
            </p:nvCxnSpPr>
            <p:spPr>
              <a:xfrm>
                <a:off x="634956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直線接點 216">
                <a:extLst>
                  <a:ext uri="{FF2B5EF4-FFF2-40B4-BE49-F238E27FC236}">
                    <a16:creationId xmlns:a16="http://schemas.microsoft.com/office/drawing/2014/main" id="{0C0D9967-65C4-4217-92C9-97FB12F7883B}"/>
                  </a:ext>
                </a:extLst>
              </p:cNvPr>
              <p:cNvCxnSpPr/>
              <p:nvPr/>
            </p:nvCxnSpPr>
            <p:spPr>
              <a:xfrm>
                <a:off x="651483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線接點 217">
                <a:extLst>
                  <a:ext uri="{FF2B5EF4-FFF2-40B4-BE49-F238E27FC236}">
                    <a16:creationId xmlns:a16="http://schemas.microsoft.com/office/drawing/2014/main" id="{2B3B6A49-94E0-4684-A864-A37D23DF56FE}"/>
                  </a:ext>
                </a:extLst>
              </p:cNvPr>
              <p:cNvCxnSpPr/>
              <p:nvPr/>
            </p:nvCxnSpPr>
            <p:spPr>
              <a:xfrm>
                <a:off x="668011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直線接點 218">
                <a:extLst>
                  <a:ext uri="{FF2B5EF4-FFF2-40B4-BE49-F238E27FC236}">
                    <a16:creationId xmlns:a16="http://schemas.microsoft.com/office/drawing/2014/main" id="{807E4A9D-9247-47C3-ADB9-4701D06B5A92}"/>
                  </a:ext>
                </a:extLst>
              </p:cNvPr>
              <p:cNvCxnSpPr/>
              <p:nvPr/>
            </p:nvCxnSpPr>
            <p:spPr>
              <a:xfrm>
                <a:off x="444888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線接點 219">
                <a:extLst>
                  <a:ext uri="{FF2B5EF4-FFF2-40B4-BE49-F238E27FC236}">
                    <a16:creationId xmlns:a16="http://schemas.microsoft.com/office/drawing/2014/main" id="{3FF2CBA0-08F9-4F5E-A06F-60C22F601491}"/>
                  </a:ext>
                </a:extLst>
              </p:cNvPr>
              <p:cNvCxnSpPr/>
              <p:nvPr/>
            </p:nvCxnSpPr>
            <p:spPr>
              <a:xfrm>
                <a:off x="469680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線接點 220">
                <a:extLst>
                  <a:ext uri="{FF2B5EF4-FFF2-40B4-BE49-F238E27FC236}">
                    <a16:creationId xmlns:a16="http://schemas.microsoft.com/office/drawing/2014/main" id="{60DC9B76-371E-4C7B-A17D-2D58A8374DF8}"/>
                  </a:ext>
                </a:extLst>
              </p:cNvPr>
              <p:cNvCxnSpPr/>
              <p:nvPr/>
            </p:nvCxnSpPr>
            <p:spPr>
              <a:xfrm>
                <a:off x="494471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直線接點 221">
                <a:extLst>
                  <a:ext uri="{FF2B5EF4-FFF2-40B4-BE49-F238E27FC236}">
                    <a16:creationId xmlns:a16="http://schemas.microsoft.com/office/drawing/2014/main" id="{D9B228E9-05A5-4B2C-AB47-85FAC022F537}"/>
                  </a:ext>
                </a:extLst>
              </p:cNvPr>
              <p:cNvCxnSpPr/>
              <p:nvPr/>
            </p:nvCxnSpPr>
            <p:spPr>
              <a:xfrm>
                <a:off x="519262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直線接點 222">
                <a:extLst>
                  <a:ext uri="{FF2B5EF4-FFF2-40B4-BE49-F238E27FC236}">
                    <a16:creationId xmlns:a16="http://schemas.microsoft.com/office/drawing/2014/main" id="{B7111B30-F1A7-41C4-825D-34CA7C56EA3F}"/>
                  </a:ext>
                </a:extLst>
              </p:cNvPr>
              <p:cNvCxnSpPr/>
              <p:nvPr/>
            </p:nvCxnSpPr>
            <p:spPr>
              <a:xfrm>
                <a:off x="544054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直線接點 223">
                <a:extLst>
                  <a:ext uri="{FF2B5EF4-FFF2-40B4-BE49-F238E27FC236}">
                    <a16:creationId xmlns:a16="http://schemas.microsoft.com/office/drawing/2014/main" id="{A4EF8091-C88B-4898-9F67-1D5D448BD6EA}"/>
                  </a:ext>
                </a:extLst>
              </p:cNvPr>
              <p:cNvCxnSpPr/>
              <p:nvPr/>
            </p:nvCxnSpPr>
            <p:spPr>
              <a:xfrm>
                <a:off x="560581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F77D1206-51F7-4E34-8FCB-F2EFA021E805}"/>
                </a:ext>
              </a:extLst>
            </p:cNvPr>
            <p:cNvGrpSpPr/>
            <p:nvPr/>
          </p:nvGrpSpPr>
          <p:grpSpPr>
            <a:xfrm>
              <a:off x="4047905" y="1163593"/>
              <a:ext cx="4419811" cy="45719"/>
              <a:chOff x="4035696" y="88900"/>
              <a:chExt cx="4419811" cy="108000"/>
            </a:xfrm>
          </p:grpSpPr>
          <p:cxnSp>
            <p:nvCxnSpPr>
              <p:cNvPr id="9" name="直線接點 8">
                <a:extLst>
                  <a:ext uri="{FF2B5EF4-FFF2-40B4-BE49-F238E27FC236}">
                    <a16:creationId xmlns:a16="http://schemas.microsoft.com/office/drawing/2014/main" id="{C98EB63D-65A8-4ACD-ADBA-6920EB2788F6}"/>
                  </a:ext>
                </a:extLst>
              </p:cNvPr>
              <p:cNvCxnSpPr/>
              <p:nvPr/>
            </p:nvCxnSpPr>
            <p:spPr>
              <a:xfrm>
                <a:off x="407569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線接點 9">
                <a:extLst>
                  <a:ext uri="{FF2B5EF4-FFF2-40B4-BE49-F238E27FC236}">
                    <a16:creationId xmlns:a16="http://schemas.microsoft.com/office/drawing/2014/main" id="{6F4F3526-3883-4B63-A21A-06651017C6CE}"/>
                  </a:ext>
                </a:extLst>
              </p:cNvPr>
              <p:cNvCxnSpPr/>
              <p:nvPr/>
            </p:nvCxnSpPr>
            <p:spPr>
              <a:xfrm>
                <a:off x="415832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接點 10">
                <a:extLst>
                  <a:ext uri="{FF2B5EF4-FFF2-40B4-BE49-F238E27FC236}">
                    <a16:creationId xmlns:a16="http://schemas.microsoft.com/office/drawing/2014/main" id="{0445B2CE-DDE9-4C60-A818-C49545076F9A}"/>
                  </a:ext>
                </a:extLst>
              </p:cNvPr>
              <p:cNvCxnSpPr/>
              <p:nvPr/>
            </p:nvCxnSpPr>
            <p:spPr>
              <a:xfrm>
                <a:off x="424096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線接點 11">
                <a:extLst>
                  <a:ext uri="{FF2B5EF4-FFF2-40B4-BE49-F238E27FC236}">
                    <a16:creationId xmlns:a16="http://schemas.microsoft.com/office/drawing/2014/main" id="{B845AE91-6708-4B55-A628-BCE03BBC88ED}"/>
                  </a:ext>
                </a:extLst>
              </p:cNvPr>
              <p:cNvCxnSpPr/>
              <p:nvPr/>
            </p:nvCxnSpPr>
            <p:spPr>
              <a:xfrm>
                <a:off x="432360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8796FD8C-BE80-4246-8135-E3774F3DF47E}"/>
                  </a:ext>
                </a:extLst>
              </p:cNvPr>
              <p:cNvCxnSpPr/>
              <p:nvPr/>
            </p:nvCxnSpPr>
            <p:spPr>
              <a:xfrm>
                <a:off x="457151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線接點 13">
                <a:extLst>
                  <a:ext uri="{FF2B5EF4-FFF2-40B4-BE49-F238E27FC236}">
                    <a16:creationId xmlns:a16="http://schemas.microsoft.com/office/drawing/2014/main" id="{B9EBB6F2-9638-4A1C-A575-441DD6992A58}"/>
                  </a:ext>
                </a:extLst>
              </p:cNvPr>
              <p:cNvCxnSpPr/>
              <p:nvPr/>
            </p:nvCxnSpPr>
            <p:spPr>
              <a:xfrm>
                <a:off x="481943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線接點 14">
                <a:extLst>
                  <a:ext uri="{FF2B5EF4-FFF2-40B4-BE49-F238E27FC236}">
                    <a16:creationId xmlns:a16="http://schemas.microsoft.com/office/drawing/2014/main" id="{4E8B596E-DC4E-4086-A941-9093E8332EA3}"/>
                  </a:ext>
                </a:extLst>
              </p:cNvPr>
              <p:cNvCxnSpPr/>
              <p:nvPr/>
            </p:nvCxnSpPr>
            <p:spPr>
              <a:xfrm>
                <a:off x="506734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線接點 15">
                <a:extLst>
                  <a:ext uri="{FF2B5EF4-FFF2-40B4-BE49-F238E27FC236}">
                    <a16:creationId xmlns:a16="http://schemas.microsoft.com/office/drawing/2014/main" id="{C3785DC9-70BD-4818-B16A-DB49B987DC49}"/>
                  </a:ext>
                </a:extLst>
              </p:cNvPr>
              <p:cNvCxnSpPr/>
              <p:nvPr/>
            </p:nvCxnSpPr>
            <p:spPr>
              <a:xfrm>
                <a:off x="539789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36801F02-CCD4-4276-91F6-172C71032616}"/>
                  </a:ext>
                </a:extLst>
              </p:cNvPr>
              <p:cNvCxnSpPr/>
              <p:nvPr/>
            </p:nvCxnSpPr>
            <p:spPr>
              <a:xfrm>
                <a:off x="440624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FE81A577-3CD1-402C-8FB5-8EF33548051B}"/>
                  </a:ext>
                </a:extLst>
              </p:cNvPr>
              <p:cNvCxnSpPr/>
              <p:nvPr/>
            </p:nvCxnSpPr>
            <p:spPr>
              <a:xfrm>
                <a:off x="465415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接點 18">
                <a:extLst>
                  <a:ext uri="{FF2B5EF4-FFF2-40B4-BE49-F238E27FC236}">
                    <a16:creationId xmlns:a16="http://schemas.microsoft.com/office/drawing/2014/main" id="{67358D83-C161-40C2-9B1B-0406ED0645C6}"/>
                  </a:ext>
                </a:extLst>
              </p:cNvPr>
              <p:cNvCxnSpPr/>
              <p:nvPr/>
            </p:nvCxnSpPr>
            <p:spPr>
              <a:xfrm>
                <a:off x="490207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接點 19">
                <a:extLst>
                  <a:ext uri="{FF2B5EF4-FFF2-40B4-BE49-F238E27FC236}">
                    <a16:creationId xmlns:a16="http://schemas.microsoft.com/office/drawing/2014/main" id="{2520C423-4D7D-4098-8759-4E7A9441103E}"/>
                  </a:ext>
                </a:extLst>
              </p:cNvPr>
              <p:cNvCxnSpPr/>
              <p:nvPr/>
            </p:nvCxnSpPr>
            <p:spPr>
              <a:xfrm>
                <a:off x="514998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接點 20">
                <a:extLst>
                  <a:ext uri="{FF2B5EF4-FFF2-40B4-BE49-F238E27FC236}">
                    <a16:creationId xmlns:a16="http://schemas.microsoft.com/office/drawing/2014/main" id="{F79C2084-54F5-4DD8-91C6-967097378039}"/>
                  </a:ext>
                </a:extLst>
              </p:cNvPr>
              <p:cNvCxnSpPr/>
              <p:nvPr/>
            </p:nvCxnSpPr>
            <p:spPr>
              <a:xfrm>
                <a:off x="531526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接點 21">
                <a:extLst>
                  <a:ext uri="{FF2B5EF4-FFF2-40B4-BE49-F238E27FC236}">
                    <a16:creationId xmlns:a16="http://schemas.microsoft.com/office/drawing/2014/main" id="{CE780950-A3C1-47CB-9184-C230A288475E}"/>
                  </a:ext>
                </a:extLst>
              </p:cNvPr>
              <p:cNvCxnSpPr/>
              <p:nvPr/>
            </p:nvCxnSpPr>
            <p:spPr>
              <a:xfrm>
                <a:off x="556317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接點 22">
                <a:extLst>
                  <a:ext uri="{FF2B5EF4-FFF2-40B4-BE49-F238E27FC236}">
                    <a16:creationId xmlns:a16="http://schemas.microsoft.com/office/drawing/2014/main" id="{168C6597-2E76-49B3-BA92-6ABFE914547D}"/>
                  </a:ext>
                </a:extLst>
              </p:cNvPr>
              <p:cNvCxnSpPr/>
              <p:nvPr/>
            </p:nvCxnSpPr>
            <p:spPr>
              <a:xfrm>
                <a:off x="572845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線接點 23">
                <a:extLst>
                  <a:ext uri="{FF2B5EF4-FFF2-40B4-BE49-F238E27FC236}">
                    <a16:creationId xmlns:a16="http://schemas.microsoft.com/office/drawing/2014/main" id="{430A0406-6E6A-4B7F-BCD3-52CFA45C1652}"/>
                  </a:ext>
                </a:extLst>
              </p:cNvPr>
              <p:cNvCxnSpPr/>
              <p:nvPr/>
            </p:nvCxnSpPr>
            <p:spPr>
              <a:xfrm>
                <a:off x="581108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接點 24">
                <a:extLst>
                  <a:ext uri="{FF2B5EF4-FFF2-40B4-BE49-F238E27FC236}">
                    <a16:creationId xmlns:a16="http://schemas.microsoft.com/office/drawing/2014/main" id="{1D743C51-8E29-45A6-8B27-8446D28BB468}"/>
                  </a:ext>
                </a:extLst>
              </p:cNvPr>
              <p:cNvCxnSpPr/>
              <p:nvPr/>
            </p:nvCxnSpPr>
            <p:spPr>
              <a:xfrm>
                <a:off x="597636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接點 25">
                <a:extLst>
                  <a:ext uri="{FF2B5EF4-FFF2-40B4-BE49-F238E27FC236}">
                    <a16:creationId xmlns:a16="http://schemas.microsoft.com/office/drawing/2014/main" id="{01CA1EB1-DFBF-4F38-BFA1-56595B82A266}"/>
                  </a:ext>
                </a:extLst>
              </p:cNvPr>
              <p:cNvCxnSpPr/>
              <p:nvPr/>
            </p:nvCxnSpPr>
            <p:spPr>
              <a:xfrm>
                <a:off x="614164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接點 26">
                <a:extLst>
                  <a:ext uri="{FF2B5EF4-FFF2-40B4-BE49-F238E27FC236}">
                    <a16:creationId xmlns:a16="http://schemas.microsoft.com/office/drawing/2014/main" id="{7A24E335-DD92-4A67-9466-6857AA77BE2B}"/>
                  </a:ext>
                </a:extLst>
              </p:cNvPr>
              <p:cNvCxnSpPr/>
              <p:nvPr/>
            </p:nvCxnSpPr>
            <p:spPr>
              <a:xfrm>
                <a:off x="622427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接點 27">
                <a:extLst>
                  <a:ext uri="{FF2B5EF4-FFF2-40B4-BE49-F238E27FC236}">
                    <a16:creationId xmlns:a16="http://schemas.microsoft.com/office/drawing/2014/main" id="{7F808FB6-E626-4F31-879D-782E4E02B69C}"/>
                  </a:ext>
                </a:extLst>
              </p:cNvPr>
              <p:cNvCxnSpPr/>
              <p:nvPr/>
            </p:nvCxnSpPr>
            <p:spPr>
              <a:xfrm>
                <a:off x="647219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接點 28">
                <a:extLst>
                  <a:ext uri="{FF2B5EF4-FFF2-40B4-BE49-F238E27FC236}">
                    <a16:creationId xmlns:a16="http://schemas.microsoft.com/office/drawing/2014/main" id="{CBE5498E-A1B4-4614-A45D-DF20D4B5CDEF}"/>
                  </a:ext>
                </a:extLst>
              </p:cNvPr>
              <p:cNvCxnSpPr/>
              <p:nvPr/>
            </p:nvCxnSpPr>
            <p:spPr>
              <a:xfrm>
                <a:off x="663746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接點 29">
                <a:extLst>
                  <a:ext uri="{FF2B5EF4-FFF2-40B4-BE49-F238E27FC236}">
                    <a16:creationId xmlns:a16="http://schemas.microsoft.com/office/drawing/2014/main" id="{8C6E1A94-60A4-420C-9629-B3B83BB49B50}"/>
                  </a:ext>
                </a:extLst>
              </p:cNvPr>
              <p:cNvCxnSpPr/>
              <p:nvPr/>
            </p:nvCxnSpPr>
            <p:spPr>
              <a:xfrm>
                <a:off x="680274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接點 30">
                <a:extLst>
                  <a:ext uri="{FF2B5EF4-FFF2-40B4-BE49-F238E27FC236}">
                    <a16:creationId xmlns:a16="http://schemas.microsoft.com/office/drawing/2014/main" id="{6B599953-ADB8-4A22-9B7A-A5AC571B1654}"/>
                  </a:ext>
                </a:extLst>
              </p:cNvPr>
              <p:cNvCxnSpPr/>
              <p:nvPr/>
            </p:nvCxnSpPr>
            <p:spPr>
              <a:xfrm>
                <a:off x="696802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接點 31">
                <a:extLst>
                  <a:ext uri="{FF2B5EF4-FFF2-40B4-BE49-F238E27FC236}">
                    <a16:creationId xmlns:a16="http://schemas.microsoft.com/office/drawing/2014/main" id="{99736816-0245-423F-8760-41EE2E07E7AC}"/>
                  </a:ext>
                </a:extLst>
              </p:cNvPr>
              <p:cNvCxnSpPr/>
              <p:nvPr/>
            </p:nvCxnSpPr>
            <p:spPr>
              <a:xfrm>
                <a:off x="713329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接點 32">
                <a:extLst>
                  <a:ext uri="{FF2B5EF4-FFF2-40B4-BE49-F238E27FC236}">
                    <a16:creationId xmlns:a16="http://schemas.microsoft.com/office/drawing/2014/main" id="{0307788A-E665-4654-8DBE-A8B92745C205}"/>
                  </a:ext>
                </a:extLst>
              </p:cNvPr>
              <p:cNvCxnSpPr/>
              <p:nvPr/>
            </p:nvCxnSpPr>
            <p:spPr>
              <a:xfrm>
                <a:off x="729857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>
                <a:extLst>
                  <a:ext uri="{FF2B5EF4-FFF2-40B4-BE49-F238E27FC236}">
                    <a16:creationId xmlns:a16="http://schemas.microsoft.com/office/drawing/2014/main" id="{6C6452A8-4A47-4085-B2C0-A392CA436410}"/>
                  </a:ext>
                </a:extLst>
              </p:cNvPr>
              <p:cNvCxnSpPr/>
              <p:nvPr/>
            </p:nvCxnSpPr>
            <p:spPr>
              <a:xfrm>
                <a:off x="746384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線接點 34">
                <a:extLst>
                  <a:ext uri="{FF2B5EF4-FFF2-40B4-BE49-F238E27FC236}">
                    <a16:creationId xmlns:a16="http://schemas.microsoft.com/office/drawing/2014/main" id="{B456FB95-ACEC-432D-8E9C-A442C6A34337}"/>
                  </a:ext>
                </a:extLst>
              </p:cNvPr>
              <p:cNvCxnSpPr/>
              <p:nvPr/>
            </p:nvCxnSpPr>
            <p:spPr>
              <a:xfrm>
                <a:off x="762912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線接點 35">
                <a:extLst>
                  <a:ext uri="{FF2B5EF4-FFF2-40B4-BE49-F238E27FC236}">
                    <a16:creationId xmlns:a16="http://schemas.microsoft.com/office/drawing/2014/main" id="{394DFEEF-E810-4F8C-91DE-76B59FE8A336}"/>
                  </a:ext>
                </a:extLst>
              </p:cNvPr>
              <p:cNvCxnSpPr/>
              <p:nvPr/>
            </p:nvCxnSpPr>
            <p:spPr>
              <a:xfrm>
                <a:off x="779440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接點 36">
                <a:extLst>
                  <a:ext uri="{FF2B5EF4-FFF2-40B4-BE49-F238E27FC236}">
                    <a16:creationId xmlns:a16="http://schemas.microsoft.com/office/drawing/2014/main" id="{D2B61EF6-B8B6-4382-88A1-A6EE8B6EA823}"/>
                  </a:ext>
                </a:extLst>
              </p:cNvPr>
              <p:cNvCxnSpPr/>
              <p:nvPr/>
            </p:nvCxnSpPr>
            <p:spPr>
              <a:xfrm>
                <a:off x="795967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接點 37">
                <a:extLst>
                  <a:ext uri="{FF2B5EF4-FFF2-40B4-BE49-F238E27FC236}">
                    <a16:creationId xmlns:a16="http://schemas.microsoft.com/office/drawing/2014/main" id="{DBCB8C67-9755-40D1-A6EC-CD358CC6BB40}"/>
                  </a:ext>
                </a:extLst>
              </p:cNvPr>
              <p:cNvCxnSpPr/>
              <p:nvPr/>
            </p:nvCxnSpPr>
            <p:spPr>
              <a:xfrm>
                <a:off x="812495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線接點 38">
                <a:extLst>
                  <a:ext uri="{FF2B5EF4-FFF2-40B4-BE49-F238E27FC236}">
                    <a16:creationId xmlns:a16="http://schemas.microsoft.com/office/drawing/2014/main" id="{69C99A5A-E766-4F02-8AFD-7615D0811C23}"/>
                  </a:ext>
                </a:extLst>
              </p:cNvPr>
              <p:cNvCxnSpPr/>
              <p:nvPr/>
            </p:nvCxnSpPr>
            <p:spPr>
              <a:xfrm>
                <a:off x="787703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線接點 39">
                <a:extLst>
                  <a:ext uri="{FF2B5EF4-FFF2-40B4-BE49-F238E27FC236}">
                    <a16:creationId xmlns:a16="http://schemas.microsoft.com/office/drawing/2014/main" id="{EF0A01F3-791A-4E3D-AD9F-C20504EE9A0A}"/>
                  </a:ext>
                </a:extLst>
              </p:cNvPr>
              <p:cNvCxnSpPr/>
              <p:nvPr/>
            </p:nvCxnSpPr>
            <p:spPr>
              <a:xfrm>
                <a:off x="804231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線接點 40">
                <a:extLst>
                  <a:ext uri="{FF2B5EF4-FFF2-40B4-BE49-F238E27FC236}">
                    <a16:creationId xmlns:a16="http://schemas.microsoft.com/office/drawing/2014/main" id="{791F1CB0-BD4C-4C61-B6EE-42BEBF8C7FA8}"/>
                  </a:ext>
                </a:extLst>
              </p:cNvPr>
              <p:cNvCxnSpPr/>
              <p:nvPr/>
            </p:nvCxnSpPr>
            <p:spPr>
              <a:xfrm>
                <a:off x="820759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線接點 41">
                <a:extLst>
                  <a:ext uri="{FF2B5EF4-FFF2-40B4-BE49-F238E27FC236}">
                    <a16:creationId xmlns:a16="http://schemas.microsoft.com/office/drawing/2014/main" id="{D096B52B-47AC-43AC-929E-B6C10F19E438}"/>
                  </a:ext>
                </a:extLst>
              </p:cNvPr>
              <p:cNvCxnSpPr/>
              <p:nvPr/>
            </p:nvCxnSpPr>
            <p:spPr>
              <a:xfrm>
                <a:off x="829022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線接點 42">
                <a:extLst>
                  <a:ext uri="{FF2B5EF4-FFF2-40B4-BE49-F238E27FC236}">
                    <a16:creationId xmlns:a16="http://schemas.microsoft.com/office/drawing/2014/main" id="{774FD7E3-F8B4-4067-8E0E-0B99789DA77F}"/>
                  </a:ext>
                </a:extLst>
              </p:cNvPr>
              <p:cNvCxnSpPr/>
              <p:nvPr/>
            </p:nvCxnSpPr>
            <p:spPr>
              <a:xfrm>
                <a:off x="837286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線接點 43">
                <a:extLst>
                  <a:ext uri="{FF2B5EF4-FFF2-40B4-BE49-F238E27FC236}">
                    <a16:creationId xmlns:a16="http://schemas.microsoft.com/office/drawing/2014/main" id="{06FC8516-C082-45D9-A1B0-6A060DA72EFF}"/>
                  </a:ext>
                </a:extLst>
              </p:cNvPr>
              <p:cNvCxnSpPr/>
              <p:nvPr/>
            </p:nvCxnSpPr>
            <p:spPr>
              <a:xfrm>
                <a:off x="8455507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接點 44">
                <a:extLst>
                  <a:ext uri="{FF2B5EF4-FFF2-40B4-BE49-F238E27FC236}">
                    <a16:creationId xmlns:a16="http://schemas.microsoft.com/office/drawing/2014/main" id="{F543CCF7-B2C7-484A-AFB9-00D2AE790449}"/>
                  </a:ext>
                </a:extLst>
              </p:cNvPr>
              <p:cNvCxnSpPr/>
              <p:nvPr/>
            </p:nvCxnSpPr>
            <p:spPr>
              <a:xfrm>
                <a:off x="688538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線接點 45">
                <a:extLst>
                  <a:ext uri="{FF2B5EF4-FFF2-40B4-BE49-F238E27FC236}">
                    <a16:creationId xmlns:a16="http://schemas.microsoft.com/office/drawing/2014/main" id="{6A5E5093-F304-4B24-A747-4FEC24D666E3}"/>
                  </a:ext>
                </a:extLst>
              </p:cNvPr>
              <p:cNvCxnSpPr/>
              <p:nvPr/>
            </p:nvCxnSpPr>
            <p:spPr>
              <a:xfrm>
                <a:off x="705065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接點 46">
                <a:extLst>
                  <a:ext uri="{FF2B5EF4-FFF2-40B4-BE49-F238E27FC236}">
                    <a16:creationId xmlns:a16="http://schemas.microsoft.com/office/drawing/2014/main" id="{2E5A2C60-62E9-4AFC-95DA-0552B8BF26AC}"/>
                  </a:ext>
                </a:extLst>
              </p:cNvPr>
              <p:cNvCxnSpPr/>
              <p:nvPr/>
            </p:nvCxnSpPr>
            <p:spPr>
              <a:xfrm>
                <a:off x="721593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線接點 47">
                <a:extLst>
                  <a:ext uri="{FF2B5EF4-FFF2-40B4-BE49-F238E27FC236}">
                    <a16:creationId xmlns:a16="http://schemas.microsoft.com/office/drawing/2014/main" id="{669495FD-188C-47F6-8A4E-0BAC962921F6}"/>
                  </a:ext>
                </a:extLst>
              </p:cNvPr>
              <p:cNvCxnSpPr/>
              <p:nvPr/>
            </p:nvCxnSpPr>
            <p:spPr>
              <a:xfrm>
                <a:off x="738121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線接點 48">
                <a:extLst>
                  <a:ext uri="{FF2B5EF4-FFF2-40B4-BE49-F238E27FC236}">
                    <a16:creationId xmlns:a16="http://schemas.microsoft.com/office/drawing/2014/main" id="{2D8299BB-B61A-40EF-A7F1-5F5363848F06}"/>
                  </a:ext>
                </a:extLst>
              </p:cNvPr>
              <p:cNvCxnSpPr/>
              <p:nvPr/>
            </p:nvCxnSpPr>
            <p:spPr>
              <a:xfrm>
                <a:off x="754648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接點 49">
                <a:extLst>
                  <a:ext uri="{FF2B5EF4-FFF2-40B4-BE49-F238E27FC236}">
                    <a16:creationId xmlns:a16="http://schemas.microsoft.com/office/drawing/2014/main" id="{0AA49AD3-F748-4BCD-9BDC-4EBD11730D77}"/>
                  </a:ext>
                </a:extLst>
              </p:cNvPr>
              <p:cNvCxnSpPr/>
              <p:nvPr/>
            </p:nvCxnSpPr>
            <p:spPr>
              <a:xfrm>
                <a:off x="771176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接點 50">
                <a:extLst>
                  <a:ext uri="{FF2B5EF4-FFF2-40B4-BE49-F238E27FC236}">
                    <a16:creationId xmlns:a16="http://schemas.microsoft.com/office/drawing/2014/main" id="{B30EFAE2-3E38-4F22-9360-F51B5A52F143}"/>
                  </a:ext>
                </a:extLst>
              </p:cNvPr>
              <p:cNvCxnSpPr/>
              <p:nvPr/>
            </p:nvCxnSpPr>
            <p:spPr>
              <a:xfrm>
                <a:off x="589372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線接點 51">
                <a:extLst>
                  <a:ext uri="{FF2B5EF4-FFF2-40B4-BE49-F238E27FC236}">
                    <a16:creationId xmlns:a16="http://schemas.microsoft.com/office/drawing/2014/main" id="{57A72494-C234-4196-B86D-4612A79A5453}"/>
                  </a:ext>
                </a:extLst>
              </p:cNvPr>
              <p:cNvCxnSpPr/>
              <p:nvPr/>
            </p:nvCxnSpPr>
            <p:spPr>
              <a:xfrm>
                <a:off x="605900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接點 52">
                <a:extLst>
                  <a:ext uri="{FF2B5EF4-FFF2-40B4-BE49-F238E27FC236}">
                    <a16:creationId xmlns:a16="http://schemas.microsoft.com/office/drawing/2014/main" id="{6E6CB5AC-1442-4A4C-BEC2-DA112B9312EB}"/>
                  </a:ext>
                </a:extLst>
              </p:cNvPr>
              <p:cNvCxnSpPr/>
              <p:nvPr/>
            </p:nvCxnSpPr>
            <p:spPr>
              <a:xfrm>
                <a:off x="630691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接點 53">
                <a:extLst>
                  <a:ext uri="{FF2B5EF4-FFF2-40B4-BE49-F238E27FC236}">
                    <a16:creationId xmlns:a16="http://schemas.microsoft.com/office/drawing/2014/main" id="{19681BF1-C7D2-47B3-8A4E-DE2BF7DFF1D2}"/>
                  </a:ext>
                </a:extLst>
              </p:cNvPr>
              <p:cNvCxnSpPr/>
              <p:nvPr/>
            </p:nvCxnSpPr>
            <p:spPr>
              <a:xfrm>
                <a:off x="638955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接點 54">
                <a:extLst>
                  <a:ext uri="{FF2B5EF4-FFF2-40B4-BE49-F238E27FC236}">
                    <a16:creationId xmlns:a16="http://schemas.microsoft.com/office/drawing/2014/main" id="{41095152-B5F5-40AE-8CC3-E3465C0B778B}"/>
                  </a:ext>
                </a:extLst>
              </p:cNvPr>
              <p:cNvCxnSpPr/>
              <p:nvPr/>
            </p:nvCxnSpPr>
            <p:spPr>
              <a:xfrm>
                <a:off x="655483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線接點 55">
                <a:extLst>
                  <a:ext uri="{FF2B5EF4-FFF2-40B4-BE49-F238E27FC236}">
                    <a16:creationId xmlns:a16="http://schemas.microsoft.com/office/drawing/2014/main" id="{179747EB-A4F1-491D-A065-855114123FB2}"/>
                  </a:ext>
                </a:extLst>
              </p:cNvPr>
              <p:cNvCxnSpPr/>
              <p:nvPr/>
            </p:nvCxnSpPr>
            <p:spPr>
              <a:xfrm>
                <a:off x="672010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線接點 56">
                <a:extLst>
                  <a:ext uri="{FF2B5EF4-FFF2-40B4-BE49-F238E27FC236}">
                    <a16:creationId xmlns:a16="http://schemas.microsoft.com/office/drawing/2014/main" id="{5B4B0236-ED67-4E90-B8DC-EB2639437B5C}"/>
                  </a:ext>
                </a:extLst>
              </p:cNvPr>
              <p:cNvCxnSpPr/>
              <p:nvPr/>
            </p:nvCxnSpPr>
            <p:spPr>
              <a:xfrm>
                <a:off x="448888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線接點 57">
                <a:extLst>
                  <a:ext uri="{FF2B5EF4-FFF2-40B4-BE49-F238E27FC236}">
                    <a16:creationId xmlns:a16="http://schemas.microsoft.com/office/drawing/2014/main" id="{824CD164-FE40-4709-A155-3300555DDA5E}"/>
                  </a:ext>
                </a:extLst>
              </p:cNvPr>
              <p:cNvCxnSpPr/>
              <p:nvPr/>
            </p:nvCxnSpPr>
            <p:spPr>
              <a:xfrm>
                <a:off x="473679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線接點 58">
                <a:extLst>
                  <a:ext uri="{FF2B5EF4-FFF2-40B4-BE49-F238E27FC236}">
                    <a16:creationId xmlns:a16="http://schemas.microsoft.com/office/drawing/2014/main" id="{845A8548-C3BB-40EE-A734-6A2036053678}"/>
                  </a:ext>
                </a:extLst>
              </p:cNvPr>
              <p:cNvCxnSpPr/>
              <p:nvPr/>
            </p:nvCxnSpPr>
            <p:spPr>
              <a:xfrm>
                <a:off x="498470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線接點 59">
                <a:extLst>
                  <a:ext uri="{FF2B5EF4-FFF2-40B4-BE49-F238E27FC236}">
                    <a16:creationId xmlns:a16="http://schemas.microsoft.com/office/drawing/2014/main" id="{836B08E5-3418-4E4C-B2F4-893F2AF9B743}"/>
                  </a:ext>
                </a:extLst>
              </p:cNvPr>
              <p:cNvCxnSpPr/>
              <p:nvPr/>
            </p:nvCxnSpPr>
            <p:spPr>
              <a:xfrm>
                <a:off x="523262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線接點 60">
                <a:extLst>
                  <a:ext uri="{FF2B5EF4-FFF2-40B4-BE49-F238E27FC236}">
                    <a16:creationId xmlns:a16="http://schemas.microsoft.com/office/drawing/2014/main" id="{50C0BFDB-A9C2-4849-AF93-6688B3BD9319}"/>
                  </a:ext>
                </a:extLst>
              </p:cNvPr>
              <p:cNvCxnSpPr/>
              <p:nvPr/>
            </p:nvCxnSpPr>
            <p:spPr>
              <a:xfrm>
                <a:off x="548053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線接點 61">
                <a:extLst>
                  <a:ext uri="{FF2B5EF4-FFF2-40B4-BE49-F238E27FC236}">
                    <a16:creationId xmlns:a16="http://schemas.microsoft.com/office/drawing/2014/main" id="{25A6A230-1667-4DA9-9E79-BFCF3062E90B}"/>
                  </a:ext>
                </a:extLst>
              </p:cNvPr>
              <p:cNvCxnSpPr/>
              <p:nvPr/>
            </p:nvCxnSpPr>
            <p:spPr>
              <a:xfrm>
                <a:off x="564581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線接點 62">
                <a:extLst>
                  <a:ext uri="{FF2B5EF4-FFF2-40B4-BE49-F238E27FC236}">
                    <a16:creationId xmlns:a16="http://schemas.microsoft.com/office/drawing/2014/main" id="{C57ADC2A-BEF8-4252-A68A-17282DD8F41F}"/>
                  </a:ext>
                </a:extLst>
              </p:cNvPr>
              <p:cNvCxnSpPr/>
              <p:nvPr/>
            </p:nvCxnSpPr>
            <p:spPr>
              <a:xfrm>
                <a:off x="403569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線接點 63">
                <a:extLst>
                  <a:ext uri="{FF2B5EF4-FFF2-40B4-BE49-F238E27FC236}">
                    <a16:creationId xmlns:a16="http://schemas.microsoft.com/office/drawing/2014/main" id="{9F14D602-83C5-4582-9C17-8B869422D6E4}"/>
                  </a:ext>
                </a:extLst>
              </p:cNvPr>
              <p:cNvCxnSpPr/>
              <p:nvPr/>
            </p:nvCxnSpPr>
            <p:spPr>
              <a:xfrm>
                <a:off x="411833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線接點 64">
                <a:extLst>
                  <a:ext uri="{FF2B5EF4-FFF2-40B4-BE49-F238E27FC236}">
                    <a16:creationId xmlns:a16="http://schemas.microsoft.com/office/drawing/2014/main" id="{66ABEB6A-6C19-4C5E-B457-CC1AFE6AFC84}"/>
                  </a:ext>
                </a:extLst>
              </p:cNvPr>
              <p:cNvCxnSpPr/>
              <p:nvPr/>
            </p:nvCxnSpPr>
            <p:spPr>
              <a:xfrm>
                <a:off x="420097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線接點 65">
                <a:extLst>
                  <a:ext uri="{FF2B5EF4-FFF2-40B4-BE49-F238E27FC236}">
                    <a16:creationId xmlns:a16="http://schemas.microsoft.com/office/drawing/2014/main" id="{4C8C4ECF-1BB7-4D1B-B419-11E9CC4363B8}"/>
                  </a:ext>
                </a:extLst>
              </p:cNvPr>
              <p:cNvCxnSpPr/>
              <p:nvPr/>
            </p:nvCxnSpPr>
            <p:spPr>
              <a:xfrm>
                <a:off x="428361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接點 66">
                <a:extLst>
                  <a:ext uri="{FF2B5EF4-FFF2-40B4-BE49-F238E27FC236}">
                    <a16:creationId xmlns:a16="http://schemas.microsoft.com/office/drawing/2014/main" id="{8E598975-E424-4332-A703-D6750EB17B11}"/>
                  </a:ext>
                </a:extLst>
              </p:cNvPr>
              <p:cNvCxnSpPr/>
              <p:nvPr/>
            </p:nvCxnSpPr>
            <p:spPr>
              <a:xfrm>
                <a:off x="453152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線接點 67">
                <a:extLst>
                  <a:ext uri="{FF2B5EF4-FFF2-40B4-BE49-F238E27FC236}">
                    <a16:creationId xmlns:a16="http://schemas.microsoft.com/office/drawing/2014/main" id="{4E7040C4-2B88-4E69-9454-501F2A85A779}"/>
                  </a:ext>
                </a:extLst>
              </p:cNvPr>
              <p:cNvCxnSpPr/>
              <p:nvPr/>
            </p:nvCxnSpPr>
            <p:spPr>
              <a:xfrm>
                <a:off x="477943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接點 68">
                <a:extLst>
                  <a:ext uri="{FF2B5EF4-FFF2-40B4-BE49-F238E27FC236}">
                    <a16:creationId xmlns:a16="http://schemas.microsoft.com/office/drawing/2014/main" id="{A6D5EC04-C517-4993-AE0B-B3FC7D338245}"/>
                  </a:ext>
                </a:extLst>
              </p:cNvPr>
              <p:cNvCxnSpPr/>
              <p:nvPr/>
            </p:nvCxnSpPr>
            <p:spPr>
              <a:xfrm>
                <a:off x="502735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線接點 69">
                <a:extLst>
                  <a:ext uri="{FF2B5EF4-FFF2-40B4-BE49-F238E27FC236}">
                    <a16:creationId xmlns:a16="http://schemas.microsoft.com/office/drawing/2014/main" id="{9BC30D5E-259E-4D71-B331-565E6E2B8BA0}"/>
                  </a:ext>
                </a:extLst>
              </p:cNvPr>
              <p:cNvCxnSpPr/>
              <p:nvPr/>
            </p:nvCxnSpPr>
            <p:spPr>
              <a:xfrm>
                <a:off x="535790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線接點 70">
                <a:extLst>
                  <a:ext uri="{FF2B5EF4-FFF2-40B4-BE49-F238E27FC236}">
                    <a16:creationId xmlns:a16="http://schemas.microsoft.com/office/drawing/2014/main" id="{2D7BF532-9BFE-4FE4-818A-DB768821ADD2}"/>
                  </a:ext>
                </a:extLst>
              </p:cNvPr>
              <p:cNvCxnSpPr/>
              <p:nvPr/>
            </p:nvCxnSpPr>
            <p:spPr>
              <a:xfrm>
                <a:off x="436624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線接點 71">
                <a:extLst>
                  <a:ext uri="{FF2B5EF4-FFF2-40B4-BE49-F238E27FC236}">
                    <a16:creationId xmlns:a16="http://schemas.microsoft.com/office/drawing/2014/main" id="{9278B772-E043-4B27-A971-02AFF4A1E2DB}"/>
                  </a:ext>
                </a:extLst>
              </p:cNvPr>
              <p:cNvCxnSpPr/>
              <p:nvPr/>
            </p:nvCxnSpPr>
            <p:spPr>
              <a:xfrm>
                <a:off x="461416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接點 72">
                <a:extLst>
                  <a:ext uri="{FF2B5EF4-FFF2-40B4-BE49-F238E27FC236}">
                    <a16:creationId xmlns:a16="http://schemas.microsoft.com/office/drawing/2014/main" id="{625A342D-4890-464A-AB10-3ADA84B86B99}"/>
                  </a:ext>
                </a:extLst>
              </p:cNvPr>
              <p:cNvCxnSpPr/>
              <p:nvPr/>
            </p:nvCxnSpPr>
            <p:spPr>
              <a:xfrm>
                <a:off x="486207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線接點 73">
                <a:extLst>
                  <a:ext uri="{FF2B5EF4-FFF2-40B4-BE49-F238E27FC236}">
                    <a16:creationId xmlns:a16="http://schemas.microsoft.com/office/drawing/2014/main" id="{41301E0A-8711-4DEF-B5CF-0D1B1BE67CBC}"/>
                  </a:ext>
                </a:extLst>
              </p:cNvPr>
              <p:cNvCxnSpPr/>
              <p:nvPr/>
            </p:nvCxnSpPr>
            <p:spPr>
              <a:xfrm>
                <a:off x="510999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線接點 74">
                <a:extLst>
                  <a:ext uri="{FF2B5EF4-FFF2-40B4-BE49-F238E27FC236}">
                    <a16:creationId xmlns:a16="http://schemas.microsoft.com/office/drawing/2014/main" id="{064F19AE-04B6-4832-9EEE-45AD0174CAB4}"/>
                  </a:ext>
                </a:extLst>
              </p:cNvPr>
              <p:cNvCxnSpPr/>
              <p:nvPr/>
            </p:nvCxnSpPr>
            <p:spPr>
              <a:xfrm>
                <a:off x="527526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接點 75">
                <a:extLst>
                  <a:ext uri="{FF2B5EF4-FFF2-40B4-BE49-F238E27FC236}">
                    <a16:creationId xmlns:a16="http://schemas.microsoft.com/office/drawing/2014/main" id="{74A97CDA-17C0-4079-8589-BBEE55901013}"/>
                  </a:ext>
                </a:extLst>
              </p:cNvPr>
              <p:cNvCxnSpPr/>
              <p:nvPr/>
            </p:nvCxnSpPr>
            <p:spPr>
              <a:xfrm>
                <a:off x="552318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CF349572-1604-4FE5-82F9-EBBFBD268052}"/>
                  </a:ext>
                </a:extLst>
              </p:cNvPr>
              <p:cNvCxnSpPr/>
              <p:nvPr/>
            </p:nvCxnSpPr>
            <p:spPr>
              <a:xfrm>
                <a:off x="568845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接點 77">
                <a:extLst>
                  <a:ext uri="{FF2B5EF4-FFF2-40B4-BE49-F238E27FC236}">
                    <a16:creationId xmlns:a16="http://schemas.microsoft.com/office/drawing/2014/main" id="{A1F3AFA1-A04E-4C17-895A-9E6B28DE08E4}"/>
                  </a:ext>
                </a:extLst>
              </p:cNvPr>
              <p:cNvCxnSpPr/>
              <p:nvPr/>
            </p:nvCxnSpPr>
            <p:spPr>
              <a:xfrm>
                <a:off x="577109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接點 78">
                <a:extLst>
                  <a:ext uri="{FF2B5EF4-FFF2-40B4-BE49-F238E27FC236}">
                    <a16:creationId xmlns:a16="http://schemas.microsoft.com/office/drawing/2014/main" id="{547AC6E1-F6E2-4B8C-85F8-410B67D469C1}"/>
                  </a:ext>
                </a:extLst>
              </p:cNvPr>
              <p:cNvCxnSpPr/>
              <p:nvPr/>
            </p:nvCxnSpPr>
            <p:spPr>
              <a:xfrm>
                <a:off x="593637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線接點 79">
                <a:extLst>
                  <a:ext uri="{FF2B5EF4-FFF2-40B4-BE49-F238E27FC236}">
                    <a16:creationId xmlns:a16="http://schemas.microsoft.com/office/drawing/2014/main" id="{F8AD6246-EFA5-4002-99D7-6E3771ACECB4}"/>
                  </a:ext>
                </a:extLst>
              </p:cNvPr>
              <p:cNvCxnSpPr/>
              <p:nvPr/>
            </p:nvCxnSpPr>
            <p:spPr>
              <a:xfrm>
                <a:off x="610164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線接點 80">
                <a:extLst>
                  <a:ext uri="{FF2B5EF4-FFF2-40B4-BE49-F238E27FC236}">
                    <a16:creationId xmlns:a16="http://schemas.microsoft.com/office/drawing/2014/main" id="{56F57953-92F3-42ED-AEDA-768BF237C7DB}"/>
                  </a:ext>
                </a:extLst>
              </p:cNvPr>
              <p:cNvCxnSpPr/>
              <p:nvPr/>
            </p:nvCxnSpPr>
            <p:spPr>
              <a:xfrm>
                <a:off x="618428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線接點 81">
                <a:extLst>
                  <a:ext uri="{FF2B5EF4-FFF2-40B4-BE49-F238E27FC236}">
                    <a16:creationId xmlns:a16="http://schemas.microsoft.com/office/drawing/2014/main" id="{391CB2E9-3C64-4020-907B-B9A65A8D6CFD}"/>
                  </a:ext>
                </a:extLst>
              </p:cNvPr>
              <p:cNvCxnSpPr/>
              <p:nvPr/>
            </p:nvCxnSpPr>
            <p:spPr>
              <a:xfrm>
                <a:off x="643219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線接點 82">
                <a:extLst>
                  <a:ext uri="{FF2B5EF4-FFF2-40B4-BE49-F238E27FC236}">
                    <a16:creationId xmlns:a16="http://schemas.microsoft.com/office/drawing/2014/main" id="{76A26A4C-2208-42E1-83F5-54CC08EF052B}"/>
                  </a:ext>
                </a:extLst>
              </p:cNvPr>
              <p:cNvCxnSpPr/>
              <p:nvPr/>
            </p:nvCxnSpPr>
            <p:spPr>
              <a:xfrm>
                <a:off x="659747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接點 83">
                <a:extLst>
                  <a:ext uri="{FF2B5EF4-FFF2-40B4-BE49-F238E27FC236}">
                    <a16:creationId xmlns:a16="http://schemas.microsoft.com/office/drawing/2014/main" id="{0027404F-E82C-4CF7-B46C-78AE2BFC9E53}"/>
                  </a:ext>
                </a:extLst>
              </p:cNvPr>
              <p:cNvCxnSpPr/>
              <p:nvPr/>
            </p:nvCxnSpPr>
            <p:spPr>
              <a:xfrm>
                <a:off x="676275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線接點 84">
                <a:extLst>
                  <a:ext uri="{FF2B5EF4-FFF2-40B4-BE49-F238E27FC236}">
                    <a16:creationId xmlns:a16="http://schemas.microsoft.com/office/drawing/2014/main" id="{767E0E00-DBFC-479F-856B-D9A3EE2629CD}"/>
                  </a:ext>
                </a:extLst>
              </p:cNvPr>
              <p:cNvCxnSpPr/>
              <p:nvPr/>
            </p:nvCxnSpPr>
            <p:spPr>
              <a:xfrm>
                <a:off x="692802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線接點 85">
                <a:extLst>
                  <a:ext uri="{FF2B5EF4-FFF2-40B4-BE49-F238E27FC236}">
                    <a16:creationId xmlns:a16="http://schemas.microsoft.com/office/drawing/2014/main" id="{46581386-DD52-4E21-8CEE-769DF8D77354}"/>
                  </a:ext>
                </a:extLst>
              </p:cNvPr>
              <p:cNvCxnSpPr/>
              <p:nvPr/>
            </p:nvCxnSpPr>
            <p:spPr>
              <a:xfrm>
                <a:off x="709330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線接點 86">
                <a:extLst>
                  <a:ext uri="{FF2B5EF4-FFF2-40B4-BE49-F238E27FC236}">
                    <a16:creationId xmlns:a16="http://schemas.microsoft.com/office/drawing/2014/main" id="{4158D722-EC52-4F08-B468-F2905C4C70BF}"/>
                  </a:ext>
                </a:extLst>
              </p:cNvPr>
              <p:cNvCxnSpPr/>
              <p:nvPr/>
            </p:nvCxnSpPr>
            <p:spPr>
              <a:xfrm>
                <a:off x="725857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線接點 87">
                <a:extLst>
                  <a:ext uri="{FF2B5EF4-FFF2-40B4-BE49-F238E27FC236}">
                    <a16:creationId xmlns:a16="http://schemas.microsoft.com/office/drawing/2014/main" id="{78B51D64-8E01-4D2E-8ABF-2B5FBC8A7C1C}"/>
                  </a:ext>
                </a:extLst>
              </p:cNvPr>
              <p:cNvCxnSpPr/>
              <p:nvPr/>
            </p:nvCxnSpPr>
            <p:spPr>
              <a:xfrm>
                <a:off x="742385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接點 88">
                <a:extLst>
                  <a:ext uri="{FF2B5EF4-FFF2-40B4-BE49-F238E27FC236}">
                    <a16:creationId xmlns:a16="http://schemas.microsoft.com/office/drawing/2014/main" id="{78049008-1ECC-4259-889A-DC286AA28A46}"/>
                  </a:ext>
                </a:extLst>
              </p:cNvPr>
              <p:cNvCxnSpPr/>
              <p:nvPr/>
            </p:nvCxnSpPr>
            <p:spPr>
              <a:xfrm>
                <a:off x="758913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線接點 89">
                <a:extLst>
                  <a:ext uri="{FF2B5EF4-FFF2-40B4-BE49-F238E27FC236}">
                    <a16:creationId xmlns:a16="http://schemas.microsoft.com/office/drawing/2014/main" id="{DDC7B2AD-CF10-4BEE-953C-8C760E80197B}"/>
                  </a:ext>
                </a:extLst>
              </p:cNvPr>
              <p:cNvCxnSpPr/>
              <p:nvPr/>
            </p:nvCxnSpPr>
            <p:spPr>
              <a:xfrm>
                <a:off x="775440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線接點 90">
                <a:extLst>
                  <a:ext uri="{FF2B5EF4-FFF2-40B4-BE49-F238E27FC236}">
                    <a16:creationId xmlns:a16="http://schemas.microsoft.com/office/drawing/2014/main" id="{4A8387BF-3927-4613-BC8B-27D022B95331}"/>
                  </a:ext>
                </a:extLst>
              </p:cNvPr>
              <p:cNvCxnSpPr/>
              <p:nvPr/>
            </p:nvCxnSpPr>
            <p:spPr>
              <a:xfrm>
                <a:off x="791968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線接點 91">
                <a:extLst>
                  <a:ext uri="{FF2B5EF4-FFF2-40B4-BE49-F238E27FC236}">
                    <a16:creationId xmlns:a16="http://schemas.microsoft.com/office/drawing/2014/main" id="{3815E3CD-0B5D-4771-98B1-F132417E5DA5}"/>
                  </a:ext>
                </a:extLst>
              </p:cNvPr>
              <p:cNvCxnSpPr/>
              <p:nvPr/>
            </p:nvCxnSpPr>
            <p:spPr>
              <a:xfrm>
                <a:off x="808495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線接點 92">
                <a:extLst>
                  <a:ext uri="{FF2B5EF4-FFF2-40B4-BE49-F238E27FC236}">
                    <a16:creationId xmlns:a16="http://schemas.microsoft.com/office/drawing/2014/main" id="{9B3B12DD-9D6A-4113-BF2B-B30D8F0890D0}"/>
                  </a:ext>
                </a:extLst>
              </p:cNvPr>
              <p:cNvCxnSpPr/>
              <p:nvPr/>
            </p:nvCxnSpPr>
            <p:spPr>
              <a:xfrm>
                <a:off x="783704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線接點 93">
                <a:extLst>
                  <a:ext uri="{FF2B5EF4-FFF2-40B4-BE49-F238E27FC236}">
                    <a16:creationId xmlns:a16="http://schemas.microsoft.com/office/drawing/2014/main" id="{E45DA3A1-72BD-4EF8-880D-753853218A4E}"/>
                  </a:ext>
                </a:extLst>
              </p:cNvPr>
              <p:cNvCxnSpPr/>
              <p:nvPr/>
            </p:nvCxnSpPr>
            <p:spPr>
              <a:xfrm>
                <a:off x="800232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直線接點 94">
                <a:extLst>
                  <a:ext uri="{FF2B5EF4-FFF2-40B4-BE49-F238E27FC236}">
                    <a16:creationId xmlns:a16="http://schemas.microsoft.com/office/drawing/2014/main" id="{92788D37-CDD8-4DDD-93C6-33AF8F79FEEC}"/>
                  </a:ext>
                </a:extLst>
              </p:cNvPr>
              <p:cNvCxnSpPr/>
              <p:nvPr/>
            </p:nvCxnSpPr>
            <p:spPr>
              <a:xfrm>
                <a:off x="816759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直線接點 95">
                <a:extLst>
                  <a:ext uri="{FF2B5EF4-FFF2-40B4-BE49-F238E27FC236}">
                    <a16:creationId xmlns:a16="http://schemas.microsoft.com/office/drawing/2014/main" id="{284319D8-1E08-4099-BBDA-08CFBCD418C5}"/>
                  </a:ext>
                </a:extLst>
              </p:cNvPr>
              <p:cNvCxnSpPr/>
              <p:nvPr/>
            </p:nvCxnSpPr>
            <p:spPr>
              <a:xfrm>
                <a:off x="825023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線接點 96">
                <a:extLst>
                  <a:ext uri="{FF2B5EF4-FFF2-40B4-BE49-F238E27FC236}">
                    <a16:creationId xmlns:a16="http://schemas.microsoft.com/office/drawing/2014/main" id="{BEBD7A1E-4272-4EE6-A3AB-16344693DB7C}"/>
                  </a:ext>
                </a:extLst>
              </p:cNvPr>
              <p:cNvCxnSpPr/>
              <p:nvPr/>
            </p:nvCxnSpPr>
            <p:spPr>
              <a:xfrm>
                <a:off x="833287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直線接點 97">
                <a:extLst>
                  <a:ext uri="{FF2B5EF4-FFF2-40B4-BE49-F238E27FC236}">
                    <a16:creationId xmlns:a16="http://schemas.microsoft.com/office/drawing/2014/main" id="{1B7A0ADA-B18A-443B-8D3E-D982BEDD2CEF}"/>
                  </a:ext>
                </a:extLst>
              </p:cNvPr>
              <p:cNvCxnSpPr/>
              <p:nvPr/>
            </p:nvCxnSpPr>
            <p:spPr>
              <a:xfrm>
                <a:off x="8415513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直線接點 98">
                <a:extLst>
                  <a:ext uri="{FF2B5EF4-FFF2-40B4-BE49-F238E27FC236}">
                    <a16:creationId xmlns:a16="http://schemas.microsoft.com/office/drawing/2014/main" id="{E24DD66D-0EFC-4476-A870-07205114623E}"/>
                  </a:ext>
                </a:extLst>
              </p:cNvPr>
              <p:cNvCxnSpPr/>
              <p:nvPr/>
            </p:nvCxnSpPr>
            <p:spPr>
              <a:xfrm>
                <a:off x="684538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線接點 99">
                <a:extLst>
                  <a:ext uri="{FF2B5EF4-FFF2-40B4-BE49-F238E27FC236}">
                    <a16:creationId xmlns:a16="http://schemas.microsoft.com/office/drawing/2014/main" id="{469BF4A7-4477-41ED-B5C7-E4EB694903AE}"/>
                  </a:ext>
                </a:extLst>
              </p:cNvPr>
              <p:cNvCxnSpPr/>
              <p:nvPr/>
            </p:nvCxnSpPr>
            <p:spPr>
              <a:xfrm>
                <a:off x="701066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線接點 100">
                <a:extLst>
                  <a:ext uri="{FF2B5EF4-FFF2-40B4-BE49-F238E27FC236}">
                    <a16:creationId xmlns:a16="http://schemas.microsoft.com/office/drawing/2014/main" id="{7E973C67-8915-4DA6-B427-BCE0C61DDBF9}"/>
                  </a:ext>
                </a:extLst>
              </p:cNvPr>
              <p:cNvCxnSpPr/>
              <p:nvPr/>
            </p:nvCxnSpPr>
            <p:spPr>
              <a:xfrm>
                <a:off x="717594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接點 101">
                <a:extLst>
                  <a:ext uri="{FF2B5EF4-FFF2-40B4-BE49-F238E27FC236}">
                    <a16:creationId xmlns:a16="http://schemas.microsoft.com/office/drawing/2014/main" id="{F746E81E-4AE5-4C09-A403-F703D9583210}"/>
                  </a:ext>
                </a:extLst>
              </p:cNvPr>
              <p:cNvCxnSpPr/>
              <p:nvPr/>
            </p:nvCxnSpPr>
            <p:spPr>
              <a:xfrm>
                <a:off x="734121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線接點 102">
                <a:extLst>
                  <a:ext uri="{FF2B5EF4-FFF2-40B4-BE49-F238E27FC236}">
                    <a16:creationId xmlns:a16="http://schemas.microsoft.com/office/drawing/2014/main" id="{B9257E9D-DE81-4D77-AEDE-DA3F350EB45C}"/>
                  </a:ext>
                </a:extLst>
              </p:cNvPr>
              <p:cNvCxnSpPr/>
              <p:nvPr/>
            </p:nvCxnSpPr>
            <p:spPr>
              <a:xfrm>
                <a:off x="750649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線接點 103">
                <a:extLst>
                  <a:ext uri="{FF2B5EF4-FFF2-40B4-BE49-F238E27FC236}">
                    <a16:creationId xmlns:a16="http://schemas.microsoft.com/office/drawing/2014/main" id="{CDFC1578-E59A-4DA4-ADAB-98DF30D28E43}"/>
                  </a:ext>
                </a:extLst>
              </p:cNvPr>
              <p:cNvCxnSpPr/>
              <p:nvPr/>
            </p:nvCxnSpPr>
            <p:spPr>
              <a:xfrm>
                <a:off x="767176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接點 104">
                <a:extLst>
                  <a:ext uri="{FF2B5EF4-FFF2-40B4-BE49-F238E27FC236}">
                    <a16:creationId xmlns:a16="http://schemas.microsoft.com/office/drawing/2014/main" id="{DA1A0099-50B3-48F4-8F11-87A26DE415BD}"/>
                  </a:ext>
                </a:extLst>
              </p:cNvPr>
              <p:cNvCxnSpPr/>
              <p:nvPr/>
            </p:nvCxnSpPr>
            <p:spPr>
              <a:xfrm>
                <a:off x="585373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線接點 105">
                <a:extLst>
                  <a:ext uri="{FF2B5EF4-FFF2-40B4-BE49-F238E27FC236}">
                    <a16:creationId xmlns:a16="http://schemas.microsoft.com/office/drawing/2014/main" id="{7C5FCF51-A8F8-410A-9793-CE4EA03FEC41}"/>
                  </a:ext>
                </a:extLst>
              </p:cNvPr>
              <p:cNvCxnSpPr/>
              <p:nvPr/>
            </p:nvCxnSpPr>
            <p:spPr>
              <a:xfrm>
                <a:off x="601900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線接點 106">
                <a:extLst>
                  <a:ext uri="{FF2B5EF4-FFF2-40B4-BE49-F238E27FC236}">
                    <a16:creationId xmlns:a16="http://schemas.microsoft.com/office/drawing/2014/main" id="{A8960FBB-4696-4204-A0F8-8DDE1CEB3B56}"/>
                  </a:ext>
                </a:extLst>
              </p:cNvPr>
              <p:cNvCxnSpPr/>
              <p:nvPr/>
            </p:nvCxnSpPr>
            <p:spPr>
              <a:xfrm>
                <a:off x="626692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線接點 107">
                <a:extLst>
                  <a:ext uri="{FF2B5EF4-FFF2-40B4-BE49-F238E27FC236}">
                    <a16:creationId xmlns:a16="http://schemas.microsoft.com/office/drawing/2014/main" id="{37BE73E4-75E3-4F56-96AA-4E0D39EBD3AA}"/>
                  </a:ext>
                </a:extLst>
              </p:cNvPr>
              <p:cNvCxnSpPr/>
              <p:nvPr/>
            </p:nvCxnSpPr>
            <p:spPr>
              <a:xfrm>
                <a:off x="634956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線接點 108">
                <a:extLst>
                  <a:ext uri="{FF2B5EF4-FFF2-40B4-BE49-F238E27FC236}">
                    <a16:creationId xmlns:a16="http://schemas.microsoft.com/office/drawing/2014/main" id="{E45A83CB-A26B-486D-8B3F-6FBC7912EB47}"/>
                  </a:ext>
                </a:extLst>
              </p:cNvPr>
              <p:cNvCxnSpPr/>
              <p:nvPr/>
            </p:nvCxnSpPr>
            <p:spPr>
              <a:xfrm>
                <a:off x="651483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線接點 109">
                <a:extLst>
                  <a:ext uri="{FF2B5EF4-FFF2-40B4-BE49-F238E27FC236}">
                    <a16:creationId xmlns:a16="http://schemas.microsoft.com/office/drawing/2014/main" id="{CE1C7DA0-1FF1-4259-8C84-BC412863FC08}"/>
                  </a:ext>
                </a:extLst>
              </p:cNvPr>
              <p:cNvCxnSpPr/>
              <p:nvPr/>
            </p:nvCxnSpPr>
            <p:spPr>
              <a:xfrm>
                <a:off x="668011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接點 110">
                <a:extLst>
                  <a:ext uri="{FF2B5EF4-FFF2-40B4-BE49-F238E27FC236}">
                    <a16:creationId xmlns:a16="http://schemas.microsoft.com/office/drawing/2014/main" id="{B95D317F-48F4-4B30-A4DB-EB68A7BE2B0A}"/>
                  </a:ext>
                </a:extLst>
              </p:cNvPr>
              <p:cNvCxnSpPr/>
              <p:nvPr/>
            </p:nvCxnSpPr>
            <p:spPr>
              <a:xfrm>
                <a:off x="4448886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線接點 111">
                <a:extLst>
                  <a:ext uri="{FF2B5EF4-FFF2-40B4-BE49-F238E27FC236}">
                    <a16:creationId xmlns:a16="http://schemas.microsoft.com/office/drawing/2014/main" id="{F444B208-2AD8-4349-872A-5866654777DA}"/>
                  </a:ext>
                </a:extLst>
              </p:cNvPr>
              <p:cNvCxnSpPr/>
              <p:nvPr/>
            </p:nvCxnSpPr>
            <p:spPr>
              <a:xfrm>
                <a:off x="4696800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線接點 112">
                <a:extLst>
                  <a:ext uri="{FF2B5EF4-FFF2-40B4-BE49-F238E27FC236}">
                    <a16:creationId xmlns:a16="http://schemas.microsoft.com/office/drawing/2014/main" id="{7BE09C1A-43FF-444C-B9F4-A4C601AE3E2D}"/>
                  </a:ext>
                </a:extLst>
              </p:cNvPr>
              <p:cNvCxnSpPr/>
              <p:nvPr/>
            </p:nvCxnSpPr>
            <p:spPr>
              <a:xfrm>
                <a:off x="4944714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線接點 113">
                <a:extLst>
                  <a:ext uri="{FF2B5EF4-FFF2-40B4-BE49-F238E27FC236}">
                    <a16:creationId xmlns:a16="http://schemas.microsoft.com/office/drawing/2014/main" id="{E23CFA37-423E-4DDC-A18E-5D57941903AE}"/>
                  </a:ext>
                </a:extLst>
              </p:cNvPr>
              <p:cNvCxnSpPr/>
              <p:nvPr/>
            </p:nvCxnSpPr>
            <p:spPr>
              <a:xfrm>
                <a:off x="519262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線接點 114">
                <a:extLst>
                  <a:ext uri="{FF2B5EF4-FFF2-40B4-BE49-F238E27FC236}">
                    <a16:creationId xmlns:a16="http://schemas.microsoft.com/office/drawing/2014/main" id="{91BF4956-244A-4E99-9214-C3A679B2BE2D}"/>
                  </a:ext>
                </a:extLst>
              </p:cNvPr>
              <p:cNvCxnSpPr/>
              <p:nvPr/>
            </p:nvCxnSpPr>
            <p:spPr>
              <a:xfrm>
                <a:off x="5440542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線接點 115">
                <a:extLst>
                  <a:ext uri="{FF2B5EF4-FFF2-40B4-BE49-F238E27FC236}">
                    <a16:creationId xmlns:a16="http://schemas.microsoft.com/office/drawing/2014/main" id="{7E48F7A5-20D1-4F53-B5FA-8A7C830799E3}"/>
                  </a:ext>
                </a:extLst>
              </p:cNvPr>
              <p:cNvCxnSpPr/>
              <p:nvPr/>
            </p:nvCxnSpPr>
            <p:spPr>
              <a:xfrm>
                <a:off x="5605818" y="88900"/>
                <a:ext cx="0" cy="108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5" name="群組 224">
            <a:extLst>
              <a:ext uri="{FF2B5EF4-FFF2-40B4-BE49-F238E27FC236}">
                <a16:creationId xmlns:a16="http://schemas.microsoft.com/office/drawing/2014/main" id="{DA46E1A4-BC19-4B72-A50A-1A590C4DE6A0}"/>
              </a:ext>
            </a:extLst>
          </p:cNvPr>
          <p:cNvGrpSpPr/>
          <p:nvPr/>
        </p:nvGrpSpPr>
        <p:grpSpPr>
          <a:xfrm>
            <a:off x="515856" y="1122937"/>
            <a:ext cx="1832024" cy="129188"/>
            <a:chOff x="4605659" y="5042550"/>
            <a:chExt cx="1539846" cy="108585"/>
          </a:xfrm>
        </p:grpSpPr>
        <p:grpSp>
          <p:nvGrpSpPr>
            <p:cNvPr id="226" name="群組 225">
              <a:extLst>
                <a:ext uri="{FF2B5EF4-FFF2-40B4-BE49-F238E27FC236}">
                  <a16:creationId xmlns:a16="http://schemas.microsoft.com/office/drawing/2014/main" id="{4C6E0051-A379-4D8C-8C6F-F4BC1B838791}"/>
                </a:ext>
              </a:extLst>
            </p:cNvPr>
            <p:cNvGrpSpPr>
              <a:grpSpLocks noChangeAspect="1"/>
            </p:cNvGrpSpPr>
            <p:nvPr/>
          </p:nvGrpSpPr>
          <p:grpSpPr>
            <a:xfrm flipV="1">
              <a:off x="4605659" y="5042550"/>
              <a:ext cx="1539846" cy="108585"/>
              <a:chOff x="3956870" y="903690"/>
              <a:chExt cx="4594474" cy="324000"/>
            </a:xfrm>
          </p:grpSpPr>
          <p:sp>
            <p:nvSpPr>
              <p:cNvPr id="229" name="圓角矩形 1440">
                <a:extLst>
                  <a:ext uri="{FF2B5EF4-FFF2-40B4-BE49-F238E27FC236}">
                    <a16:creationId xmlns:a16="http://schemas.microsoft.com/office/drawing/2014/main" id="{36BAD41B-BF6C-4B42-89C8-6B7DFE2FCF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56870" y="903690"/>
                <a:ext cx="4594474" cy="32400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190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30" name="圓角矩形 1441">
                <a:extLst>
                  <a:ext uri="{FF2B5EF4-FFF2-40B4-BE49-F238E27FC236}">
                    <a16:creationId xmlns:a16="http://schemas.microsoft.com/office/drawing/2014/main" id="{63886A4C-EEDA-4277-AAD6-06BBCC7DEB60}"/>
                  </a:ext>
                </a:extLst>
              </p:cNvPr>
              <p:cNvSpPr/>
              <p:nvPr/>
            </p:nvSpPr>
            <p:spPr>
              <a:xfrm>
                <a:off x="4028575" y="989950"/>
                <a:ext cx="1396382" cy="144000"/>
              </a:xfrm>
              <a:prstGeom prst="round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31" name="圓角矩形 1442">
                <a:extLst>
                  <a:ext uri="{FF2B5EF4-FFF2-40B4-BE49-F238E27FC236}">
                    <a16:creationId xmlns:a16="http://schemas.microsoft.com/office/drawing/2014/main" id="{58D1075F-C73A-4A5C-B54A-4E397F964195}"/>
                  </a:ext>
                </a:extLst>
              </p:cNvPr>
              <p:cNvSpPr/>
              <p:nvPr/>
            </p:nvSpPr>
            <p:spPr>
              <a:xfrm>
                <a:off x="5474857" y="993420"/>
                <a:ext cx="751898" cy="144000"/>
              </a:xfrm>
              <a:prstGeom prst="round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grpSp>
            <p:nvGrpSpPr>
              <p:cNvPr id="232" name="群組 231">
                <a:extLst>
                  <a:ext uri="{FF2B5EF4-FFF2-40B4-BE49-F238E27FC236}">
                    <a16:creationId xmlns:a16="http://schemas.microsoft.com/office/drawing/2014/main" id="{11DB6EAA-F849-43ED-AC19-015DA2BB6935}"/>
                  </a:ext>
                </a:extLst>
              </p:cNvPr>
              <p:cNvGrpSpPr/>
              <p:nvPr/>
            </p:nvGrpSpPr>
            <p:grpSpPr>
              <a:xfrm>
                <a:off x="4044201" y="923573"/>
                <a:ext cx="4419811" cy="45719"/>
                <a:chOff x="4035696" y="88900"/>
                <a:chExt cx="4419811" cy="108000"/>
              </a:xfrm>
            </p:grpSpPr>
            <p:cxnSp>
              <p:nvCxnSpPr>
                <p:cNvPr id="342" name="直線接點 341">
                  <a:extLst>
                    <a:ext uri="{FF2B5EF4-FFF2-40B4-BE49-F238E27FC236}">
                      <a16:creationId xmlns:a16="http://schemas.microsoft.com/office/drawing/2014/main" id="{904173C0-9A06-442B-B025-0F5AE64EE591}"/>
                    </a:ext>
                  </a:extLst>
                </p:cNvPr>
                <p:cNvCxnSpPr/>
                <p:nvPr/>
              </p:nvCxnSpPr>
              <p:spPr>
                <a:xfrm>
                  <a:off x="407569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3" name="直線接點 342">
                  <a:extLst>
                    <a:ext uri="{FF2B5EF4-FFF2-40B4-BE49-F238E27FC236}">
                      <a16:creationId xmlns:a16="http://schemas.microsoft.com/office/drawing/2014/main" id="{989D4E03-353F-400F-81F7-7C9C258CE2AE}"/>
                    </a:ext>
                  </a:extLst>
                </p:cNvPr>
                <p:cNvCxnSpPr/>
                <p:nvPr/>
              </p:nvCxnSpPr>
              <p:spPr>
                <a:xfrm>
                  <a:off x="415832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4" name="直線接點 343">
                  <a:extLst>
                    <a:ext uri="{FF2B5EF4-FFF2-40B4-BE49-F238E27FC236}">
                      <a16:creationId xmlns:a16="http://schemas.microsoft.com/office/drawing/2014/main" id="{47327B3C-9D5B-4FD6-9076-935EB41B86CF}"/>
                    </a:ext>
                  </a:extLst>
                </p:cNvPr>
                <p:cNvCxnSpPr/>
                <p:nvPr/>
              </p:nvCxnSpPr>
              <p:spPr>
                <a:xfrm>
                  <a:off x="424096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5" name="直線接點 344">
                  <a:extLst>
                    <a:ext uri="{FF2B5EF4-FFF2-40B4-BE49-F238E27FC236}">
                      <a16:creationId xmlns:a16="http://schemas.microsoft.com/office/drawing/2014/main" id="{EC808405-1B27-4467-B464-9EDE008086E9}"/>
                    </a:ext>
                  </a:extLst>
                </p:cNvPr>
                <p:cNvCxnSpPr/>
                <p:nvPr/>
              </p:nvCxnSpPr>
              <p:spPr>
                <a:xfrm>
                  <a:off x="432360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6" name="直線接點 345">
                  <a:extLst>
                    <a:ext uri="{FF2B5EF4-FFF2-40B4-BE49-F238E27FC236}">
                      <a16:creationId xmlns:a16="http://schemas.microsoft.com/office/drawing/2014/main" id="{E9F7FF8A-875E-41B3-AFCC-02412D312AF2}"/>
                    </a:ext>
                  </a:extLst>
                </p:cNvPr>
                <p:cNvCxnSpPr/>
                <p:nvPr/>
              </p:nvCxnSpPr>
              <p:spPr>
                <a:xfrm>
                  <a:off x="457151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7" name="直線接點 346">
                  <a:extLst>
                    <a:ext uri="{FF2B5EF4-FFF2-40B4-BE49-F238E27FC236}">
                      <a16:creationId xmlns:a16="http://schemas.microsoft.com/office/drawing/2014/main" id="{2BA6A8CC-7454-4311-B698-9F151B8C670C}"/>
                    </a:ext>
                  </a:extLst>
                </p:cNvPr>
                <p:cNvCxnSpPr/>
                <p:nvPr/>
              </p:nvCxnSpPr>
              <p:spPr>
                <a:xfrm>
                  <a:off x="481943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8" name="直線接點 347">
                  <a:extLst>
                    <a:ext uri="{FF2B5EF4-FFF2-40B4-BE49-F238E27FC236}">
                      <a16:creationId xmlns:a16="http://schemas.microsoft.com/office/drawing/2014/main" id="{C721F836-897E-46B1-88B5-AFFA374C6F6F}"/>
                    </a:ext>
                  </a:extLst>
                </p:cNvPr>
                <p:cNvCxnSpPr/>
                <p:nvPr/>
              </p:nvCxnSpPr>
              <p:spPr>
                <a:xfrm>
                  <a:off x="506734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9" name="直線接點 348">
                  <a:extLst>
                    <a:ext uri="{FF2B5EF4-FFF2-40B4-BE49-F238E27FC236}">
                      <a16:creationId xmlns:a16="http://schemas.microsoft.com/office/drawing/2014/main" id="{7D11A0CA-2150-4BD3-9049-6966D1C660B3}"/>
                    </a:ext>
                  </a:extLst>
                </p:cNvPr>
                <p:cNvCxnSpPr/>
                <p:nvPr/>
              </p:nvCxnSpPr>
              <p:spPr>
                <a:xfrm>
                  <a:off x="539789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0" name="直線接點 349">
                  <a:extLst>
                    <a:ext uri="{FF2B5EF4-FFF2-40B4-BE49-F238E27FC236}">
                      <a16:creationId xmlns:a16="http://schemas.microsoft.com/office/drawing/2014/main" id="{27893C13-C5FA-4DAC-BE2F-C096AACA3136}"/>
                    </a:ext>
                  </a:extLst>
                </p:cNvPr>
                <p:cNvCxnSpPr/>
                <p:nvPr/>
              </p:nvCxnSpPr>
              <p:spPr>
                <a:xfrm>
                  <a:off x="440624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1" name="直線接點 350">
                  <a:extLst>
                    <a:ext uri="{FF2B5EF4-FFF2-40B4-BE49-F238E27FC236}">
                      <a16:creationId xmlns:a16="http://schemas.microsoft.com/office/drawing/2014/main" id="{4B12966B-D878-4086-B667-CF956B639064}"/>
                    </a:ext>
                  </a:extLst>
                </p:cNvPr>
                <p:cNvCxnSpPr/>
                <p:nvPr/>
              </p:nvCxnSpPr>
              <p:spPr>
                <a:xfrm>
                  <a:off x="465415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2" name="直線接點 351">
                  <a:extLst>
                    <a:ext uri="{FF2B5EF4-FFF2-40B4-BE49-F238E27FC236}">
                      <a16:creationId xmlns:a16="http://schemas.microsoft.com/office/drawing/2014/main" id="{C997D342-83D4-4373-A82A-E8E2B612CBEB}"/>
                    </a:ext>
                  </a:extLst>
                </p:cNvPr>
                <p:cNvCxnSpPr/>
                <p:nvPr/>
              </p:nvCxnSpPr>
              <p:spPr>
                <a:xfrm>
                  <a:off x="490207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3" name="直線接點 352">
                  <a:extLst>
                    <a:ext uri="{FF2B5EF4-FFF2-40B4-BE49-F238E27FC236}">
                      <a16:creationId xmlns:a16="http://schemas.microsoft.com/office/drawing/2014/main" id="{DC0CB2F4-065D-438C-B19A-2534E8375A50}"/>
                    </a:ext>
                  </a:extLst>
                </p:cNvPr>
                <p:cNvCxnSpPr/>
                <p:nvPr/>
              </p:nvCxnSpPr>
              <p:spPr>
                <a:xfrm>
                  <a:off x="514998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4" name="直線接點 353">
                  <a:extLst>
                    <a:ext uri="{FF2B5EF4-FFF2-40B4-BE49-F238E27FC236}">
                      <a16:creationId xmlns:a16="http://schemas.microsoft.com/office/drawing/2014/main" id="{47300334-DDB7-485F-9742-23E08EDC8ABD}"/>
                    </a:ext>
                  </a:extLst>
                </p:cNvPr>
                <p:cNvCxnSpPr/>
                <p:nvPr/>
              </p:nvCxnSpPr>
              <p:spPr>
                <a:xfrm>
                  <a:off x="531526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5" name="直線接點 354">
                  <a:extLst>
                    <a:ext uri="{FF2B5EF4-FFF2-40B4-BE49-F238E27FC236}">
                      <a16:creationId xmlns:a16="http://schemas.microsoft.com/office/drawing/2014/main" id="{E3F295E6-A224-4CBE-94B7-6CE55C7850DE}"/>
                    </a:ext>
                  </a:extLst>
                </p:cNvPr>
                <p:cNvCxnSpPr/>
                <p:nvPr/>
              </p:nvCxnSpPr>
              <p:spPr>
                <a:xfrm>
                  <a:off x="556317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6" name="直線接點 355">
                  <a:extLst>
                    <a:ext uri="{FF2B5EF4-FFF2-40B4-BE49-F238E27FC236}">
                      <a16:creationId xmlns:a16="http://schemas.microsoft.com/office/drawing/2014/main" id="{A6CA1587-D98E-4475-9EA6-E1929EF2F1F3}"/>
                    </a:ext>
                  </a:extLst>
                </p:cNvPr>
                <p:cNvCxnSpPr/>
                <p:nvPr/>
              </p:nvCxnSpPr>
              <p:spPr>
                <a:xfrm>
                  <a:off x="572845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7" name="直線接點 356">
                  <a:extLst>
                    <a:ext uri="{FF2B5EF4-FFF2-40B4-BE49-F238E27FC236}">
                      <a16:creationId xmlns:a16="http://schemas.microsoft.com/office/drawing/2014/main" id="{C3DD1172-E8BB-4E9C-B611-AAC718FA79B0}"/>
                    </a:ext>
                  </a:extLst>
                </p:cNvPr>
                <p:cNvCxnSpPr/>
                <p:nvPr/>
              </p:nvCxnSpPr>
              <p:spPr>
                <a:xfrm>
                  <a:off x="581108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8" name="直線接點 357">
                  <a:extLst>
                    <a:ext uri="{FF2B5EF4-FFF2-40B4-BE49-F238E27FC236}">
                      <a16:creationId xmlns:a16="http://schemas.microsoft.com/office/drawing/2014/main" id="{A4990073-ECCB-4BA1-8AA8-BE251C91353A}"/>
                    </a:ext>
                  </a:extLst>
                </p:cNvPr>
                <p:cNvCxnSpPr/>
                <p:nvPr/>
              </p:nvCxnSpPr>
              <p:spPr>
                <a:xfrm>
                  <a:off x="597636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9" name="直線接點 358">
                  <a:extLst>
                    <a:ext uri="{FF2B5EF4-FFF2-40B4-BE49-F238E27FC236}">
                      <a16:creationId xmlns:a16="http://schemas.microsoft.com/office/drawing/2014/main" id="{52F24F7E-71F4-4EE4-8BEA-3C3C09047482}"/>
                    </a:ext>
                  </a:extLst>
                </p:cNvPr>
                <p:cNvCxnSpPr/>
                <p:nvPr/>
              </p:nvCxnSpPr>
              <p:spPr>
                <a:xfrm>
                  <a:off x="614164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0" name="直線接點 359">
                  <a:extLst>
                    <a:ext uri="{FF2B5EF4-FFF2-40B4-BE49-F238E27FC236}">
                      <a16:creationId xmlns:a16="http://schemas.microsoft.com/office/drawing/2014/main" id="{DD4FA64C-1133-4A30-84BD-66D7A4C188D8}"/>
                    </a:ext>
                  </a:extLst>
                </p:cNvPr>
                <p:cNvCxnSpPr/>
                <p:nvPr/>
              </p:nvCxnSpPr>
              <p:spPr>
                <a:xfrm>
                  <a:off x="622427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直線接點 360">
                  <a:extLst>
                    <a:ext uri="{FF2B5EF4-FFF2-40B4-BE49-F238E27FC236}">
                      <a16:creationId xmlns:a16="http://schemas.microsoft.com/office/drawing/2014/main" id="{06968DB5-DB4E-42BD-9E4E-B4C4D8EC324C}"/>
                    </a:ext>
                  </a:extLst>
                </p:cNvPr>
                <p:cNvCxnSpPr/>
                <p:nvPr/>
              </p:nvCxnSpPr>
              <p:spPr>
                <a:xfrm>
                  <a:off x="647219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2" name="直線接點 361">
                  <a:extLst>
                    <a:ext uri="{FF2B5EF4-FFF2-40B4-BE49-F238E27FC236}">
                      <a16:creationId xmlns:a16="http://schemas.microsoft.com/office/drawing/2014/main" id="{2E86BF67-1FCF-42CF-948C-DF2AA738A3F2}"/>
                    </a:ext>
                  </a:extLst>
                </p:cNvPr>
                <p:cNvCxnSpPr/>
                <p:nvPr/>
              </p:nvCxnSpPr>
              <p:spPr>
                <a:xfrm>
                  <a:off x="663746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3" name="直線接點 362">
                  <a:extLst>
                    <a:ext uri="{FF2B5EF4-FFF2-40B4-BE49-F238E27FC236}">
                      <a16:creationId xmlns:a16="http://schemas.microsoft.com/office/drawing/2014/main" id="{FA4363A7-647A-4C96-A5BD-8AB93EAF3C54}"/>
                    </a:ext>
                  </a:extLst>
                </p:cNvPr>
                <p:cNvCxnSpPr/>
                <p:nvPr/>
              </p:nvCxnSpPr>
              <p:spPr>
                <a:xfrm>
                  <a:off x="680274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4" name="直線接點 363">
                  <a:extLst>
                    <a:ext uri="{FF2B5EF4-FFF2-40B4-BE49-F238E27FC236}">
                      <a16:creationId xmlns:a16="http://schemas.microsoft.com/office/drawing/2014/main" id="{2F46C9B0-7605-41FC-823B-58A6FD82372F}"/>
                    </a:ext>
                  </a:extLst>
                </p:cNvPr>
                <p:cNvCxnSpPr/>
                <p:nvPr/>
              </p:nvCxnSpPr>
              <p:spPr>
                <a:xfrm>
                  <a:off x="696802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5" name="直線接點 364">
                  <a:extLst>
                    <a:ext uri="{FF2B5EF4-FFF2-40B4-BE49-F238E27FC236}">
                      <a16:creationId xmlns:a16="http://schemas.microsoft.com/office/drawing/2014/main" id="{C0ED3103-F0F6-49D7-87BC-40160088D03F}"/>
                    </a:ext>
                  </a:extLst>
                </p:cNvPr>
                <p:cNvCxnSpPr/>
                <p:nvPr/>
              </p:nvCxnSpPr>
              <p:spPr>
                <a:xfrm>
                  <a:off x="713329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6" name="直線接點 365">
                  <a:extLst>
                    <a:ext uri="{FF2B5EF4-FFF2-40B4-BE49-F238E27FC236}">
                      <a16:creationId xmlns:a16="http://schemas.microsoft.com/office/drawing/2014/main" id="{30E8FA8A-2A41-4DB2-830E-E7CF331AF5F8}"/>
                    </a:ext>
                  </a:extLst>
                </p:cNvPr>
                <p:cNvCxnSpPr/>
                <p:nvPr/>
              </p:nvCxnSpPr>
              <p:spPr>
                <a:xfrm>
                  <a:off x="729857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直線接點 366">
                  <a:extLst>
                    <a:ext uri="{FF2B5EF4-FFF2-40B4-BE49-F238E27FC236}">
                      <a16:creationId xmlns:a16="http://schemas.microsoft.com/office/drawing/2014/main" id="{74E6DD60-C572-4FD2-8A30-271C88566D21}"/>
                    </a:ext>
                  </a:extLst>
                </p:cNvPr>
                <p:cNvCxnSpPr/>
                <p:nvPr/>
              </p:nvCxnSpPr>
              <p:spPr>
                <a:xfrm>
                  <a:off x="746384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直線接點 367">
                  <a:extLst>
                    <a:ext uri="{FF2B5EF4-FFF2-40B4-BE49-F238E27FC236}">
                      <a16:creationId xmlns:a16="http://schemas.microsoft.com/office/drawing/2014/main" id="{2EF40B23-7986-4FEF-A8F6-71AEACA75E64}"/>
                    </a:ext>
                  </a:extLst>
                </p:cNvPr>
                <p:cNvCxnSpPr/>
                <p:nvPr/>
              </p:nvCxnSpPr>
              <p:spPr>
                <a:xfrm>
                  <a:off x="762912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直線接點 368">
                  <a:extLst>
                    <a:ext uri="{FF2B5EF4-FFF2-40B4-BE49-F238E27FC236}">
                      <a16:creationId xmlns:a16="http://schemas.microsoft.com/office/drawing/2014/main" id="{2E120F6A-D37A-4A3A-B15B-72590AF1A2CC}"/>
                    </a:ext>
                  </a:extLst>
                </p:cNvPr>
                <p:cNvCxnSpPr/>
                <p:nvPr/>
              </p:nvCxnSpPr>
              <p:spPr>
                <a:xfrm>
                  <a:off x="779440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直線接點 369">
                  <a:extLst>
                    <a:ext uri="{FF2B5EF4-FFF2-40B4-BE49-F238E27FC236}">
                      <a16:creationId xmlns:a16="http://schemas.microsoft.com/office/drawing/2014/main" id="{251FE2FC-2C6E-4421-906F-7B596894894F}"/>
                    </a:ext>
                  </a:extLst>
                </p:cNvPr>
                <p:cNvCxnSpPr/>
                <p:nvPr/>
              </p:nvCxnSpPr>
              <p:spPr>
                <a:xfrm>
                  <a:off x="795967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直線接點 370">
                  <a:extLst>
                    <a:ext uri="{FF2B5EF4-FFF2-40B4-BE49-F238E27FC236}">
                      <a16:creationId xmlns:a16="http://schemas.microsoft.com/office/drawing/2014/main" id="{0F1AE7AC-D2AD-4472-A07A-E96C031C60CA}"/>
                    </a:ext>
                  </a:extLst>
                </p:cNvPr>
                <p:cNvCxnSpPr/>
                <p:nvPr/>
              </p:nvCxnSpPr>
              <p:spPr>
                <a:xfrm>
                  <a:off x="812495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直線接點 371">
                  <a:extLst>
                    <a:ext uri="{FF2B5EF4-FFF2-40B4-BE49-F238E27FC236}">
                      <a16:creationId xmlns:a16="http://schemas.microsoft.com/office/drawing/2014/main" id="{C9D41081-F5EA-4025-9040-2D72FA1CF356}"/>
                    </a:ext>
                  </a:extLst>
                </p:cNvPr>
                <p:cNvCxnSpPr/>
                <p:nvPr/>
              </p:nvCxnSpPr>
              <p:spPr>
                <a:xfrm>
                  <a:off x="787703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3" name="直線接點 372">
                  <a:extLst>
                    <a:ext uri="{FF2B5EF4-FFF2-40B4-BE49-F238E27FC236}">
                      <a16:creationId xmlns:a16="http://schemas.microsoft.com/office/drawing/2014/main" id="{1830E8AE-D432-47A6-9484-3E3B88243422}"/>
                    </a:ext>
                  </a:extLst>
                </p:cNvPr>
                <p:cNvCxnSpPr/>
                <p:nvPr/>
              </p:nvCxnSpPr>
              <p:spPr>
                <a:xfrm>
                  <a:off x="804231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4" name="直線接點 373">
                  <a:extLst>
                    <a:ext uri="{FF2B5EF4-FFF2-40B4-BE49-F238E27FC236}">
                      <a16:creationId xmlns:a16="http://schemas.microsoft.com/office/drawing/2014/main" id="{781513BE-D1EA-4F3B-A295-B850864E6B5E}"/>
                    </a:ext>
                  </a:extLst>
                </p:cNvPr>
                <p:cNvCxnSpPr/>
                <p:nvPr/>
              </p:nvCxnSpPr>
              <p:spPr>
                <a:xfrm>
                  <a:off x="820759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直線接點 374">
                  <a:extLst>
                    <a:ext uri="{FF2B5EF4-FFF2-40B4-BE49-F238E27FC236}">
                      <a16:creationId xmlns:a16="http://schemas.microsoft.com/office/drawing/2014/main" id="{749380A2-0FCB-4465-9E3E-30994CB5CD65}"/>
                    </a:ext>
                  </a:extLst>
                </p:cNvPr>
                <p:cNvCxnSpPr/>
                <p:nvPr/>
              </p:nvCxnSpPr>
              <p:spPr>
                <a:xfrm>
                  <a:off x="829022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直線接點 375">
                  <a:extLst>
                    <a:ext uri="{FF2B5EF4-FFF2-40B4-BE49-F238E27FC236}">
                      <a16:creationId xmlns:a16="http://schemas.microsoft.com/office/drawing/2014/main" id="{F94E28CD-81BC-4EEF-9145-05412E5E1E04}"/>
                    </a:ext>
                  </a:extLst>
                </p:cNvPr>
                <p:cNvCxnSpPr/>
                <p:nvPr/>
              </p:nvCxnSpPr>
              <p:spPr>
                <a:xfrm>
                  <a:off x="837286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直線接點 376">
                  <a:extLst>
                    <a:ext uri="{FF2B5EF4-FFF2-40B4-BE49-F238E27FC236}">
                      <a16:creationId xmlns:a16="http://schemas.microsoft.com/office/drawing/2014/main" id="{ACFB089E-56D3-4FDB-A0E1-87089242D417}"/>
                    </a:ext>
                  </a:extLst>
                </p:cNvPr>
                <p:cNvCxnSpPr/>
                <p:nvPr/>
              </p:nvCxnSpPr>
              <p:spPr>
                <a:xfrm>
                  <a:off x="8455507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直線接點 377">
                  <a:extLst>
                    <a:ext uri="{FF2B5EF4-FFF2-40B4-BE49-F238E27FC236}">
                      <a16:creationId xmlns:a16="http://schemas.microsoft.com/office/drawing/2014/main" id="{B2AD26C8-FA7A-4026-9081-06D5A71441C2}"/>
                    </a:ext>
                  </a:extLst>
                </p:cNvPr>
                <p:cNvCxnSpPr/>
                <p:nvPr/>
              </p:nvCxnSpPr>
              <p:spPr>
                <a:xfrm>
                  <a:off x="688538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直線接點 378">
                  <a:extLst>
                    <a:ext uri="{FF2B5EF4-FFF2-40B4-BE49-F238E27FC236}">
                      <a16:creationId xmlns:a16="http://schemas.microsoft.com/office/drawing/2014/main" id="{BE48404A-8CDC-4585-A175-817916A01D17}"/>
                    </a:ext>
                  </a:extLst>
                </p:cNvPr>
                <p:cNvCxnSpPr/>
                <p:nvPr/>
              </p:nvCxnSpPr>
              <p:spPr>
                <a:xfrm>
                  <a:off x="705065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直線接點 379">
                  <a:extLst>
                    <a:ext uri="{FF2B5EF4-FFF2-40B4-BE49-F238E27FC236}">
                      <a16:creationId xmlns:a16="http://schemas.microsoft.com/office/drawing/2014/main" id="{E2E02968-74D9-4E1D-9F21-CDC12711ED79}"/>
                    </a:ext>
                  </a:extLst>
                </p:cNvPr>
                <p:cNvCxnSpPr/>
                <p:nvPr/>
              </p:nvCxnSpPr>
              <p:spPr>
                <a:xfrm>
                  <a:off x="721593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1" name="直線接點 380">
                  <a:extLst>
                    <a:ext uri="{FF2B5EF4-FFF2-40B4-BE49-F238E27FC236}">
                      <a16:creationId xmlns:a16="http://schemas.microsoft.com/office/drawing/2014/main" id="{52EF7272-0448-4F5F-8157-90CF50747979}"/>
                    </a:ext>
                  </a:extLst>
                </p:cNvPr>
                <p:cNvCxnSpPr/>
                <p:nvPr/>
              </p:nvCxnSpPr>
              <p:spPr>
                <a:xfrm>
                  <a:off x="738121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2" name="直線接點 381">
                  <a:extLst>
                    <a:ext uri="{FF2B5EF4-FFF2-40B4-BE49-F238E27FC236}">
                      <a16:creationId xmlns:a16="http://schemas.microsoft.com/office/drawing/2014/main" id="{76FEE2F1-306C-4E1A-AD72-9C4317E4645E}"/>
                    </a:ext>
                  </a:extLst>
                </p:cNvPr>
                <p:cNvCxnSpPr/>
                <p:nvPr/>
              </p:nvCxnSpPr>
              <p:spPr>
                <a:xfrm>
                  <a:off x="754648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3" name="直線接點 382">
                  <a:extLst>
                    <a:ext uri="{FF2B5EF4-FFF2-40B4-BE49-F238E27FC236}">
                      <a16:creationId xmlns:a16="http://schemas.microsoft.com/office/drawing/2014/main" id="{F30E40B6-7C59-4913-B0B2-642BE326565F}"/>
                    </a:ext>
                  </a:extLst>
                </p:cNvPr>
                <p:cNvCxnSpPr/>
                <p:nvPr/>
              </p:nvCxnSpPr>
              <p:spPr>
                <a:xfrm>
                  <a:off x="771176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4" name="直線接點 383">
                  <a:extLst>
                    <a:ext uri="{FF2B5EF4-FFF2-40B4-BE49-F238E27FC236}">
                      <a16:creationId xmlns:a16="http://schemas.microsoft.com/office/drawing/2014/main" id="{51C6357E-BDDD-49F2-8775-E3AA1CC5BFC7}"/>
                    </a:ext>
                  </a:extLst>
                </p:cNvPr>
                <p:cNvCxnSpPr/>
                <p:nvPr/>
              </p:nvCxnSpPr>
              <p:spPr>
                <a:xfrm>
                  <a:off x="589372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5" name="直線接點 384">
                  <a:extLst>
                    <a:ext uri="{FF2B5EF4-FFF2-40B4-BE49-F238E27FC236}">
                      <a16:creationId xmlns:a16="http://schemas.microsoft.com/office/drawing/2014/main" id="{98758731-045E-4022-809F-FE12EE7274ED}"/>
                    </a:ext>
                  </a:extLst>
                </p:cNvPr>
                <p:cNvCxnSpPr/>
                <p:nvPr/>
              </p:nvCxnSpPr>
              <p:spPr>
                <a:xfrm>
                  <a:off x="605900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直線接點 385">
                  <a:extLst>
                    <a:ext uri="{FF2B5EF4-FFF2-40B4-BE49-F238E27FC236}">
                      <a16:creationId xmlns:a16="http://schemas.microsoft.com/office/drawing/2014/main" id="{FB2E6E66-7AF2-43D1-A54B-BCC4F4E02147}"/>
                    </a:ext>
                  </a:extLst>
                </p:cNvPr>
                <p:cNvCxnSpPr/>
                <p:nvPr/>
              </p:nvCxnSpPr>
              <p:spPr>
                <a:xfrm>
                  <a:off x="630691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直線接點 386">
                  <a:extLst>
                    <a:ext uri="{FF2B5EF4-FFF2-40B4-BE49-F238E27FC236}">
                      <a16:creationId xmlns:a16="http://schemas.microsoft.com/office/drawing/2014/main" id="{4DA789CA-E479-48FC-972E-FD07C6920E34}"/>
                    </a:ext>
                  </a:extLst>
                </p:cNvPr>
                <p:cNvCxnSpPr/>
                <p:nvPr/>
              </p:nvCxnSpPr>
              <p:spPr>
                <a:xfrm>
                  <a:off x="638955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直線接點 387">
                  <a:extLst>
                    <a:ext uri="{FF2B5EF4-FFF2-40B4-BE49-F238E27FC236}">
                      <a16:creationId xmlns:a16="http://schemas.microsoft.com/office/drawing/2014/main" id="{817BC48C-EEEB-43BB-B5B4-A839158C2355}"/>
                    </a:ext>
                  </a:extLst>
                </p:cNvPr>
                <p:cNvCxnSpPr/>
                <p:nvPr/>
              </p:nvCxnSpPr>
              <p:spPr>
                <a:xfrm>
                  <a:off x="655483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9" name="直線接點 388">
                  <a:extLst>
                    <a:ext uri="{FF2B5EF4-FFF2-40B4-BE49-F238E27FC236}">
                      <a16:creationId xmlns:a16="http://schemas.microsoft.com/office/drawing/2014/main" id="{F2B9D3C5-6689-4879-A6A6-F61BFB3437C0}"/>
                    </a:ext>
                  </a:extLst>
                </p:cNvPr>
                <p:cNvCxnSpPr/>
                <p:nvPr/>
              </p:nvCxnSpPr>
              <p:spPr>
                <a:xfrm>
                  <a:off x="672010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0" name="直線接點 389">
                  <a:extLst>
                    <a:ext uri="{FF2B5EF4-FFF2-40B4-BE49-F238E27FC236}">
                      <a16:creationId xmlns:a16="http://schemas.microsoft.com/office/drawing/2014/main" id="{F41BB752-88B5-44D2-80C8-6EA4746C054A}"/>
                    </a:ext>
                  </a:extLst>
                </p:cNvPr>
                <p:cNvCxnSpPr/>
                <p:nvPr/>
              </p:nvCxnSpPr>
              <p:spPr>
                <a:xfrm>
                  <a:off x="448888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直線接點 390">
                  <a:extLst>
                    <a:ext uri="{FF2B5EF4-FFF2-40B4-BE49-F238E27FC236}">
                      <a16:creationId xmlns:a16="http://schemas.microsoft.com/office/drawing/2014/main" id="{1CE381D7-85D9-40DB-A9CE-ABE89FF122DB}"/>
                    </a:ext>
                  </a:extLst>
                </p:cNvPr>
                <p:cNvCxnSpPr/>
                <p:nvPr/>
              </p:nvCxnSpPr>
              <p:spPr>
                <a:xfrm>
                  <a:off x="473679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直線接點 391">
                  <a:extLst>
                    <a:ext uri="{FF2B5EF4-FFF2-40B4-BE49-F238E27FC236}">
                      <a16:creationId xmlns:a16="http://schemas.microsoft.com/office/drawing/2014/main" id="{792C98A1-9D0C-434B-85D0-F36D2D318E42}"/>
                    </a:ext>
                  </a:extLst>
                </p:cNvPr>
                <p:cNvCxnSpPr/>
                <p:nvPr/>
              </p:nvCxnSpPr>
              <p:spPr>
                <a:xfrm>
                  <a:off x="498470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3" name="直線接點 392">
                  <a:extLst>
                    <a:ext uri="{FF2B5EF4-FFF2-40B4-BE49-F238E27FC236}">
                      <a16:creationId xmlns:a16="http://schemas.microsoft.com/office/drawing/2014/main" id="{2E17655A-9621-4C16-8CD8-45EAA088CD7A}"/>
                    </a:ext>
                  </a:extLst>
                </p:cNvPr>
                <p:cNvCxnSpPr/>
                <p:nvPr/>
              </p:nvCxnSpPr>
              <p:spPr>
                <a:xfrm>
                  <a:off x="523262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直線接點 393">
                  <a:extLst>
                    <a:ext uri="{FF2B5EF4-FFF2-40B4-BE49-F238E27FC236}">
                      <a16:creationId xmlns:a16="http://schemas.microsoft.com/office/drawing/2014/main" id="{FED0B3E0-4F26-490A-B894-77C29D2F8E24}"/>
                    </a:ext>
                  </a:extLst>
                </p:cNvPr>
                <p:cNvCxnSpPr/>
                <p:nvPr/>
              </p:nvCxnSpPr>
              <p:spPr>
                <a:xfrm>
                  <a:off x="548053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直線接點 394">
                  <a:extLst>
                    <a:ext uri="{FF2B5EF4-FFF2-40B4-BE49-F238E27FC236}">
                      <a16:creationId xmlns:a16="http://schemas.microsoft.com/office/drawing/2014/main" id="{A77A89A6-7AA3-4ECA-9CB4-335315435955}"/>
                    </a:ext>
                  </a:extLst>
                </p:cNvPr>
                <p:cNvCxnSpPr/>
                <p:nvPr/>
              </p:nvCxnSpPr>
              <p:spPr>
                <a:xfrm>
                  <a:off x="564581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直線接點 395">
                  <a:extLst>
                    <a:ext uri="{FF2B5EF4-FFF2-40B4-BE49-F238E27FC236}">
                      <a16:creationId xmlns:a16="http://schemas.microsoft.com/office/drawing/2014/main" id="{6E92553B-77D9-4579-8944-5C8690B966F3}"/>
                    </a:ext>
                  </a:extLst>
                </p:cNvPr>
                <p:cNvCxnSpPr/>
                <p:nvPr/>
              </p:nvCxnSpPr>
              <p:spPr>
                <a:xfrm>
                  <a:off x="403569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7" name="直線接點 396">
                  <a:extLst>
                    <a:ext uri="{FF2B5EF4-FFF2-40B4-BE49-F238E27FC236}">
                      <a16:creationId xmlns:a16="http://schemas.microsoft.com/office/drawing/2014/main" id="{CB525D24-E829-4D0F-B6EA-7474D0E713D8}"/>
                    </a:ext>
                  </a:extLst>
                </p:cNvPr>
                <p:cNvCxnSpPr/>
                <p:nvPr/>
              </p:nvCxnSpPr>
              <p:spPr>
                <a:xfrm>
                  <a:off x="411833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直線接點 397">
                  <a:extLst>
                    <a:ext uri="{FF2B5EF4-FFF2-40B4-BE49-F238E27FC236}">
                      <a16:creationId xmlns:a16="http://schemas.microsoft.com/office/drawing/2014/main" id="{BD09F63C-92AE-41A9-8EAE-210B1E2DA708}"/>
                    </a:ext>
                  </a:extLst>
                </p:cNvPr>
                <p:cNvCxnSpPr/>
                <p:nvPr/>
              </p:nvCxnSpPr>
              <p:spPr>
                <a:xfrm>
                  <a:off x="420097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9" name="直線接點 398">
                  <a:extLst>
                    <a:ext uri="{FF2B5EF4-FFF2-40B4-BE49-F238E27FC236}">
                      <a16:creationId xmlns:a16="http://schemas.microsoft.com/office/drawing/2014/main" id="{73C636CF-0D89-4E09-8098-BBD866BA0700}"/>
                    </a:ext>
                  </a:extLst>
                </p:cNvPr>
                <p:cNvCxnSpPr/>
                <p:nvPr/>
              </p:nvCxnSpPr>
              <p:spPr>
                <a:xfrm>
                  <a:off x="428361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0" name="直線接點 399">
                  <a:extLst>
                    <a:ext uri="{FF2B5EF4-FFF2-40B4-BE49-F238E27FC236}">
                      <a16:creationId xmlns:a16="http://schemas.microsoft.com/office/drawing/2014/main" id="{67185D64-2E50-411F-B393-85A0A078658F}"/>
                    </a:ext>
                  </a:extLst>
                </p:cNvPr>
                <p:cNvCxnSpPr/>
                <p:nvPr/>
              </p:nvCxnSpPr>
              <p:spPr>
                <a:xfrm>
                  <a:off x="453152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直線接點 400">
                  <a:extLst>
                    <a:ext uri="{FF2B5EF4-FFF2-40B4-BE49-F238E27FC236}">
                      <a16:creationId xmlns:a16="http://schemas.microsoft.com/office/drawing/2014/main" id="{C990B05A-28E6-422D-AF30-7CDA36214A41}"/>
                    </a:ext>
                  </a:extLst>
                </p:cNvPr>
                <p:cNvCxnSpPr/>
                <p:nvPr/>
              </p:nvCxnSpPr>
              <p:spPr>
                <a:xfrm>
                  <a:off x="477943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直線接點 401">
                  <a:extLst>
                    <a:ext uri="{FF2B5EF4-FFF2-40B4-BE49-F238E27FC236}">
                      <a16:creationId xmlns:a16="http://schemas.microsoft.com/office/drawing/2014/main" id="{86E6A68A-C2DB-417A-957E-40ACC7EAC9D5}"/>
                    </a:ext>
                  </a:extLst>
                </p:cNvPr>
                <p:cNvCxnSpPr/>
                <p:nvPr/>
              </p:nvCxnSpPr>
              <p:spPr>
                <a:xfrm>
                  <a:off x="502735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3" name="直線接點 402">
                  <a:extLst>
                    <a:ext uri="{FF2B5EF4-FFF2-40B4-BE49-F238E27FC236}">
                      <a16:creationId xmlns:a16="http://schemas.microsoft.com/office/drawing/2014/main" id="{5BCC1B13-309F-4AF7-8BDB-26EB47F589A2}"/>
                    </a:ext>
                  </a:extLst>
                </p:cNvPr>
                <p:cNvCxnSpPr/>
                <p:nvPr/>
              </p:nvCxnSpPr>
              <p:spPr>
                <a:xfrm>
                  <a:off x="535790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4" name="直線接點 403">
                  <a:extLst>
                    <a:ext uri="{FF2B5EF4-FFF2-40B4-BE49-F238E27FC236}">
                      <a16:creationId xmlns:a16="http://schemas.microsoft.com/office/drawing/2014/main" id="{A89C9DC9-303C-4081-BB70-717A54819929}"/>
                    </a:ext>
                  </a:extLst>
                </p:cNvPr>
                <p:cNvCxnSpPr/>
                <p:nvPr/>
              </p:nvCxnSpPr>
              <p:spPr>
                <a:xfrm>
                  <a:off x="436624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直線接點 404">
                  <a:extLst>
                    <a:ext uri="{FF2B5EF4-FFF2-40B4-BE49-F238E27FC236}">
                      <a16:creationId xmlns:a16="http://schemas.microsoft.com/office/drawing/2014/main" id="{1DC64C70-5922-460D-93F7-BAAC962B471D}"/>
                    </a:ext>
                  </a:extLst>
                </p:cNvPr>
                <p:cNvCxnSpPr/>
                <p:nvPr/>
              </p:nvCxnSpPr>
              <p:spPr>
                <a:xfrm>
                  <a:off x="461416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直線接點 405">
                  <a:extLst>
                    <a:ext uri="{FF2B5EF4-FFF2-40B4-BE49-F238E27FC236}">
                      <a16:creationId xmlns:a16="http://schemas.microsoft.com/office/drawing/2014/main" id="{8764EDE1-F3A2-4AC2-9E1B-04EE1F900F05}"/>
                    </a:ext>
                  </a:extLst>
                </p:cNvPr>
                <p:cNvCxnSpPr/>
                <p:nvPr/>
              </p:nvCxnSpPr>
              <p:spPr>
                <a:xfrm>
                  <a:off x="486207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7" name="直線接點 406">
                  <a:extLst>
                    <a:ext uri="{FF2B5EF4-FFF2-40B4-BE49-F238E27FC236}">
                      <a16:creationId xmlns:a16="http://schemas.microsoft.com/office/drawing/2014/main" id="{1EC904E2-7952-41D7-9D86-1F15B7D39B5D}"/>
                    </a:ext>
                  </a:extLst>
                </p:cNvPr>
                <p:cNvCxnSpPr/>
                <p:nvPr/>
              </p:nvCxnSpPr>
              <p:spPr>
                <a:xfrm>
                  <a:off x="510999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直線接點 407">
                  <a:extLst>
                    <a:ext uri="{FF2B5EF4-FFF2-40B4-BE49-F238E27FC236}">
                      <a16:creationId xmlns:a16="http://schemas.microsoft.com/office/drawing/2014/main" id="{2FF36FDE-981F-4546-87F7-6E8AA5A4909E}"/>
                    </a:ext>
                  </a:extLst>
                </p:cNvPr>
                <p:cNvCxnSpPr/>
                <p:nvPr/>
              </p:nvCxnSpPr>
              <p:spPr>
                <a:xfrm>
                  <a:off x="527526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9" name="直線接點 408">
                  <a:extLst>
                    <a:ext uri="{FF2B5EF4-FFF2-40B4-BE49-F238E27FC236}">
                      <a16:creationId xmlns:a16="http://schemas.microsoft.com/office/drawing/2014/main" id="{766425A6-D282-4727-A057-DBDA85A78069}"/>
                    </a:ext>
                  </a:extLst>
                </p:cNvPr>
                <p:cNvCxnSpPr/>
                <p:nvPr/>
              </p:nvCxnSpPr>
              <p:spPr>
                <a:xfrm>
                  <a:off x="552318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直線接點 409">
                  <a:extLst>
                    <a:ext uri="{FF2B5EF4-FFF2-40B4-BE49-F238E27FC236}">
                      <a16:creationId xmlns:a16="http://schemas.microsoft.com/office/drawing/2014/main" id="{AE836B11-9236-46A8-B2E9-89F544F37A42}"/>
                    </a:ext>
                  </a:extLst>
                </p:cNvPr>
                <p:cNvCxnSpPr/>
                <p:nvPr/>
              </p:nvCxnSpPr>
              <p:spPr>
                <a:xfrm>
                  <a:off x="568845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1" name="直線接點 410">
                  <a:extLst>
                    <a:ext uri="{FF2B5EF4-FFF2-40B4-BE49-F238E27FC236}">
                      <a16:creationId xmlns:a16="http://schemas.microsoft.com/office/drawing/2014/main" id="{C837061B-49A9-4C45-BF5C-DEAA135ADA9D}"/>
                    </a:ext>
                  </a:extLst>
                </p:cNvPr>
                <p:cNvCxnSpPr/>
                <p:nvPr/>
              </p:nvCxnSpPr>
              <p:spPr>
                <a:xfrm>
                  <a:off x="577109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直線接點 411">
                  <a:extLst>
                    <a:ext uri="{FF2B5EF4-FFF2-40B4-BE49-F238E27FC236}">
                      <a16:creationId xmlns:a16="http://schemas.microsoft.com/office/drawing/2014/main" id="{8DBA65FA-0A93-441D-86C6-30C3C3A676FE}"/>
                    </a:ext>
                  </a:extLst>
                </p:cNvPr>
                <p:cNvCxnSpPr/>
                <p:nvPr/>
              </p:nvCxnSpPr>
              <p:spPr>
                <a:xfrm>
                  <a:off x="593637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3" name="直線接點 412">
                  <a:extLst>
                    <a:ext uri="{FF2B5EF4-FFF2-40B4-BE49-F238E27FC236}">
                      <a16:creationId xmlns:a16="http://schemas.microsoft.com/office/drawing/2014/main" id="{50E432AB-9A0D-49EF-A179-FE879F5991E1}"/>
                    </a:ext>
                  </a:extLst>
                </p:cNvPr>
                <p:cNvCxnSpPr/>
                <p:nvPr/>
              </p:nvCxnSpPr>
              <p:spPr>
                <a:xfrm>
                  <a:off x="610164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4" name="直線接點 413">
                  <a:extLst>
                    <a:ext uri="{FF2B5EF4-FFF2-40B4-BE49-F238E27FC236}">
                      <a16:creationId xmlns:a16="http://schemas.microsoft.com/office/drawing/2014/main" id="{0CA22CFA-AD65-4AFC-AF1B-3B53C6978109}"/>
                    </a:ext>
                  </a:extLst>
                </p:cNvPr>
                <p:cNvCxnSpPr/>
                <p:nvPr/>
              </p:nvCxnSpPr>
              <p:spPr>
                <a:xfrm>
                  <a:off x="618428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5" name="直線接點 414">
                  <a:extLst>
                    <a:ext uri="{FF2B5EF4-FFF2-40B4-BE49-F238E27FC236}">
                      <a16:creationId xmlns:a16="http://schemas.microsoft.com/office/drawing/2014/main" id="{44BF6475-C62A-4A46-91E7-ED3E2607F85D}"/>
                    </a:ext>
                  </a:extLst>
                </p:cNvPr>
                <p:cNvCxnSpPr/>
                <p:nvPr/>
              </p:nvCxnSpPr>
              <p:spPr>
                <a:xfrm>
                  <a:off x="643219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6" name="直線接點 415">
                  <a:extLst>
                    <a:ext uri="{FF2B5EF4-FFF2-40B4-BE49-F238E27FC236}">
                      <a16:creationId xmlns:a16="http://schemas.microsoft.com/office/drawing/2014/main" id="{8FA30C4B-D303-4746-89A8-91E202B53D22}"/>
                    </a:ext>
                  </a:extLst>
                </p:cNvPr>
                <p:cNvCxnSpPr/>
                <p:nvPr/>
              </p:nvCxnSpPr>
              <p:spPr>
                <a:xfrm>
                  <a:off x="659747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7" name="直線接點 416">
                  <a:extLst>
                    <a:ext uri="{FF2B5EF4-FFF2-40B4-BE49-F238E27FC236}">
                      <a16:creationId xmlns:a16="http://schemas.microsoft.com/office/drawing/2014/main" id="{D5ADF25F-31A6-4012-AAC3-71EFAECF9D65}"/>
                    </a:ext>
                  </a:extLst>
                </p:cNvPr>
                <p:cNvCxnSpPr/>
                <p:nvPr/>
              </p:nvCxnSpPr>
              <p:spPr>
                <a:xfrm>
                  <a:off x="676275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8" name="直線接點 417">
                  <a:extLst>
                    <a:ext uri="{FF2B5EF4-FFF2-40B4-BE49-F238E27FC236}">
                      <a16:creationId xmlns:a16="http://schemas.microsoft.com/office/drawing/2014/main" id="{09496D38-3124-4D08-A34A-4558482CE0A4}"/>
                    </a:ext>
                  </a:extLst>
                </p:cNvPr>
                <p:cNvCxnSpPr/>
                <p:nvPr/>
              </p:nvCxnSpPr>
              <p:spPr>
                <a:xfrm>
                  <a:off x="692802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9" name="直線接點 418">
                  <a:extLst>
                    <a:ext uri="{FF2B5EF4-FFF2-40B4-BE49-F238E27FC236}">
                      <a16:creationId xmlns:a16="http://schemas.microsoft.com/office/drawing/2014/main" id="{5CEE2359-AB39-42A7-8C53-1ABAF9F2ADEC}"/>
                    </a:ext>
                  </a:extLst>
                </p:cNvPr>
                <p:cNvCxnSpPr/>
                <p:nvPr/>
              </p:nvCxnSpPr>
              <p:spPr>
                <a:xfrm>
                  <a:off x="709330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直線接點 419">
                  <a:extLst>
                    <a:ext uri="{FF2B5EF4-FFF2-40B4-BE49-F238E27FC236}">
                      <a16:creationId xmlns:a16="http://schemas.microsoft.com/office/drawing/2014/main" id="{845C840E-04ED-4081-A1A4-DEF4B376F740}"/>
                    </a:ext>
                  </a:extLst>
                </p:cNvPr>
                <p:cNvCxnSpPr/>
                <p:nvPr/>
              </p:nvCxnSpPr>
              <p:spPr>
                <a:xfrm>
                  <a:off x="725857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直線接點 420">
                  <a:extLst>
                    <a:ext uri="{FF2B5EF4-FFF2-40B4-BE49-F238E27FC236}">
                      <a16:creationId xmlns:a16="http://schemas.microsoft.com/office/drawing/2014/main" id="{EC70C282-335A-4CBD-B2A6-64EFABD00CC3}"/>
                    </a:ext>
                  </a:extLst>
                </p:cNvPr>
                <p:cNvCxnSpPr/>
                <p:nvPr/>
              </p:nvCxnSpPr>
              <p:spPr>
                <a:xfrm>
                  <a:off x="742385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直線接點 421">
                  <a:extLst>
                    <a:ext uri="{FF2B5EF4-FFF2-40B4-BE49-F238E27FC236}">
                      <a16:creationId xmlns:a16="http://schemas.microsoft.com/office/drawing/2014/main" id="{2ADDA08A-3DD0-4467-993A-797A0B70B9E6}"/>
                    </a:ext>
                  </a:extLst>
                </p:cNvPr>
                <p:cNvCxnSpPr/>
                <p:nvPr/>
              </p:nvCxnSpPr>
              <p:spPr>
                <a:xfrm>
                  <a:off x="758913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直線接點 422">
                  <a:extLst>
                    <a:ext uri="{FF2B5EF4-FFF2-40B4-BE49-F238E27FC236}">
                      <a16:creationId xmlns:a16="http://schemas.microsoft.com/office/drawing/2014/main" id="{B3454601-A89E-4195-A149-123600116815}"/>
                    </a:ext>
                  </a:extLst>
                </p:cNvPr>
                <p:cNvCxnSpPr/>
                <p:nvPr/>
              </p:nvCxnSpPr>
              <p:spPr>
                <a:xfrm>
                  <a:off x="775440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4" name="直線接點 423">
                  <a:extLst>
                    <a:ext uri="{FF2B5EF4-FFF2-40B4-BE49-F238E27FC236}">
                      <a16:creationId xmlns:a16="http://schemas.microsoft.com/office/drawing/2014/main" id="{B570E261-9012-4429-8361-040ADEBEACEB}"/>
                    </a:ext>
                  </a:extLst>
                </p:cNvPr>
                <p:cNvCxnSpPr/>
                <p:nvPr/>
              </p:nvCxnSpPr>
              <p:spPr>
                <a:xfrm>
                  <a:off x="791968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直線接點 424">
                  <a:extLst>
                    <a:ext uri="{FF2B5EF4-FFF2-40B4-BE49-F238E27FC236}">
                      <a16:creationId xmlns:a16="http://schemas.microsoft.com/office/drawing/2014/main" id="{872239A9-0E96-4908-AC1D-CB373D5708D6}"/>
                    </a:ext>
                  </a:extLst>
                </p:cNvPr>
                <p:cNvCxnSpPr/>
                <p:nvPr/>
              </p:nvCxnSpPr>
              <p:spPr>
                <a:xfrm>
                  <a:off x="808495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6" name="直線接點 425">
                  <a:extLst>
                    <a:ext uri="{FF2B5EF4-FFF2-40B4-BE49-F238E27FC236}">
                      <a16:creationId xmlns:a16="http://schemas.microsoft.com/office/drawing/2014/main" id="{33B91F0D-9A5C-4587-8C10-EC0ED48F2A20}"/>
                    </a:ext>
                  </a:extLst>
                </p:cNvPr>
                <p:cNvCxnSpPr/>
                <p:nvPr/>
              </p:nvCxnSpPr>
              <p:spPr>
                <a:xfrm>
                  <a:off x="783704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直線接點 426">
                  <a:extLst>
                    <a:ext uri="{FF2B5EF4-FFF2-40B4-BE49-F238E27FC236}">
                      <a16:creationId xmlns:a16="http://schemas.microsoft.com/office/drawing/2014/main" id="{34ECEAE9-D1DB-4559-A80A-21A4520C405E}"/>
                    </a:ext>
                  </a:extLst>
                </p:cNvPr>
                <p:cNvCxnSpPr/>
                <p:nvPr/>
              </p:nvCxnSpPr>
              <p:spPr>
                <a:xfrm>
                  <a:off x="800232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8" name="直線接點 427">
                  <a:extLst>
                    <a:ext uri="{FF2B5EF4-FFF2-40B4-BE49-F238E27FC236}">
                      <a16:creationId xmlns:a16="http://schemas.microsoft.com/office/drawing/2014/main" id="{00C1A374-90B5-4380-994A-4E7D9A479299}"/>
                    </a:ext>
                  </a:extLst>
                </p:cNvPr>
                <p:cNvCxnSpPr/>
                <p:nvPr/>
              </p:nvCxnSpPr>
              <p:spPr>
                <a:xfrm>
                  <a:off x="816759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直線接點 428">
                  <a:extLst>
                    <a:ext uri="{FF2B5EF4-FFF2-40B4-BE49-F238E27FC236}">
                      <a16:creationId xmlns:a16="http://schemas.microsoft.com/office/drawing/2014/main" id="{8C439E4F-F0FE-4F6A-B5A3-A4BABB72EB00}"/>
                    </a:ext>
                  </a:extLst>
                </p:cNvPr>
                <p:cNvCxnSpPr/>
                <p:nvPr/>
              </p:nvCxnSpPr>
              <p:spPr>
                <a:xfrm>
                  <a:off x="825023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0" name="直線接點 429">
                  <a:extLst>
                    <a:ext uri="{FF2B5EF4-FFF2-40B4-BE49-F238E27FC236}">
                      <a16:creationId xmlns:a16="http://schemas.microsoft.com/office/drawing/2014/main" id="{917BD732-BBC7-4D73-B645-EA9AB8DCA384}"/>
                    </a:ext>
                  </a:extLst>
                </p:cNvPr>
                <p:cNvCxnSpPr/>
                <p:nvPr/>
              </p:nvCxnSpPr>
              <p:spPr>
                <a:xfrm>
                  <a:off x="833287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1" name="直線接點 430">
                  <a:extLst>
                    <a:ext uri="{FF2B5EF4-FFF2-40B4-BE49-F238E27FC236}">
                      <a16:creationId xmlns:a16="http://schemas.microsoft.com/office/drawing/2014/main" id="{8D14D687-DA8E-4E73-95BD-AE465D618890}"/>
                    </a:ext>
                  </a:extLst>
                </p:cNvPr>
                <p:cNvCxnSpPr/>
                <p:nvPr/>
              </p:nvCxnSpPr>
              <p:spPr>
                <a:xfrm>
                  <a:off x="8415513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2" name="直線接點 431">
                  <a:extLst>
                    <a:ext uri="{FF2B5EF4-FFF2-40B4-BE49-F238E27FC236}">
                      <a16:creationId xmlns:a16="http://schemas.microsoft.com/office/drawing/2014/main" id="{D4C7684D-B75A-4F37-88D2-CC5CBBA8CD0E}"/>
                    </a:ext>
                  </a:extLst>
                </p:cNvPr>
                <p:cNvCxnSpPr/>
                <p:nvPr/>
              </p:nvCxnSpPr>
              <p:spPr>
                <a:xfrm>
                  <a:off x="684538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直線接點 432">
                  <a:extLst>
                    <a:ext uri="{FF2B5EF4-FFF2-40B4-BE49-F238E27FC236}">
                      <a16:creationId xmlns:a16="http://schemas.microsoft.com/office/drawing/2014/main" id="{85A4069B-ADAF-4BE4-B3CE-E042D6C9620D}"/>
                    </a:ext>
                  </a:extLst>
                </p:cNvPr>
                <p:cNvCxnSpPr/>
                <p:nvPr/>
              </p:nvCxnSpPr>
              <p:spPr>
                <a:xfrm>
                  <a:off x="701066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4" name="直線接點 433">
                  <a:extLst>
                    <a:ext uri="{FF2B5EF4-FFF2-40B4-BE49-F238E27FC236}">
                      <a16:creationId xmlns:a16="http://schemas.microsoft.com/office/drawing/2014/main" id="{B1F77AAC-C500-4E8E-B1D5-2F1872B44388}"/>
                    </a:ext>
                  </a:extLst>
                </p:cNvPr>
                <p:cNvCxnSpPr/>
                <p:nvPr/>
              </p:nvCxnSpPr>
              <p:spPr>
                <a:xfrm>
                  <a:off x="717594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直線接點 434">
                  <a:extLst>
                    <a:ext uri="{FF2B5EF4-FFF2-40B4-BE49-F238E27FC236}">
                      <a16:creationId xmlns:a16="http://schemas.microsoft.com/office/drawing/2014/main" id="{A722782C-842C-4523-8F04-FF70991AC480}"/>
                    </a:ext>
                  </a:extLst>
                </p:cNvPr>
                <p:cNvCxnSpPr/>
                <p:nvPr/>
              </p:nvCxnSpPr>
              <p:spPr>
                <a:xfrm>
                  <a:off x="734121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直線接點 435">
                  <a:extLst>
                    <a:ext uri="{FF2B5EF4-FFF2-40B4-BE49-F238E27FC236}">
                      <a16:creationId xmlns:a16="http://schemas.microsoft.com/office/drawing/2014/main" id="{1877D802-BE98-45FC-A980-48E432DD00F0}"/>
                    </a:ext>
                  </a:extLst>
                </p:cNvPr>
                <p:cNvCxnSpPr/>
                <p:nvPr/>
              </p:nvCxnSpPr>
              <p:spPr>
                <a:xfrm>
                  <a:off x="750649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直線接點 436">
                  <a:extLst>
                    <a:ext uri="{FF2B5EF4-FFF2-40B4-BE49-F238E27FC236}">
                      <a16:creationId xmlns:a16="http://schemas.microsoft.com/office/drawing/2014/main" id="{74290CF2-FA93-43AB-A9CD-3B4D2CCC96A3}"/>
                    </a:ext>
                  </a:extLst>
                </p:cNvPr>
                <p:cNvCxnSpPr/>
                <p:nvPr/>
              </p:nvCxnSpPr>
              <p:spPr>
                <a:xfrm>
                  <a:off x="767176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8" name="直線接點 437">
                  <a:extLst>
                    <a:ext uri="{FF2B5EF4-FFF2-40B4-BE49-F238E27FC236}">
                      <a16:creationId xmlns:a16="http://schemas.microsoft.com/office/drawing/2014/main" id="{0D8D2161-2C80-423B-A47E-920C2E99FDC1}"/>
                    </a:ext>
                  </a:extLst>
                </p:cNvPr>
                <p:cNvCxnSpPr/>
                <p:nvPr/>
              </p:nvCxnSpPr>
              <p:spPr>
                <a:xfrm>
                  <a:off x="585373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直線接點 438">
                  <a:extLst>
                    <a:ext uri="{FF2B5EF4-FFF2-40B4-BE49-F238E27FC236}">
                      <a16:creationId xmlns:a16="http://schemas.microsoft.com/office/drawing/2014/main" id="{B4624574-FC1F-46ED-8F9C-1FCC3E42FF01}"/>
                    </a:ext>
                  </a:extLst>
                </p:cNvPr>
                <p:cNvCxnSpPr/>
                <p:nvPr/>
              </p:nvCxnSpPr>
              <p:spPr>
                <a:xfrm>
                  <a:off x="601900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0" name="直線接點 439">
                  <a:extLst>
                    <a:ext uri="{FF2B5EF4-FFF2-40B4-BE49-F238E27FC236}">
                      <a16:creationId xmlns:a16="http://schemas.microsoft.com/office/drawing/2014/main" id="{5889E7FD-9C74-496A-B31C-94D1259CB546}"/>
                    </a:ext>
                  </a:extLst>
                </p:cNvPr>
                <p:cNvCxnSpPr/>
                <p:nvPr/>
              </p:nvCxnSpPr>
              <p:spPr>
                <a:xfrm>
                  <a:off x="626692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直線接點 440">
                  <a:extLst>
                    <a:ext uri="{FF2B5EF4-FFF2-40B4-BE49-F238E27FC236}">
                      <a16:creationId xmlns:a16="http://schemas.microsoft.com/office/drawing/2014/main" id="{7F6166C0-8CB4-403D-94CB-8463E41B9CE0}"/>
                    </a:ext>
                  </a:extLst>
                </p:cNvPr>
                <p:cNvCxnSpPr/>
                <p:nvPr/>
              </p:nvCxnSpPr>
              <p:spPr>
                <a:xfrm>
                  <a:off x="634956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2" name="直線接點 441">
                  <a:extLst>
                    <a:ext uri="{FF2B5EF4-FFF2-40B4-BE49-F238E27FC236}">
                      <a16:creationId xmlns:a16="http://schemas.microsoft.com/office/drawing/2014/main" id="{1CAF3E63-2C00-4574-AC26-CDA28FA653C9}"/>
                    </a:ext>
                  </a:extLst>
                </p:cNvPr>
                <p:cNvCxnSpPr/>
                <p:nvPr/>
              </p:nvCxnSpPr>
              <p:spPr>
                <a:xfrm>
                  <a:off x="651483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3" name="直線接點 442">
                  <a:extLst>
                    <a:ext uri="{FF2B5EF4-FFF2-40B4-BE49-F238E27FC236}">
                      <a16:creationId xmlns:a16="http://schemas.microsoft.com/office/drawing/2014/main" id="{207B19B1-294A-460E-9E65-428AC5995F79}"/>
                    </a:ext>
                  </a:extLst>
                </p:cNvPr>
                <p:cNvCxnSpPr/>
                <p:nvPr/>
              </p:nvCxnSpPr>
              <p:spPr>
                <a:xfrm>
                  <a:off x="668011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4" name="直線接點 443">
                  <a:extLst>
                    <a:ext uri="{FF2B5EF4-FFF2-40B4-BE49-F238E27FC236}">
                      <a16:creationId xmlns:a16="http://schemas.microsoft.com/office/drawing/2014/main" id="{07F8C675-C309-447B-9292-4BF6DA0FCD4B}"/>
                    </a:ext>
                  </a:extLst>
                </p:cNvPr>
                <p:cNvCxnSpPr/>
                <p:nvPr/>
              </p:nvCxnSpPr>
              <p:spPr>
                <a:xfrm>
                  <a:off x="444888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5" name="直線接點 444">
                  <a:extLst>
                    <a:ext uri="{FF2B5EF4-FFF2-40B4-BE49-F238E27FC236}">
                      <a16:creationId xmlns:a16="http://schemas.microsoft.com/office/drawing/2014/main" id="{EE2B2619-E943-4B88-BF71-97439C1CE96A}"/>
                    </a:ext>
                  </a:extLst>
                </p:cNvPr>
                <p:cNvCxnSpPr/>
                <p:nvPr/>
              </p:nvCxnSpPr>
              <p:spPr>
                <a:xfrm>
                  <a:off x="469680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6" name="直線接點 445">
                  <a:extLst>
                    <a:ext uri="{FF2B5EF4-FFF2-40B4-BE49-F238E27FC236}">
                      <a16:creationId xmlns:a16="http://schemas.microsoft.com/office/drawing/2014/main" id="{5E09C885-F93D-4021-A999-B24429C876D5}"/>
                    </a:ext>
                  </a:extLst>
                </p:cNvPr>
                <p:cNvCxnSpPr/>
                <p:nvPr/>
              </p:nvCxnSpPr>
              <p:spPr>
                <a:xfrm>
                  <a:off x="494471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直線接點 446">
                  <a:extLst>
                    <a:ext uri="{FF2B5EF4-FFF2-40B4-BE49-F238E27FC236}">
                      <a16:creationId xmlns:a16="http://schemas.microsoft.com/office/drawing/2014/main" id="{FB3FC8CC-D869-402D-8BF2-A4AFB882BE47}"/>
                    </a:ext>
                  </a:extLst>
                </p:cNvPr>
                <p:cNvCxnSpPr/>
                <p:nvPr/>
              </p:nvCxnSpPr>
              <p:spPr>
                <a:xfrm>
                  <a:off x="519262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8" name="直線接點 447">
                  <a:extLst>
                    <a:ext uri="{FF2B5EF4-FFF2-40B4-BE49-F238E27FC236}">
                      <a16:creationId xmlns:a16="http://schemas.microsoft.com/office/drawing/2014/main" id="{C3E78857-141D-4D87-93AD-8AAC546EA110}"/>
                    </a:ext>
                  </a:extLst>
                </p:cNvPr>
                <p:cNvCxnSpPr/>
                <p:nvPr/>
              </p:nvCxnSpPr>
              <p:spPr>
                <a:xfrm>
                  <a:off x="544054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9" name="直線接點 448">
                  <a:extLst>
                    <a:ext uri="{FF2B5EF4-FFF2-40B4-BE49-F238E27FC236}">
                      <a16:creationId xmlns:a16="http://schemas.microsoft.com/office/drawing/2014/main" id="{79B693BD-E775-4232-8A08-C03D756E4DDE}"/>
                    </a:ext>
                  </a:extLst>
                </p:cNvPr>
                <p:cNvCxnSpPr/>
                <p:nvPr/>
              </p:nvCxnSpPr>
              <p:spPr>
                <a:xfrm>
                  <a:off x="560581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3" name="群組 232">
                <a:extLst>
                  <a:ext uri="{FF2B5EF4-FFF2-40B4-BE49-F238E27FC236}">
                    <a16:creationId xmlns:a16="http://schemas.microsoft.com/office/drawing/2014/main" id="{A029F5CE-C767-4602-B193-C62EE9B45CCE}"/>
                  </a:ext>
                </a:extLst>
              </p:cNvPr>
              <p:cNvGrpSpPr/>
              <p:nvPr/>
            </p:nvGrpSpPr>
            <p:grpSpPr>
              <a:xfrm>
                <a:off x="4047905" y="1163593"/>
                <a:ext cx="4419811" cy="45719"/>
                <a:chOff x="4035696" y="88900"/>
                <a:chExt cx="4419811" cy="108000"/>
              </a:xfrm>
            </p:grpSpPr>
            <p:cxnSp>
              <p:nvCxnSpPr>
                <p:cNvPr id="234" name="直線接點 233">
                  <a:extLst>
                    <a:ext uri="{FF2B5EF4-FFF2-40B4-BE49-F238E27FC236}">
                      <a16:creationId xmlns:a16="http://schemas.microsoft.com/office/drawing/2014/main" id="{C114B482-D77C-434C-8C74-B91558CC8F2A}"/>
                    </a:ext>
                  </a:extLst>
                </p:cNvPr>
                <p:cNvCxnSpPr/>
                <p:nvPr/>
              </p:nvCxnSpPr>
              <p:spPr>
                <a:xfrm>
                  <a:off x="407569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直線接點 234">
                  <a:extLst>
                    <a:ext uri="{FF2B5EF4-FFF2-40B4-BE49-F238E27FC236}">
                      <a16:creationId xmlns:a16="http://schemas.microsoft.com/office/drawing/2014/main" id="{B6557121-4A7E-4469-BBB6-4C5D7F070DEF}"/>
                    </a:ext>
                  </a:extLst>
                </p:cNvPr>
                <p:cNvCxnSpPr/>
                <p:nvPr/>
              </p:nvCxnSpPr>
              <p:spPr>
                <a:xfrm>
                  <a:off x="415832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直線接點 235">
                  <a:extLst>
                    <a:ext uri="{FF2B5EF4-FFF2-40B4-BE49-F238E27FC236}">
                      <a16:creationId xmlns:a16="http://schemas.microsoft.com/office/drawing/2014/main" id="{461259FA-7E84-4EC0-9751-6AE7D2BE0F76}"/>
                    </a:ext>
                  </a:extLst>
                </p:cNvPr>
                <p:cNvCxnSpPr/>
                <p:nvPr/>
              </p:nvCxnSpPr>
              <p:spPr>
                <a:xfrm>
                  <a:off x="424096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直線接點 236">
                  <a:extLst>
                    <a:ext uri="{FF2B5EF4-FFF2-40B4-BE49-F238E27FC236}">
                      <a16:creationId xmlns:a16="http://schemas.microsoft.com/office/drawing/2014/main" id="{D63F4487-1A62-42EE-93D0-8D2F819D2A7C}"/>
                    </a:ext>
                  </a:extLst>
                </p:cNvPr>
                <p:cNvCxnSpPr/>
                <p:nvPr/>
              </p:nvCxnSpPr>
              <p:spPr>
                <a:xfrm>
                  <a:off x="432360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直線接點 237">
                  <a:extLst>
                    <a:ext uri="{FF2B5EF4-FFF2-40B4-BE49-F238E27FC236}">
                      <a16:creationId xmlns:a16="http://schemas.microsoft.com/office/drawing/2014/main" id="{65FC7A0B-E63C-4AF5-82AE-AEB42BA328E7}"/>
                    </a:ext>
                  </a:extLst>
                </p:cNvPr>
                <p:cNvCxnSpPr/>
                <p:nvPr/>
              </p:nvCxnSpPr>
              <p:spPr>
                <a:xfrm>
                  <a:off x="457151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直線接點 238">
                  <a:extLst>
                    <a:ext uri="{FF2B5EF4-FFF2-40B4-BE49-F238E27FC236}">
                      <a16:creationId xmlns:a16="http://schemas.microsoft.com/office/drawing/2014/main" id="{86701501-EE0C-415E-BAF3-8E9F08BAF8C6}"/>
                    </a:ext>
                  </a:extLst>
                </p:cNvPr>
                <p:cNvCxnSpPr/>
                <p:nvPr/>
              </p:nvCxnSpPr>
              <p:spPr>
                <a:xfrm>
                  <a:off x="481943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直線接點 239">
                  <a:extLst>
                    <a:ext uri="{FF2B5EF4-FFF2-40B4-BE49-F238E27FC236}">
                      <a16:creationId xmlns:a16="http://schemas.microsoft.com/office/drawing/2014/main" id="{1C3536B2-AB00-4186-B2F3-86D3700361E1}"/>
                    </a:ext>
                  </a:extLst>
                </p:cNvPr>
                <p:cNvCxnSpPr/>
                <p:nvPr/>
              </p:nvCxnSpPr>
              <p:spPr>
                <a:xfrm>
                  <a:off x="506734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直線接點 240">
                  <a:extLst>
                    <a:ext uri="{FF2B5EF4-FFF2-40B4-BE49-F238E27FC236}">
                      <a16:creationId xmlns:a16="http://schemas.microsoft.com/office/drawing/2014/main" id="{9E84D4E5-E1CF-4DFC-AC96-D71A0F8E5956}"/>
                    </a:ext>
                  </a:extLst>
                </p:cNvPr>
                <p:cNvCxnSpPr/>
                <p:nvPr/>
              </p:nvCxnSpPr>
              <p:spPr>
                <a:xfrm>
                  <a:off x="539789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直線接點 241">
                  <a:extLst>
                    <a:ext uri="{FF2B5EF4-FFF2-40B4-BE49-F238E27FC236}">
                      <a16:creationId xmlns:a16="http://schemas.microsoft.com/office/drawing/2014/main" id="{72F679C7-DC05-4101-B3C5-1150489A369E}"/>
                    </a:ext>
                  </a:extLst>
                </p:cNvPr>
                <p:cNvCxnSpPr/>
                <p:nvPr/>
              </p:nvCxnSpPr>
              <p:spPr>
                <a:xfrm>
                  <a:off x="440624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直線接點 242">
                  <a:extLst>
                    <a:ext uri="{FF2B5EF4-FFF2-40B4-BE49-F238E27FC236}">
                      <a16:creationId xmlns:a16="http://schemas.microsoft.com/office/drawing/2014/main" id="{F2C9B9EA-3F90-44FF-9862-FB46E5716A67}"/>
                    </a:ext>
                  </a:extLst>
                </p:cNvPr>
                <p:cNvCxnSpPr/>
                <p:nvPr/>
              </p:nvCxnSpPr>
              <p:spPr>
                <a:xfrm>
                  <a:off x="465415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直線接點 243">
                  <a:extLst>
                    <a:ext uri="{FF2B5EF4-FFF2-40B4-BE49-F238E27FC236}">
                      <a16:creationId xmlns:a16="http://schemas.microsoft.com/office/drawing/2014/main" id="{20B5C962-D622-48F9-A60E-EF0DD415CEEA}"/>
                    </a:ext>
                  </a:extLst>
                </p:cNvPr>
                <p:cNvCxnSpPr/>
                <p:nvPr/>
              </p:nvCxnSpPr>
              <p:spPr>
                <a:xfrm>
                  <a:off x="490207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直線接點 244">
                  <a:extLst>
                    <a:ext uri="{FF2B5EF4-FFF2-40B4-BE49-F238E27FC236}">
                      <a16:creationId xmlns:a16="http://schemas.microsoft.com/office/drawing/2014/main" id="{031706A9-0FBD-4459-B92B-BE84D1397134}"/>
                    </a:ext>
                  </a:extLst>
                </p:cNvPr>
                <p:cNvCxnSpPr/>
                <p:nvPr/>
              </p:nvCxnSpPr>
              <p:spPr>
                <a:xfrm>
                  <a:off x="514998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直線接點 245">
                  <a:extLst>
                    <a:ext uri="{FF2B5EF4-FFF2-40B4-BE49-F238E27FC236}">
                      <a16:creationId xmlns:a16="http://schemas.microsoft.com/office/drawing/2014/main" id="{4A3FDD53-281C-404E-A98D-3373C481500B}"/>
                    </a:ext>
                  </a:extLst>
                </p:cNvPr>
                <p:cNvCxnSpPr/>
                <p:nvPr/>
              </p:nvCxnSpPr>
              <p:spPr>
                <a:xfrm>
                  <a:off x="531526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直線接點 246">
                  <a:extLst>
                    <a:ext uri="{FF2B5EF4-FFF2-40B4-BE49-F238E27FC236}">
                      <a16:creationId xmlns:a16="http://schemas.microsoft.com/office/drawing/2014/main" id="{1A1EF5BD-F6BD-45C4-B460-C343A3087F7C}"/>
                    </a:ext>
                  </a:extLst>
                </p:cNvPr>
                <p:cNvCxnSpPr/>
                <p:nvPr/>
              </p:nvCxnSpPr>
              <p:spPr>
                <a:xfrm>
                  <a:off x="556317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直線接點 247">
                  <a:extLst>
                    <a:ext uri="{FF2B5EF4-FFF2-40B4-BE49-F238E27FC236}">
                      <a16:creationId xmlns:a16="http://schemas.microsoft.com/office/drawing/2014/main" id="{C744AC62-F268-43B0-BF64-2471004A13C2}"/>
                    </a:ext>
                  </a:extLst>
                </p:cNvPr>
                <p:cNvCxnSpPr/>
                <p:nvPr/>
              </p:nvCxnSpPr>
              <p:spPr>
                <a:xfrm>
                  <a:off x="572845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直線接點 248">
                  <a:extLst>
                    <a:ext uri="{FF2B5EF4-FFF2-40B4-BE49-F238E27FC236}">
                      <a16:creationId xmlns:a16="http://schemas.microsoft.com/office/drawing/2014/main" id="{92BAB88A-B56D-43C2-AB45-161A399160EF}"/>
                    </a:ext>
                  </a:extLst>
                </p:cNvPr>
                <p:cNvCxnSpPr/>
                <p:nvPr/>
              </p:nvCxnSpPr>
              <p:spPr>
                <a:xfrm>
                  <a:off x="581108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直線接點 249">
                  <a:extLst>
                    <a:ext uri="{FF2B5EF4-FFF2-40B4-BE49-F238E27FC236}">
                      <a16:creationId xmlns:a16="http://schemas.microsoft.com/office/drawing/2014/main" id="{7EEAC54D-F79F-4571-B6B3-539270760B7A}"/>
                    </a:ext>
                  </a:extLst>
                </p:cNvPr>
                <p:cNvCxnSpPr/>
                <p:nvPr/>
              </p:nvCxnSpPr>
              <p:spPr>
                <a:xfrm>
                  <a:off x="597636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直線接點 250">
                  <a:extLst>
                    <a:ext uri="{FF2B5EF4-FFF2-40B4-BE49-F238E27FC236}">
                      <a16:creationId xmlns:a16="http://schemas.microsoft.com/office/drawing/2014/main" id="{193CA75B-9B80-4ECD-8016-519C948D64F5}"/>
                    </a:ext>
                  </a:extLst>
                </p:cNvPr>
                <p:cNvCxnSpPr/>
                <p:nvPr/>
              </p:nvCxnSpPr>
              <p:spPr>
                <a:xfrm>
                  <a:off x="614164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直線接點 251">
                  <a:extLst>
                    <a:ext uri="{FF2B5EF4-FFF2-40B4-BE49-F238E27FC236}">
                      <a16:creationId xmlns:a16="http://schemas.microsoft.com/office/drawing/2014/main" id="{4FE776E4-7508-4DE5-8E96-42E941BB5F6A}"/>
                    </a:ext>
                  </a:extLst>
                </p:cNvPr>
                <p:cNvCxnSpPr/>
                <p:nvPr/>
              </p:nvCxnSpPr>
              <p:spPr>
                <a:xfrm>
                  <a:off x="622427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直線接點 252">
                  <a:extLst>
                    <a:ext uri="{FF2B5EF4-FFF2-40B4-BE49-F238E27FC236}">
                      <a16:creationId xmlns:a16="http://schemas.microsoft.com/office/drawing/2014/main" id="{321716B6-E565-4736-8735-E73F6D8E9DFC}"/>
                    </a:ext>
                  </a:extLst>
                </p:cNvPr>
                <p:cNvCxnSpPr/>
                <p:nvPr/>
              </p:nvCxnSpPr>
              <p:spPr>
                <a:xfrm>
                  <a:off x="647219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直線接點 253">
                  <a:extLst>
                    <a:ext uri="{FF2B5EF4-FFF2-40B4-BE49-F238E27FC236}">
                      <a16:creationId xmlns:a16="http://schemas.microsoft.com/office/drawing/2014/main" id="{D8887332-CD95-43D4-970B-FB7BF9C6E0C1}"/>
                    </a:ext>
                  </a:extLst>
                </p:cNvPr>
                <p:cNvCxnSpPr/>
                <p:nvPr/>
              </p:nvCxnSpPr>
              <p:spPr>
                <a:xfrm>
                  <a:off x="663746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直線接點 254">
                  <a:extLst>
                    <a:ext uri="{FF2B5EF4-FFF2-40B4-BE49-F238E27FC236}">
                      <a16:creationId xmlns:a16="http://schemas.microsoft.com/office/drawing/2014/main" id="{C2937BD9-A675-482D-97F1-72BC66079827}"/>
                    </a:ext>
                  </a:extLst>
                </p:cNvPr>
                <p:cNvCxnSpPr/>
                <p:nvPr/>
              </p:nvCxnSpPr>
              <p:spPr>
                <a:xfrm>
                  <a:off x="680274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直線接點 255">
                  <a:extLst>
                    <a:ext uri="{FF2B5EF4-FFF2-40B4-BE49-F238E27FC236}">
                      <a16:creationId xmlns:a16="http://schemas.microsoft.com/office/drawing/2014/main" id="{9A89D7E3-642C-4CA6-8D73-0C9BD0F9F339}"/>
                    </a:ext>
                  </a:extLst>
                </p:cNvPr>
                <p:cNvCxnSpPr/>
                <p:nvPr/>
              </p:nvCxnSpPr>
              <p:spPr>
                <a:xfrm>
                  <a:off x="696802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直線接點 256">
                  <a:extLst>
                    <a:ext uri="{FF2B5EF4-FFF2-40B4-BE49-F238E27FC236}">
                      <a16:creationId xmlns:a16="http://schemas.microsoft.com/office/drawing/2014/main" id="{C86D7279-01B2-4BBE-B4B4-8602BC4BD66F}"/>
                    </a:ext>
                  </a:extLst>
                </p:cNvPr>
                <p:cNvCxnSpPr/>
                <p:nvPr/>
              </p:nvCxnSpPr>
              <p:spPr>
                <a:xfrm>
                  <a:off x="713329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直線接點 257">
                  <a:extLst>
                    <a:ext uri="{FF2B5EF4-FFF2-40B4-BE49-F238E27FC236}">
                      <a16:creationId xmlns:a16="http://schemas.microsoft.com/office/drawing/2014/main" id="{10B2FF81-39AA-4DCC-ABAA-D18599E02F61}"/>
                    </a:ext>
                  </a:extLst>
                </p:cNvPr>
                <p:cNvCxnSpPr/>
                <p:nvPr/>
              </p:nvCxnSpPr>
              <p:spPr>
                <a:xfrm>
                  <a:off x="729857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直線接點 258">
                  <a:extLst>
                    <a:ext uri="{FF2B5EF4-FFF2-40B4-BE49-F238E27FC236}">
                      <a16:creationId xmlns:a16="http://schemas.microsoft.com/office/drawing/2014/main" id="{6E495FA7-BF91-4305-B8DB-9322DE561B02}"/>
                    </a:ext>
                  </a:extLst>
                </p:cNvPr>
                <p:cNvCxnSpPr/>
                <p:nvPr/>
              </p:nvCxnSpPr>
              <p:spPr>
                <a:xfrm>
                  <a:off x="746384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直線接點 259">
                  <a:extLst>
                    <a:ext uri="{FF2B5EF4-FFF2-40B4-BE49-F238E27FC236}">
                      <a16:creationId xmlns:a16="http://schemas.microsoft.com/office/drawing/2014/main" id="{7C5CDB49-07CD-4B7F-A541-C0F7691245FB}"/>
                    </a:ext>
                  </a:extLst>
                </p:cNvPr>
                <p:cNvCxnSpPr/>
                <p:nvPr/>
              </p:nvCxnSpPr>
              <p:spPr>
                <a:xfrm>
                  <a:off x="762912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直線接點 260">
                  <a:extLst>
                    <a:ext uri="{FF2B5EF4-FFF2-40B4-BE49-F238E27FC236}">
                      <a16:creationId xmlns:a16="http://schemas.microsoft.com/office/drawing/2014/main" id="{722672FE-74E4-473E-B140-F1E59403C895}"/>
                    </a:ext>
                  </a:extLst>
                </p:cNvPr>
                <p:cNvCxnSpPr/>
                <p:nvPr/>
              </p:nvCxnSpPr>
              <p:spPr>
                <a:xfrm>
                  <a:off x="779440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直線接點 261">
                  <a:extLst>
                    <a:ext uri="{FF2B5EF4-FFF2-40B4-BE49-F238E27FC236}">
                      <a16:creationId xmlns:a16="http://schemas.microsoft.com/office/drawing/2014/main" id="{2BF635B9-7A6A-4CA1-89ED-F1D76052F769}"/>
                    </a:ext>
                  </a:extLst>
                </p:cNvPr>
                <p:cNvCxnSpPr/>
                <p:nvPr/>
              </p:nvCxnSpPr>
              <p:spPr>
                <a:xfrm>
                  <a:off x="795967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直線接點 262">
                  <a:extLst>
                    <a:ext uri="{FF2B5EF4-FFF2-40B4-BE49-F238E27FC236}">
                      <a16:creationId xmlns:a16="http://schemas.microsoft.com/office/drawing/2014/main" id="{29754D78-E0A9-4D44-B1DC-DB8CD738B42C}"/>
                    </a:ext>
                  </a:extLst>
                </p:cNvPr>
                <p:cNvCxnSpPr/>
                <p:nvPr/>
              </p:nvCxnSpPr>
              <p:spPr>
                <a:xfrm>
                  <a:off x="812495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直線接點 263">
                  <a:extLst>
                    <a:ext uri="{FF2B5EF4-FFF2-40B4-BE49-F238E27FC236}">
                      <a16:creationId xmlns:a16="http://schemas.microsoft.com/office/drawing/2014/main" id="{8D846DBE-29FB-4909-B7C6-52DEDA1221FE}"/>
                    </a:ext>
                  </a:extLst>
                </p:cNvPr>
                <p:cNvCxnSpPr/>
                <p:nvPr/>
              </p:nvCxnSpPr>
              <p:spPr>
                <a:xfrm>
                  <a:off x="787703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直線接點 264">
                  <a:extLst>
                    <a:ext uri="{FF2B5EF4-FFF2-40B4-BE49-F238E27FC236}">
                      <a16:creationId xmlns:a16="http://schemas.microsoft.com/office/drawing/2014/main" id="{A1ABCE95-C701-4510-BDED-9489F37F329B}"/>
                    </a:ext>
                  </a:extLst>
                </p:cNvPr>
                <p:cNvCxnSpPr/>
                <p:nvPr/>
              </p:nvCxnSpPr>
              <p:spPr>
                <a:xfrm>
                  <a:off x="804231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直線接點 265">
                  <a:extLst>
                    <a:ext uri="{FF2B5EF4-FFF2-40B4-BE49-F238E27FC236}">
                      <a16:creationId xmlns:a16="http://schemas.microsoft.com/office/drawing/2014/main" id="{3380B11F-C357-45FE-8F81-1A4EF2BA8339}"/>
                    </a:ext>
                  </a:extLst>
                </p:cNvPr>
                <p:cNvCxnSpPr/>
                <p:nvPr/>
              </p:nvCxnSpPr>
              <p:spPr>
                <a:xfrm>
                  <a:off x="820759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直線接點 266">
                  <a:extLst>
                    <a:ext uri="{FF2B5EF4-FFF2-40B4-BE49-F238E27FC236}">
                      <a16:creationId xmlns:a16="http://schemas.microsoft.com/office/drawing/2014/main" id="{F17E31F5-7C9D-4D64-9279-3F5D00165B01}"/>
                    </a:ext>
                  </a:extLst>
                </p:cNvPr>
                <p:cNvCxnSpPr/>
                <p:nvPr/>
              </p:nvCxnSpPr>
              <p:spPr>
                <a:xfrm>
                  <a:off x="829022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直線接點 267">
                  <a:extLst>
                    <a:ext uri="{FF2B5EF4-FFF2-40B4-BE49-F238E27FC236}">
                      <a16:creationId xmlns:a16="http://schemas.microsoft.com/office/drawing/2014/main" id="{8C2AB699-5B03-4152-903D-9179A7971F86}"/>
                    </a:ext>
                  </a:extLst>
                </p:cNvPr>
                <p:cNvCxnSpPr/>
                <p:nvPr/>
              </p:nvCxnSpPr>
              <p:spPr>
                <a:xfrm>
                  <a:off x="837286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直線接點 268">
                  <a:extLst>
                    <a:ext uri="{FF2B5EF4-FFF2-40B4-BE49-F238E27FC236}">
                      <a16:creationId xmlns:a16="http://schemas.microsoft.com/office/drawing/2014/main" id="{052B8AC7-3989-451E-B1B1-6F6CCDA00CC4}"/>
                    </a:ext>
                  </a:extLst>
                </p:cNvPr>
                <p:cNvCxnSpPr/>
                <p:nvPr/>
              </p:nvCxnSpPr>
              <p:spPr>
                <a:xfrm>
                  <a:off x="8455507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直線接點 269">
                  <a:extLst>
                    <a:ext uri="{FF2B5EF4-FFF2-40B4-BE49-F238E27FC236}">
                      <a16:creationId xmlns:a16="http://schemas.microsoft.com/office/drawing/2014/main" id="{9180C6F0-649F-453F-910B-73A0E25B2B63}"/>
                    </a:ext>
                  </a:extLst>
                </p:cNvPr>
                <p:cNvCxnSpPr/>
                <p:nvPr/>
              </p:nvCxnSpPr>
              <p:spPr>
                <a:xfrm>
                  <a:off x="688538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直線接點 270">
                  <a:extLst>
                    <a:ext uri="{FF2B5EF4-FFF2-40B4-BE49-F238E27FC236}">
                      <a16:creationId xmlns:a16="http://schemas.microsoft.com/office/drawing/2014/main" id="{782AF9E1-968A-4219-8E2E-417287345F76}"/>
                    </a:ext>
                  </a:extLst>
                </p:cNvPr>
                <p:cNvCxnSpPr/>
                <p:nvPr/>
              </p:nvCxnSpPr>
              <p:spPr>
                <a:xfrm>
                  <a:off x="705065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直線接點 271">
                  <a:extLst>
                    <a:ext uri="{FF2B5EF4-FFF2-40B4-BE49-F238E27FC236}">
                      <a16:creationId xmlns:a16="http://schemas.microsoft.com/office/drawing/2014/main" id="{987BD358-BB9B-45A1-8C6F-8719E911C2DF}"/>
                    </a:ext>
                  </a:extLst>
                </p:cNvPr>
                <p:cNvCxnSpPr/>
                <p:nvPr/>
              </p:nvCxnSpPr>
              <p:spPr>
                <a:xfrm>
                  <a:off x="721593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直線接點 272">
                  <a:extLst>
                    <a:ext uri="{FF2B5EF4-FFF2-40B4-BE49-F238E27FC236}">
                      <a16:creationId xmlns:a16="http://schemas.microsoft.com/office/drawing/2014/main" id="{C48BFB9A-9516-4262-88D4-1B6F2AB2DA79}"/>
                    </a:ext>
                  </a:extLst>
                </p:cNvPr>
                <p:cNvCxnSpPr/>
                <p:nvPr/>
              </p:nvCxnSpPr>
              <p:spPr>
                <a:xfrm>
                  <a:off x="738121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直線接點 273">
                  <a:extLst>
                    <a:ext uri="{FF2B5EF4-FFF2-40B4-BE49-F238E27FC236}">
                      <a16:creationId xmlns:a16="http://schemas.microsoft.com/office/drawing/2014/main" id="{3D425626-B096-448D-8052-15EE9BDDCDBE}"/>
                    </a:ext>
                  </a:extLst>
                </p:cNvPr>
                <p:cNvCxnSpPr/>
                <p:nvPr/>
              </p:nvCxnSpPr>
              <p:spPr>
                <a:xfrm>
                  <a:off x="754648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直線接點 274">
                  <a:extLst>
                    <a:ext uri="{FF2B5EF4-FFF2-40B4-BE49-F238E27FC236}">
                      <a16:creationId xmlns:a16="http://schemas.microsoft.com/office/drawing/2014/main" id="{9FF46AB1-973E-402B-BAFB-861EA61D14F2}"/>
                    </a:ext>
                  </a:extLst>
                </p:cNvPr>
                <p:cNvCxnSpPr/>
                <p:nvPr/>
              </p:nvCxnSpPr>
              <p:spPr>
                <a:xfrm>
                  <a:off x="771176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直線接點 275">
                  <a:extLst>
                    <a:ext uri="{FF2B5EF4-FFF2-40B4-BE49-F238E27FC236}">
                      <a16:creationId xmlns:a16="http://schemas.microsoft.com/office/drawing/2014/main" id="{74E1BB6D-2D89-4E16-9381-FE0CC4AAD432}"/>
                    </a:ext>
                  </a:extLst>
                </p:cNvPr>
                <p:cNvCxnSpPr/>
                <p:nvPr/>
              </p:nvCxnSpPr>
              <p:spPr>
                <a:xfrm>
                  <a:off x="589372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直線接點 276">
                  <a:extLst>
                    <a:ext uri="{FF2B5EF4-FFF2-40B4-BE49-F238E27FC236}">
                      <a16:creationId xmlns:a16="http://schemas.microsoft.com/office/drawing/2014/main" id="{223A2DCE-2720-4F67-983F-DED1C7BD7EBA}"/>
                    </a:ext>
                  </a:extLst>
                </p:cNvPr>
                <p:cNvCxnSpPr/>
                <p:nvPr/>
              </p:nvCxnSpPr>
              <p:spPr>
                <a:xfrm>
                  <a:off x="605900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直線接點 277">
                  <a:extLst>
                    <a:ext uri="{FF2B5EF4-FFF2-40B4-BE49-F238E27FC236}">
                      <a16:creationId xmlns:a16="http://schemas.microsoft.com/office/drawing/2014/main" id="{BAB37B3D-D3BE-4FBC-A158-4FBBF6236E5F}"/>
                    </a:ext>
                  </a:extLst>
                </p:cNvPr>
                <p:cNvCxnSpPr/>
                <p:nvPr/>
              </p:nvCxnSpPr>
              <p:spPr>
                <a:xfrm>
                  <a:off x="630691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9" name="直線接點 278">
                  <a:extLst>
                    <a:ext uri="{FF2B5EF4-FFF2-40B4-BE49-F238E27FC236}">
                      <a16:creationId xmlns:a16="http://schemas.microsoft.com/office/drawing/2014/main" id="{87B2C4F1-12D2-4A4D-8D27-1633A28965FF}"/>
                    </a:ext>
                  </a:extLst>
                </p:cNvPr>
                <p:cNvCxnSpPr/>
                <p:nvPr/>
              </p:nvCxnSpPr>
              <p:spPr>
                <a:xfrm>
                  <a:off x="638955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直線接點 279">
                  <a:extLst>
                    <a:ext uri="{FF2B5EF4-FFF2-40B4-BE49-F238E27FC236}">
                      <a16:creationId xmlns:a16="http://schemas.microsoft.com/office/drawing/2014/main" id="{74FDED46-1324-410D-8239-90A3F6FEB5A6}"/>
                    </a:ext>
                  </a:extLst>
                </p:cNvPr>
                <p:cNvCxnSpPr/>
                <p:nvPr/>
              </p:nvCxnSpPr>
              <p:spPr>
                <a:xfrm>
                  <a:off x="655483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直線接點 280">
                  <a:extLst>
                    <a:ext uri="{FF2B5EF4-FFF2-40B4-BE49-F238E27FC236}">
                      <a16:creationId xmlns:a16="http://schemas.microsoft.com/office/drawing/2014/main" id="{DB5959C8-6979-4048-8E86-A5DC047EF8B3}"/>
                    </a:ext>
                  </a:extLst>
                </p:cNvPr>
                <p:cNvCxnSpPr/>
                <p:nvPr/>
              </p:nvCxnSpPr>
              <p:spPr>
                <a:xfrm>
                  <a:off x="672010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直線接點 281">
                  <a:extLst>
                    <a:ext uri="{FF2B5EF4-FFF2-40B4-BE49-F238E27FC236}">
                      <a16:creationId xmlns:a16="http://schemas.microsoft.com/office/drawing/2014/main" id="{1D498618-6977-42C8-995B-DD520C0331FB}"/>
                    </a:ext>
                  </a:extLst>
                </p:cNvPr>
                <p:cNvCxnSpPr/>
                <p:nvPr/>
              </p:nvCxnSpPr>
              <p:spPr>
                <a:xfrm>
                  <a:off x="448888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直線接點 282">
                  <a:extLst>
                    <a:ext uri="{FF2B5EF4-FFF2-40B4-BE49-F238E27FC236}">
                      <a16:creationId xmlns:a16="http://schemas.microsoft.com/office/drawing/2014/main" id="{81C27353-056F-434F-8C63-6299143BC740}"/>
                    </a:ext>
                  </a:extLst>
                </p:cNvPr>
                <p:cNvCxnSpPr/>
                <p:nvPr/>
              </p:nvCxnSpPr>
              <p:spPr>
                <a:xfrm>
                  <a:off x="473679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直線接點 283">
                  <a:extLst>
                    <a:ext uri="{FF2B5EF4-FFF2-40B4-BE49-F238E27FC236}">
                      <a16:creationId xmlns:a16="http://schemas.microsoft.com/office/drawing/2014/main" id="{723D6D44-2A16-4D2D-A59C-D994D0A18E75}"/>
                    </a:ext>
                  </a:extLst>
                </p:cNvPr>
                <p:cNvCxnSpPr/>
                <p:nvPr/>
              </p:nvCxnSpPr>
              <p:spPr>
                <a:xfrm>
                  <a:off x="498470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直線接點 284">
                  <a:extLst>
                    <a:ext uri="{FF2B5EF4-FFF2-40B4-BE49-F238E27FC236}">
                      <a16:creationId xmlns:a16="http://schemas.microsoft.com/office/drawing/2014/main" id="{69968D5E-39C3-4549-95C3-916C84B913B6}"/>
                    </a:ext>
                  </a:extLst>
                </p:cNvPr>
                <p:cNvCxnSpPr/>
                <p:nvPr/>
              </p:nvCxnSpPr>
              <p:spPr>
                <a:xfrm>
                  <a:off x="523262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直線接點 285">
                  <a:extLst>
                    <a:ext uri="{FF2B5EF4-FFF2-40B4-BE49-F238E27FC236}">
                      <a16:creationId xmlns:a16="http://schemas.microsoft.com/office/drawing/2014/main" id="{5E4B9EC3-29FC-4BF4-8F0E-CACCB4CEE7EB}"/>
                    </a:ext>
                  </a:extLst>
                </p:cNvPr>
                <p:cNvCxnSpPr/>
                <p:nvPr/>
              </p:nvCxnSpPr>
              <p:spPr>
                <a:xfrm>
                  <a:off x="548053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直線接點 286">
                  <a:extLst>
                    <a:ext uri="{FF2B5EF4-FFF2-40B4-BE49-F238E27FC236}">
                      <a16:creationId xmlns:a16="http://schemas.microsoft.com/office/drawing/2014/main" id="{1C94EEEF-1341-44EE-B6AD-8322100A7728}"/>
                    </a:ext>
                  </a:extLst>
                </p:cNvPr>
                <p:cNvCxnSpPr/>
                <p:nvPr/>
              </p:nvCxnSpPr>
              <p:spPr>
                <a:xfrm>
                  <a:off x="564581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直線接點 287">
                  <a:extLst>
                    <a:ext uri="{FF2B5EF4-FFF2-40B4-BE49-F238E27FC236}">
                      <a16:creationId xmlns:a16="http://schemas.microsoft.com/office/drawing/2014/main" id="{156ECF69-8BE0-484B-AD41-C73DA9CA0BA0}"/>
                    </a:ext>
                  </a:extLst>
                </p:cNvPr>
                <p:cNvCxnSpPr/>
                <p:nvPr/>
              </p:nvCxnSpPr>
              <p:spPr>
                <a:xfrm>
                  <a:off x="403569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直線接點 288">
                  <a:extLst>
                    <a:ext uri="{FF2B5EF4-FFF2-40B4-BE49-F238E27FC236}">
                      <a16:creationId xmlns:a16="http://schemas.microsoft.com/office/drawing/2014/main" id="{518944CA-1D64-42B7-9F82-CBE1BBAA179D}"/>
                    </a:ext>
                  </a:extLst>
                </p:cNvPr>
                <p:cNvCxnSpPr/>
                <p:nvPr/>
              </p:nvCxnSpPr>
              <p:spPr>
                <a:xfrm>
                  <a:off x="411833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直線接點 289">
                  <a:extLst>
                    <a:ext uri="{FF2B5EF4-FFF2-40B4-BE49-F238E27FC236}">
                      <a16:creationId xmlns:a16="http://schemas.microsoft.com/office/drawing/2014/main" id="{BAA8FFC4-BC23-4720-B73A-930D595D714D}"/>
                    </a:ext>
                  </a:extLst>
                </p:cNvPr>
                <p:cNvCxnSpPr/>
                <p:nvPr/>
              </p:nvCxnSpPr>
              <p:spPr>
                <a:xfrm>
                  <a:off x="420097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直線接點 290">
                  <a:extLst>
                    <a:ext uri="{FF2B5EF4-FFF2-40B4-BE49-F238E27FC236}">
                      <a16:creationId xmlns:a16="http://schemas.microsoft.com/office/drawing/2014/main" id="{8D70CEDF-3918-49E2-A969-EC5410DE9463}"/>
                    </a:ext>
                  </a:extLst>
                </p:cNvPr>
                <p:cNvCxnSpPr/>
                <p:nvPr/>
              </p:nvCxnSpPr>
              <p:spPr>
                <a:xfrm>
                  <a:off x="428361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直線接點 291">
                  <a:extLst>
                    <a:ext uri="{FF2B5EF4-FFF2-40B4-BE49-F238E27FC236}">
                      <a16:creationId xmlns:a16="http://schemas.microsoft.com/office/drawing/2014/main" id="{A293EE50-04B2-4463-984A-FB123BB8AED0}"/>
                    </a:ext>
                  </a:extLst>
                </p:cNvPr>
                <p:cNvCxnSpPr/>
                <p:nvPr/>
              </p:nvCxnSpPr>
              <p:spPr>
                <a:xfrm>
                  <a:off x="453152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直線接點 292">
                  <a:extLst>
                    <a:ext uri="{FF2B5EF4-FFF2-40B4-BE49-F238E27FC236}">
                      <a16:creationId xmlns:a16="http://schemas.microsoft.com/office/drawing/2014/main" id="{4594D868-A4FB-4E77-B209-595BA42FAA46}"/>
                    </a:ext>
                  </a:extLst>
                </p:cNvPr>
                <p:cNvCxnSpPr/>
                <p:nvPr/>
              </p:nvCxnSpPr>
              <p:spPr>
                <a:xfrm>
                  <a:off x="477943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直線接點 293">
                  <a:extLst>
                    <a:ext uri="{FF2B5EF4-FFF2-40B4-BE49-F238E27FC236}">
                      <a16:creationId xmlns:a16="http://schemas.microsoft.com/office/drawing/2014/main" id="{C36E4DDB-2F49-4622-B64E-8177F5BE9A51}"/>
                    </a:ext>
                  </a:extLst>
                </p:cNvPr>
                <p:cNvCxnSpPr/>
                <p:nvPr/>
              </p:nvCxnSpPr>
              <p:spPr>
                <a:xfrm>
                  <a:off x="502735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直線接點 294">
                  <a:extLst>
                    <a:ext uri="{FF2B5EF4-FFF2-40B4-BE49-F238E27FC236}">
                      <a16:creationId xmlns:a16="http://schemas.microsoft.com/office/drawing/2014/main" id="{3C3824BA-2011-402F-86E8-063B3742707F}"/>
                    </a:ext>
                  </a:extLst>
                </p:cNvPr>
                <p:cNvCxnSpPr/>
                <p:nvPr/>
              </p:nvCxnSpPr>
              <p:spPr>
                <a:xfrm>
                  <a:off x="535790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直線接點 295">
                  <a:extLst>
                    <a:ext uri="{FF2B5EF4-FFF2-40B4-BE49-F238E27FC236}">
                      <a16:creationId xmlns:a16="http://schemas.microsoft.com/office/drawing/2014/main" id="{6A7AA8C9-056E-46CB-9B19-D3186CB47265}"/>
                    </a:ext>
                  </a:extLst>
                </p:cNvPr>
                <p:cNvCxnSpPr/>
                <p:nvPr/>
              </p:nvCxnSpPr>
              <p:spPr>
                <a:xfrm>
                  <a:off x="436624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直線接點 296">
                  <a:extLst>
                    <a:ext uri="{FF2B5EF4-FFF2-40B4-BE49-F238E27FC236}">
                      <a16:creationId xmlns:a16="http://schemas.microsoft.com/office/drawing/2014/main" id="{109BA619-1364-4AFF-A10F-50F5FE6309E5}"/>
                    </a:ext>
                  </a:extLst>
                </p:cNvPr>
                <p:cNvCxnSpPr/>
                <p:nvPr/>
              </p:nvCxnSpPr>
              <p:spPr>
                <a:xfrm>
                  <a:off x="461416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直線接點 297">
                  <a:extLst>
                    <a:ext uri="{FF2B5EF4-FFF2-40B4-BE49-F238E27FC236}">
                      <a16:creationId xmlns:a16="http://schemas.microsoft.com/office/drawing/2014/main" id="{A1E8F7FE-C750-4D4F-9403-D8C7E659B448}"/>
                    </a:ext>
                  </a:extLst>
                </p:cNvPr>
                <p:cNvCxnSpPr/>
                <p:nvPr/>
              </p:nvCxnSpPr>
              <p:spPr>
                <a:xfrm>
                  <a:off x="486207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直線接點 298">
                  <a:extLst>
                    <a:ext uri="{FF2B5EF4-FFF2-40B4-BE49-F238E27FC236}">
                      <a16:creationId xmlns:a16="http://schemas.microsoft.com/office/drawing/2014/main" id="{97F20876-6D36-41BD-9B2D-D1222369F131}"/>
                    </a:ext>
                  </a:extLst>
                </p:cNvPr>
                <p:cNvCxnSpPr/>
                <p:nvPr/>
              </p:nvCxnSpPr>
              <p:spPr>
                <a:xfrm>
                  <a:off x="510999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直線接點 299">
                  <a:extLst>
                    <a:ext uri="{FF2B5EF4-FFF2-40B4-BE49-F238E27FC236}">
                      <a16:creationId xmlns:a16="http://schemas.microsoft.com/office/drawing/2014/main" id="{E9EA4773-F339-4D00-9D8D-2859603E5BF2}"/>
                    </a:ext>
                  </a:extLst>
                </p:cNvPr>
                <p:cNvCxnSpPr/>
                <p:nvPr/>
              </p:nvCxnSpPr>
              <p:spPr>
                <a:xfrm>
                  <a:off x="527526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直線接點 300">
                  <a:extLst>
                    <a:ext uri="{FF2B5EF4-FFF2-40B4-BE49-F238E27FC236}">
                      <a16:creationId xmlns:a16="http://schemas.microsoft.com/office/drawing/2014/main" id="{0DC05671-5AC4-4902-98CB-8C8D899D1B04}"/>
                    </a:ext>
                  </a:extLst>
                </p:cNvPr>
                <p:cNvCxnSpPr/>
                <p:nvPr/>
              </p:nvCxnSpPr>
              <p:spPr>
                <a:xfrm>
                  <a:off x="552318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直線接點 301">
                  <a:extLst>
                    <a:ext uri="{FF2B5EF4-FFF2-40B4-BE49-F238E27FC236}">
                      <a16:creationId xmlns:a16="http://schemas.microsoft.com/office/drawing/2014/main" id="{962F669B-C3E6-4DC7-AD26-80D207F110EE}"/>
                    </a:ext>
                  </a:extLst>
                </p:cNvPr>
                <p:cNvCxnSpPr/>
                <p:nvPr/>
              </p:nvCxnSpPr>
              <p:spPr>
                <a:xfrm>
                  <a:off x="568845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直線接點 302">
                  <a:extLst>
                    <a:ext uri="{FF2B5EF4-FFF2-40B4-BE49-F238E27FC236}">
                      <a16:creationId xmlns:a16="http://schemas.microsoft.com/office/drawing/2014/main" id="{69D596D2-F5DD-4898-B5FB-3D4B31E92FE5}"/>
                    </a:ext>
                  </a:extLst>
                </p:cNvPr>
                <p:cNvCxnSpPr/>
                <p:nvPr/>
              </p:nvCxnSpPr>
              <p:spPr>
                <a:xfrm>
                  <a:off x="577109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直線接點 303">
                  <a:extLst>
                    <a:ext uri="{FF2B5EF4-FFF2-40B4-BE49-F238E27FC236}">
                      <a16:creationId xmlns:a16="http://schemas.microsoft.com/office/drawing/2014/main" id="{4F3258E3-763C-4065-B379-6483CEB08AD5}"/>
                    </a:ext>
                  </a:extLst>
                </p:cNvPr>
                <p:cNvCxnSpPr/>
                <p:nvPr/>
              </p:nvCxnSpPr>
              <p:spPr>
                <a:xfrm>
                  <a:off x="593637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直線接點 304">
                  <a:extLst>
                    <a:ext uri="{FF2B5EF4-FFF2-40B4-BE49-F238E27FC236}">
                      <a16:creationId xmlns:a16="http://schemas.microsoft.com/office/drawing/2014/main" id="{DAEBC2A6-1A34-4C96-91BB-B6AC1FAD717F}"/>
                    </a:ext>
                  </a:extLst>
                </p:cNvPr>
                <p:cNvCxnSpPr/>
                <p:nvPr/>
              </p:nvCxnSpPr>
              <p:spPr>
                <a:xfrm>
                  <a:off x="610164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直線接點 305">
                  <a:extLst>
                    <a:ext uri="{FF2B5EF4-FFF2-40B4-BE49-F238E27FC236}">
                      <a16:creationId xmlns:a16="http://schemas.microsoft.com/office/drawing/2014/main" id="{A8886243-6FA4-4E73-96DD-CF03AFAFC23B}"/>
                    </a:ext>
                  </a:extLst>
                </p:cNvPr>
                <p:cNvCxnSpPr/>
                <p:nvPr/>
              </p:nvCxnSpPr>
              <p:spPr>
                <a:xfrm>
                  <a:off x="618428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直線接點 306">
                  <a:extLst>
                    <a:ext uri="{FF2B5EF4-FFF2-40B4-BE49-F238E27FC236}">
                      <a16:creationId xmlns:a16="http://schemas.microsoft.com/office/drawing/2014/main" id="{28D16C7F-0AEA-432A-8737-454FCAD4FEA7}"/>
                    </a:ext>
                  </a:extLst>
                </p:cNvPr>
                <p:cNvCxnSpPr/>
                <p:nvPr/>
              </p:nvCxnSpPr>
              <p:spPr>
                <a:xfrm>
                  <a:off x="643219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直線接點 307">
                  <a:extLst>
                    <a:ext uri="{FF2B5EF4-FFF2-40B4-BE49-F238E27FC236}">
                      <a16:creationId xmlns:a16="http://schemas.microsoft.com/office/drawing/2014/main" id="{69A55ECC-FC52-46B0-91DF-F6B0FC6F25D5}"/>
                    </a:ext>
                  </a:extLst>
                </p:cNvPr>
                <p:cNvCxnSpPr/>
                <p:nvPr/>
              </p:nvCxnSpPr>
              <p:spPr>
                <a:xfrm>
                  <a:off x="659747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直線接點 308">
                  <a:extLst>
                    <a:ext uri="{FF2B5EF4-FFF2-40B4-BE49-F238E27FC236}">
                      <a16:creationId xmlns:a16="http://schemas.microsoft.com/office/drawing/2014/main" id="{0C89BDB3-3D7E-4F11-A8CE-FBECC95E8AFE}"/>
                    </a:ext>
                  </a:extLst>
                </p:cNvPr>
                <p:cNvCxnSpPr/>
                <p:nvPr/>
              </p:nvCxnSpPr>
              <p:spPr>
                <a:xfrm>
                  <a:off x="676275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直線接點 309">
                  <a:extLst>
                    <a:ext uri="{FF2B5EF4-FFF2-40B4-BE49-F238E27FC236}">
                      <a16:creationId xmlns:a16="http://schemas.microsoft.com/office/drawing/2014/main" id="{94CCA993-33FB-4CB2-8884-21EE561FEBCE}"/>
                    </a:ext>
                  </a:extLst>
                </p:cNvPr>
                <p:cNvCxnSpPr/>
                <p:nvPr/>
              </p:nvCxnSpPr>
              <p:spPr>
                <a:xfrm>
                  <a:off x="692802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直線接點 310">
                  <a:extLst>
                    <a:ext uri="{FF2B5EF4-FFF2-40B4-BE49-F238E27FC236}">
                      <a16:creationId xmlns:a16="http://schemas.microsoft.com/office/drawing/2014/main" id="{06F454CA-6F9A-489F-8424-065103B7F0F4}"/>
                    </a:ext>
                  </a:extLst>
                </p:cNvPr>
                <p:cNvCxnSpPr/>
                <p:nvPr/>
              </p:nvCxnSpPr>
              <p:spPr>
                <a:xfrm>
                  <a:off x="709330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直線接點 311">
                  <a:extLst>
                    <a:ext uri="{FF2B5EF4-FFF2-40B4-BE49-F238E27FC236}">
                      <a16:creationId xmlns:a16="http://schemas.microsoft.com/office/drawing/2014/main" id="{D9D9AD07-8195-44F3-B810-30BC040F827C}"/>
                    </a:ext>
                  </a:extLst>
                </p:cNvPr>
                <p:cNvCxnSpPr/>
                <p:nvPr/>
              </p:nvCxnSpPr>
              <p:spPr>
                <a:xfrm>
                  <a:off x="725857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直線接點 312">
                  <a:extLst>
                    <a:ext uri="{FF2B5EF4-FFF2-40B4-BE49-F238E27FC236}">
                      <a16:creationId xmlns:a16="http://schemas.microsoft.com/office/drawing/2014/main" id="{84DC364D-7FCA-4BF1-B282-BC82D9351AEE}"/>
                    </a:ext>
                  </a:extLst>
                </p:cNvPr>
                <p:cNvCxnSpPr/>
                <p:nvPr/>
              </p:nvCxnSpPr>
              <p:spPr>
                <a:xfrm>
                  <a:off x="742385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直線接點 313">
                  <a:extLst>
                    <a:ext uri="{FF2B5EF4-FFF2-40B4-BE49-F238E27FC236}">
                      <a16:creationId xmlns:a16="http://schemas.microsoft.com/office/drawing/2014/main" id="{3EEF549A-6B4C-4F2F-BA4E-79AA4611FDE7}"/>
                    </a:ext>
                  </a:extLst>
                </p:cNvPr>
                <p:cNvCxnSpPr/>
                <p:nvPr/>
              </p:nvCxnSpPr>
              <p:spPr>
                <a:xfrm>
                  <a:off x="758913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直線接點 314">
                  <a:extLst>
                    <a:ext uri="{FF2B5EF4-FFF2-40B4-BE49-F238E27FC236}">
                      <a16:creationId xmlns:a16="http://schemas.microsoft.com/office/drawing/2014/main" id="{BC8C56CC-B20B-4C69-AE76-5ECDD90DD087}"/>
                    </a:ext>
                  </a:extLst>
                </p:cNvPr>
                <p:cNvCxnSpPr/>
                <p:nvPr/>
              </p:nvCxnSpPr>
              <p:spPr>
                <a:xfrm>
                  <a:off x="775440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6" name="直線接點 315">
                  <a:extLst>
                    <a:ext uri="{FF2B5EF4-FFF2-40B4-BE49-F238E27FC236}">
                      <a16:creationId xmlns:a16="http://schemas.microsoft.com/office/drawing/2014/main" id="{B33788DC-A7D7-496E-B55B-7364718EC5AF}"/>
                    </a:ext>
                  </a:extLst>
                </p:cNvPr>
                <p:cNvCxnSpPr/>
                <p:nvPr/>
              </p:nvCxnSpPr>
              <p:spPr>
                <a:xfrm>
                  <a:off x="791968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直線接點 316">
                  <a:extLst>
                    <a:ext uri="{FF2B5EF4-FFF2-40B4-BE49-F238E27FC236}">
                      <a16:creationId xmlns:a16="http://schemas.microsoft.com/office/drawing/2014/main" id="{DB9C216B-F702-4EA6-AA98-C6E5BD4438B2}"/>
                    </a:ext>
                  </a:extLst>
                </p:cNvPr>
                <p:cNvCxnSpPr/>
                <p:nvPr/>
              </p:nvCxnSpPr>
              <p:spPr>
                <a:xfrm>
                  <a:off x="808495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直線接點 317">
                  <a:extLst>
                    <a:ext uri="{FF2B5EF4-FFF2-40B4-BE49-F238E27FC236}">
                      <a16:creationId xmlns:a16="http://schemas.microsoft.com/office/drawing/2014/main" id="{DD58809F-3AAB-40AA-A1D1-AA2486C5CBF0}"/>
                    </a:ext>
                  </a:extLst>
                </p:cNvPr>
                <p:cNvCxnSpPr/>
                <p:nvPr/>
              </p:nvCxnSpPr>
              <p:spPr>
                <a:xfrm>
                  <a:off x="783704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直線接點 318">
                  <a:extLst>
                    <a:ext uri="{FF2B5EF4-FFF2-40B4-BE49-F238E27FC236}">
                      <a16:creationId xmlns:a16="http://schemas.microsoft.com/office/drawing/2014/main" id="{A6534750-7CEF-470A-AAB4-30EFDB2682AD}"/>
                    </a:ext>
                  </a:extLst>
                </p:cNvPr>
                <p:cNvCxnSpPr/>
                <p:nvPr/>
              </p:nvCxnSpPr>
              <p:spPr>
                <a:xfrm>
                  <a:off x="800232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0" name="直線接點 319">
                  <a:extLst>
                    <a:ext uri="{FF2B5EF4-FFF2-40B4-BE49-F238E27FC236}">
                      <a16:creationId xmlns:a16="http://schemas.microsoft.com/office/drawing/2014/main" id="{849CF8E4-D6A9-4770-BC61-D344F0DAC81F}"/>
                    </a:ext>
                  </a:extLst>
                </p:cNvPr>
                <p:cNvCxnSpPr/>
                <p:nvPr/>
              </p:nvCxnSpPr>
              <p:spPr>
                <a:xfrm>
                  <a:off x="816759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直線接點 320">
                  <a:extLst>
                    <a:ext uri="{FF2B5EF4-FFF2-40B4-BE49-F238E27FC236}">
                      <a16:creationId xmlns:a16="http://schemas.microsoft.com/office/drawing/2014/main" id="{5059BA3A-09FB-4837-9C6F-54A780BBD8BC}"/>
                    </a:ext>
                  </a:extLst>
                </p:cNvPr>
                <p:cNvCxnSpPr/>
                <p:nvPr/>
              </p:nvCxnSpPr>
              <p:spPr>
                <a:xfrm>
                  <a:off x="825023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直線接點 321">
                  <a:extLst>
                    <a:ext uri="{FF2B5EF4-FFF2-40B4-BE49-F238E27FC236}">
                      <a16:creationId xmlns:a16="http://schemas.microsoft.com/office/drawing/2014/main" id="{118D4F00-28F2-488A-A7B0-FAE612951DEE}"/>
                    </a:ext>
                  </a:extLst>
                </p:cNvPr>
                <p:cNvCxnSpPr/>
                <p:nvPr/>
              </p:nvCxnSpPr>
              <p:spPr>
                <a:xfrm>
                  <a:off x="833287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直線接點 322">
                  <a:extLst>
                    <a:ext uri="{FF2B5EF4-FFF2-40B4-BE49-F238E27FC236}">
                      <a16:creationId xmlns:a16="http://schemas.microsoft.com/office/drawing/2014/main" id="{899E9589-9303-4EC9-AC41-4D4DA142CBD7}"/>
                    </a:ext>
                  </a:extLst>
                </p:cNvPr>
                <p:cNvCxnSpPr/>
                <p:nvPr/>
              </p:nvCxnSpPr>
              <p:spPr>
                <a:xfrm>
                  <a:off x="8415513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直線接點 323">
                  <a:extLst>
                    <a:ext uri="{FF2B5EF4-FFF2-40B4-BE49-F238E27FC236}">
                      <a16:creationId xmlns:a16="http://schemas.microsoft.com/office/drawing/2014/main" id="{B8D93BE3-D77A-412C-B18E-538BD007CC0F}"/>
                    </a:ext>
                  </a:extLst>
                </p:cNvPr>
                <p:cNvCxnSpPr/>
                <p:nvPr/>
              </p:nvCxnSpPr>
              <p:spPr>
                <a:xfrm>
                  <a:off x="684538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直線接點 324">
                  <a:extLst>
                    <a:ext uri="{FF2B5EF4-FFF2-40B4-BE49-F238E27FC236}">
                      <a16:creationId xmlns:a16="http://schemas.microsoft.com/office/drawing/2014/main" id="{C016DEDD-F57A-4296-A330-28DE852DFA3D}"/>
                    </a:ext>
                  </a:extLst>
                </p:cNvPr>
                <p:cNvCxnSpPr/>
                <p:nvPr/>
              </p:nvCxnSpPr>
              <p:spPr>
                <a:xfrm>
                  <a:off x="701066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直線接點 325">
                  <a:extLst>
                    <a:ext uri="{FF2B5EF4-FFF2-40B4-BE49-F238E27FC236}">
                      <a16:creationId xmlns:a16="http://schemas.microsoft.com/office/drawing/2014/main" id="{712DFD25-C80F-4175-9976-4CAEDFAD3981}"/>
                    </a:ext>
                  </a:extLst>
                </p:cNvPr>
                <p:cNvCxnSpPr/>
                <p:nvPr/>
              </p:nvCxnSpPr>
              <p:spPr>
                <a:xfrm>
                  <a:off x="717594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直線接點 326">
                  <a:extLst>
                    <a:ext uri="{FF2B5EF4-FFF2-40B4-BE49-F238E27FC236}">
                      <a16:creationId xmlns:a16="http://schemas.microsoft.com/office/drawing/2014/main" id="{F93D2E99-FC7D-49FB-AF59-852D214B7AAD}"/>
                    </a:ext>
                  </a:extLst>
                </p:cNvPr>
                <p:cNvCxnSpPr/>
                <p:nvPr/>
              </p:nvCxnSpPr>
              <p:spPr>
                <a:xfrm>
                  <a:off x="734121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直線接點 327">
                  <a:extLst>
                    <a:ext uri="{FF2B5EF4-FFF2-40B4-BE49-F238E27FC236}">
                      <a16:creationId xmlns:a16="http://schemas.microsoft.com/office/drawing/2014/main" id="{04B59329-EEEF-4F28-AABC-E827149AFB4C}"/>
                    </a:ext>
                  </a:extLst>
                </p:cNvPr>
                <p:cNvCxnSpPr/>
                <p:nvPr/>
              </p:nvCxnSpPr>
              <p:spPr>
                <a:xfrm>
                  <a:off x="750649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9" name="直線接點 328">
                  <a:extLst>
                    <a:ext uri="{FF2B5EF4-FFF2-40B4-BE49-F238E27FC236}">
                      <a16:creationId xmlns:a16="http://schemas.microsoft.com/office/drawing/2014/main" id="{8DB1F86D-7E6D-48A8-AF5B-2218553EF92E}"/>
                    </a:ext>
                  </a:extLst>
                </p:cNvPr>
                <p:cNvCxnSpPr/>
                <p:nvPr/>
              </p:nvCxnSpPr>
              <p:spPr>
                <a:xfrm>
                  <a:off x="767176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直線接點 329">
                  <a:extLst>
                    <a:ext uri="{FF2B5EF4-FFF2-40B4-BE49-F238E27FC236}">
                      <a16:creationId xmlns:a16="http://schemas.microsoft.com/office/drawing/2014/main" id="{9297CAFC-49A7-4419-9299-52336E384157}"/>
                    </a:ext>
                  </a:extLst>
                </p:cNvPr>
                <p:cNvCxnSpPr/>
                <p:nvPr/>
              </p:nvCxnSpPr>
              <p:spPr>
                <a:xfrm>
                  <a:off x="585373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直線接點 330">
                  <a:extLst>
                    <a:ext uri="{FF2B5EF4-FFF2-40B4-BE49-F238E27FC236}">
                      <a16:creationId xmlns:a16="http://schemas.microsoft.com/office/drawing/2014/main" id="{6AEB08F5-5054-4CB2-9FEA-616D64E200F1}"/>
                    </a:ext>
                  </a:extLst>
                </p:cNvPr>
                <p:cNvCxnSpPr/>
                <p:nvPr/>
              </p:nvCxnSpPr>
              <p:spPr>
                <a:xfrm>
                  <a:off x="601900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直線接點 331">
                  <a:extLst>
                    <a:ext uri="{FF2B5EF4-FFF2-40B4-BE49-F238E27FC236}">
                      <a16:creationId xmlns:a16="http://schemas.microsoft.com/office/drawing/2014/main" id="{E5F4B541-343C-474D-A252-16BFB3A6F944}"/>
                    </a:ext>
                  </a:extLst>
                </p:cNvPr>
                <p:cNvCxnSpPr/>
                <p:nvPr/>
              </p:nvCxnSpPr>
              <p:spPr>
                <a:xfrm>
                  <a:off x="626692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直線接點 332">
                  <a:extLst>
                    <a:ext uri="{FF2B5EF4-FFF2-40B4-BE49-F238E27FC236}">
                      <a16:creationId xmlns:a16="http://schemas.microsoft.com/office/drawing/2014/main" id="{F1DA542F-E152-4284-9EC5-72FEABB1DFFD}"/>
                    </a:ext>
                  </a:extLst>
                </p:cNvPr>
                <p:cNvCxnSpPr/>
                <p:nvPr/>
              </p:nvCxnSpPr>
              <p:spPr>
                <a:xfrm>
                  <a:off x="634956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直線接點 333">
                  <a:extLst>
                    <a:ext uri="{FF2B5EF4-FFF2-40B4-BE49-F238E27FC236}">
                      <a16:creationId xmlns:a16="http://schemas.microsoft.com/office/drawing/2014/main" id="{1629DEA0-5D4E-40B1-8FC7-B384522DB256}"/>
                    </a:ext>
                  </a:extLst>
                </p:cNvPr>
                <p:cNvCxnSpPr/>
                <p:nvPr/>
              </p:nvCxnSpPr>
              <p:spPr>
                <a:xfrm>
                  <a:off x="651483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5" name="直線接點 334">
                  <a:extLst>
                    <a:ext uri="{FF2B5EF4-FFF2-40B4-BE49-F238E27FC236}">
                      <a16:creationId xmlns:a16="http://schemas.microsoft.com/office/drawing/2014/main" id="{36991713-CE22-46A2-9ACE-62FF3CE24E11}"/>
                    </a:ext>
                  </a:extLst>
                </p:cNvPr>
                <p:cNvCxnSpPr/>
                <p:nvPr/>
              </p:nvCxnSpPr>
              <p:spPr>
                <a:xfrm>
                  <a:off x="668011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直線接點 335">
                  <a:extLst>
                    <a:ext uri="{FF2B5EF4-FFF2-40B4-BE49-F238E27FC236}">
                      <a16:creationId xmlns:a16="http://schemas.microsoft.com/office/drawing/2014/main" id="{07CFBF9C-19E1-48AD-9C6A-9D9F875DE44F}"/>
                    </a:ext>
                  </a:extLst>
                </p:cNvPr>
                <p:cNvCxnSpPr/>
                <p:nvPr/>
              </p:nvCxnSpPr>
              <p:spPr>
                <a:xfrm>
                  <a:off x="4448886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7" name="直線接點 336">
                  <a:extLst>
                    <a:ext uri="{FF2B5EF4-FFF2-40B4-BE49-F238E27FC236}">
                      <a16:creationId xmlns:a16="http://schemas.microsoft.com/office/drawing/2014/main" id="{3DF92747-9544-44A5-8870-D56E52753181}"/>
                    </a:ext>
                  </a:extLst>
                </p:cNvPr>
                <p:cNvCxnSpPr/>
                <p:nvPr/>
              </p:nvCxnSpPr>
              <p:spPr>
                <a:xfrm>
                  <a:off x="4696800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直線接點 337">
                  <a:extLst>
                    <a:ext uri="{FF2B5EF4-FFF2-40B4-BE49-F238E27FC236}">
                      <a16:creationId xmlns:a16="http://schemas.microsoft.com/office/drawing/2014/main" id="{FD5053A1-F768-42F8-8F0C-2095B40C0836}"/>
                    </a:ext>
                  </a:extLst>
                </p:cNvPr>
                <p:cNvCxnSpPr/>
                <p:nvPr/>
              </p:nvCxnSpPr>
              <p:spPr>
                <a:xfrm>
                  <a:off x="4944714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9" name="直線接點 338">
                  <a:extLst>
                    <a:ext uri="{FF2B5EF4-FFF2-40B4-BE49-F238E27FC236}">
                      <a16:creationId xmlns:a16="http://schemas.microsoft.com/office/drawing/2014/main" id="{9A96138A-3955-466F-8AD6-B7A12DD56F47}"/>
                    </a:ext>
                  </a:extLst>
                </p:cNvPr>
                <p:cNvCxnSpPr/>
                <p:nvPr/>
              </p:nvCxnSpPr>
              <p:spPr>
                <a:xfrm>
                  <a:off x="519262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直線接點 339">
                  <a:extLst>
                    <a:ext uri="{FF2B5EF4-FFF2-40B4-BE49-F238E27FC236}">
                      <a16:creationId xmlns:a16="http://schemas.microsoft.com/office/drawing/2014/main" id="{4F182131-4680-4D16-AC95-344E90ECEBC2}"/>
                    </a:ext>
                  </a:extLst>
                </p:cNvPr>
                <p:cNvCxnSpPr/>
                <p:nvPr/>
              </p:nvCxnSpPr>
              <p:spPr>
                <a:xfrm>
                  <a:off x="5440542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1" name="直線接點 340">
                  <a:extLst>
                    <a:ext uri="{FF2B5EF4-FFF2-40B4-BE49-F238E27FC236}">
                      <a16:creationId xmlns:a16="http://schemas.microsoft.com/office/drawing/2014/main" id="{32F28AAC-4754-496A-8820-6176D1334363}"/>
                    </a:ext>
                  </a:extLst>
                </p:cNvPr>
                <p:cNvCxnSpPr/>
                <p:nvPr/>
              </p:nvCxnSpPr>
              <p:spPr>
                <a:xfrm>
                  <a:off x="5605818" y="88900"/>
                  <a:ext cx="0" cy="108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27" name="圓角矩形 1783">
              <a:extLst>
                <a:ext uri="{FF2B5EF4-FFF2-40B4-BE49-F238E27FC236}">
                  <a16:creationId xmlns:a16="http://schemas.microsoft.com/office/drawing/2014/main" id="{F4AB040D-DACA-46CC-BCE7-F185A922E7D2}"/>
                </a:ext>
              </a:extLst>
            </p:cNvPr>
            <p:cNvSpPr/>
            <p:nvPr/>
          </p:nvSpPr>
          <p:spPr>
            <a:xfrm flipV="1">
              <a:off x="5383844" y="5072712"/>
              <a:ext cx="468000" cy="48260"/>
            </a:xfrm>
            <a:prstGeom prst="round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8" name="圓角矩形 1784">
              <a:extLst>
                <a:ext uri="{FF2B5EF4-FFF2-40B4-BE49-F238E27FC236}">
                  <a16:creationId xmlns:a16="http://schemas.microsoft.com/office/drawing/2014/main" id="{F84FA001-17CA-4C77-8BD1-17836BD70814}"/>
                </a:ext>
              </a:extLst>
            </p:cNvPr>
            <p:cNvSpPr/>
            <p:nvPr/>
          </p:nvSpPr>
          <p:spPr>
            <a:xfrm flipV="1">
              <a:off x="5869696" y="5071710"/>
              <a:ext cx="252000" cy="48260"/>
            </a:xfrm>
            <a:prstGeom prst="round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450" name="矩形 449">
            <a:extLst>
              <a:ext uri="{FF2B5EF4-FFF2-40B4-BE49-F238E27FC236}">
                <a16:creationId xmlns:a16="http://schemas.microsoft.com/office/drawing/2014/main" id="{34AA1596-BF9C-4358-80FA-4DBA5B7F46F8}"/>
              </a:ext>
            </a:extLst>
          </p:cNvPr>
          <p:cNvSpPr/>
          <p:nvPr/>
        </p:nvSpPr>
        <p:spPr>
          <a:xfrm>
            <a:off x="679504" y="2306655"/>
            <a:ext cx="1520034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 err="1"/>
              <a:t>PCIe</a:t>
            </a:r>
            <a:r>
              <a:rPr lang="en-US" altLang="zh-TW" sz="1050" dirty="0"/>
              <a:t> Slot</a:t>
            </a:r>
            <a:endParaRPr lang="zh-TW" altLang="en-US" sz="1050" dirty="0"/>
          </a:p>
        </p:txBody>
      </p:sp>
      <p:sp>
        <p:nvSpPr>
          <p:cNvPr id="451" name="矩形 450">
            <a:extLst>
              <a:ext uri="{FF2B5EF4-FFF2-40B4-BE49-F238E27FC236}">
                <a16:creationId xmlns:a16="http://schemas.microsoft.com/office/drawing/2014/main" id="{68C67C67-20A7-4AAF-97F3-082E91A1802E}"/>
              </a:ext>
            </a:extLst>
          </p:cNvPr>
          <p:cNvSpPr/>
          <p:nvPr/>
        </p:nvSpPr>
        <p:spPr>
          <a:xfrm>
            <a:off x="671851" y="1411753"/>
            <a:ext cx="1520034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OCP Slot</a:t>
            </a:r>
            <a:endParaRPr lang="zh-TW" altLang="en-US" sz="1050" dirty="0"/>
          </a:p>
        </p:txBody>
      </p:sp>
      <p:grpSp>
        <p:nvGrpSpPr>
          <p:cNvPr id="452" name="群組 451"/>
          <p:cNvGrpSpPr/>
          <p:nvPr/>
        </p:nvGrpSpPr>
        <p:grpSpPr>
          <a:xfrm>
            <a:off x="2710633" y="1991898"/>
            <a:ext cx="1375608" cy="171271"/>
            <a:chOff x="4095751" y="962025"/>
            <a:chExt cx="1606550" cy="200025"/>
          </a:xfrm>
        </p:grpSpPr>
        <p:grpSp>
          <p:nvGrpSpPr>
            <p:cNvPr id="453" name="群組 452"/>
            <p:cNvGrpSpPr/>
            <p:nvPr/>
          </p:nvGrpSpPr>
          <p:grpSpPr>
            <a:xfrm>
              <a:off x="4095751" y="962025"/>
              <a:ext cx="1606550" cy="200025"/>
              <a:chOff x="4781551" y="2867025"/>
              <a:chExt cx="1606550" cy="200025"/>
            </a:xfrm>
          </p:grpSpPr>
          <p:sp>
            <p:nvSpPr>
              <p:cNvPr id="482" name="矩形 481"/>
              <p:cNvSpPr/>
              <p:nvPr/>
            </p:nvSpPr>
            <p:spPr>
              <a:xfrm>
                <a:off x="4781551" y="2867025"/>
                <a:ext cx="1606550" cy="200025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31750" prst="relaxedInse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483" name="L-圖案 482"/>
              <p:cNvSpPr/>
              <p:nvPr/>
            </p:nvSpPr>
            <p:spPr>
              <a:xfrm rot="10800000">
                <a:off x="4825999" y="2913062"/>
                <a:ext cx="450850" cy="111125"/>
              </a:xfrm>
              <a:prstGeom prst="corner">
                <a:avLst>
                  <a:gd name="adj1" fmla="val 43970"/>
                  <a:gd name="adj2" fmla="val 44789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484" name="L-圖案 483"/>
              <p:cNvSpPr/>
              <p:nvPr/>
            </p:nvSpPr>
            <p:spPr>
              <a:xfrm flipV="1">
                <a:off x="5321298" y="2913061"/>
                <a:ext cx="1028702" cy="111126"/>
              </a:xfrm>
              <a:prstGeom prst="corner">
                <a:avLst>
                  <a:gd name="adj1" fmla="val 43970"/>
                  <a:gd name="adj2" fmla="val 41932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sp>
          <p:nvSpPr>
            <p:cNvPr id="454" name="矩形 453"/>
            <p:cNvSpPr>
              <a:spLocks noChangeAspect="1"/>
            </p:cNvSpPr>
            <p:nvPr/>
          </p:nvSpPr>
          <p:spPr>
            <a:xfrm>
              <a:off x="4205174" y="1092197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55" name="矩形 454"/>
            <p:cNvSpPr>
              <a:spLocks noChangeAspect="1"/>
            </p:cNvSpPr>
            <p:nvPr/>
          </p:nvSpPr>
          <p:spPr>
            <a:xfrm>
              <a:off x="4388870" y="1092197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56" name="矩形 455"/>
            <p:cNvSpPr>
              <a:spLocks noChangeAspect="1"/>
            </p:cNvSpPr>
            <p:nvPr/>
          </p:nvSpPr>
          <p:spPr>
            <a:xfrm>
              <a:off x="4297022" y="1092197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57" name="矩形 456"/>
            <p:cNvSpPr>
              <a:spLocks noChangeAspect="1"/>
            </p:cNvSpPr>
            <p:nvPr/>
          </p:nvSpPr>
          <p:spPr>
            <a:xfrm>
              <a:off x="4480717" y="1092197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58" name="矩形 457"/>
            <p:cNvSpPr>
              <a:spLocks noChangeAspect="1"/>
            </p:cNvSpPr>
            <p:nvPr/>
          </p:nvSpPr>
          <p:spPr>
            <a:xfrm>
              <a:off x="4159250" y="1092197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59" name="矩形 458"/>
            <p:cNvSpPr>
              <a:spLocks noChangeAspect="1"/>
            </p:cNvSpPr>
            <p:nvPr/>
          </p:nvSpPr>
          <p:spPr>
            <a:xfrm>
              <a:off x="4342946" y="1092197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60" name="矩形 459"/>
            <p:cNvSpPr>
              <a:spLocks noChangeAspect="1"/>
            </p:cNvSpPr>
            <p:nvPr/>
          </p:nvSpPr>
          <p:spPr>
            <a:xfrm>
              <a:off x="4251098" y="1092197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61" name="矩形 460"/>
            <p:cNvSpPr>
              <a:spLocks noChangeAspect="1"/>
            </p:cNvSpPr>
            <p:nvPr/>
          </p:nvSpPr>
          <p:spPr>
            <a:xfrm>
              <a:off x="4434794" y="1092197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62" name="矩形 461"/>
            <p:cNvSpPr>
              <a:spLocks noChangeAspect="1"/>
            </p:cNvSpPr>
            <p:nvPr/>
          </p:nvSpPr>
          <p:spPr>
            <a:xfrm>
              <a:off x="4767156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63" name="矩形 462"/>
            <p:cNvSpPr>
              <a:spLocks noChangeAspect="1"/>
            </p:cNvSpPr>
            <p:nvPr/>
          </p:nvSpPr>
          <p:spPr>
            <a:xfrm>
              <a:off x="4950852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64" name="矩形 463"/>
            <p:cNvSpPr>
              <a:spLocks noChangeAspect="1"/>
            </p:cNvSpPr>
            <p:nvPr/>
          </p:nvSpPr>
          <p:spPr>
            <a:xfrm>
              <a:off x="4859004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65" name="矩形 464"/>
            <p:cNvSpPr>
              <a:spLocks noChangeAspect="1"/>
            </p:cNvSpPr>
            <p:nvPr/>
          </p:nvSpPr>
          <p:spPr>
            <a:xfrm>
              <a:off x="5042699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66" name="矩形 465"/>
            <p:cNvSpPr>
              <a:spLocks noChangeAspect="1"/>
            </p:cNvSpPr>
            <p:nvPr/>
          </p:nvSpPr>
          <p:spPr>
            <a:xfrm>
              <a:off x="4721232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67" name="矩形 466"/>
            <p:cNvSpPr>
              <a:spLocks noChangeAspect="1"/>
            </p:cNvSpPr>
            <p:nvPr/>
          </p:nvSpPr>
          <p:spPr>
            <a:xfrm>
              <a:off x="4904928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68" name="矩形 467"/>
            <p:cNvSpPr>
              <a:spLocks noChangeAspect="1"/>
            </p:cNvSpPr>
            <p:nvPr/>
          </p:nvSpPr>
          <p:spPr>
            <a:xfrm>
              <a:off x="4813080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69" name="矩形 468"/>
            <p:cNvSpPr>
              <a:spLocks noChangeAspect="1"/>
            </p:cNvSpPr>
            <p:nvPr/>
          </p:nvSpPr>
          <p:spPr>
            <a:xfrm>
              <a:off x="4996776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70" name="矩形 469"/>
            <p:cNvSpPr>
              <a:spLocks noChangeAspect="1"/>
            </p:cNvSpPr>
            <p:nvPr/>
          </p:nvSpPr>
          <p:spPr>
            <a:xfrm>
              <a:off x="5148162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71" name="矩形 470"/>
            <p:cNvSpPr>
              <a:spLocks noChangeAspect="1"/>
            </p:cNvSpPr>
            <p:nvPr/>
          </p:nvSpPr>
          <p:spPr>
            <a:xfrm>
              <a:off x="5331858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72" name="矩形 471"/>
            <p:cNvSpPr>
              <a:spLocks noChangeAspect="1"/>
            </p:cNvSpPr>
            <p:nvPr/>
          </p:nvSpPr>
          <p:spPr>
            <a:xfrm>
              <a:off x="5240010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73" name="矩形 472"/>
            <p:cNvSpPr>
              <a:spLocks noChangeAspect="1"/>
            </p:cNvSpPr>
            <p:nvPr/>
          </p:nvSpPr>
          <p:spPr>
            <a:xfrm>
              <a:off x="5423705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74" name="矩形 473"/>
            <p:cNvSpPr>
              <a:spLocks noChangeAspect="1"/>
            </p:cNvSpPr>
            <p:nvPr/>
          </p:nvSpPr>
          <p:spPr>
            <a:xfrm>
              <a:off x="5102238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75" name="矩形 474"/>
            <p:cNvSpPr>
              <a:spLocks noChangeAspect="1"/>
            </p:cNvSpPr>
            <p:nvPr/>
          </p:nvSpPr>
          <p:spPr>
            <a:xfrm>
              <a:off x="5285934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76" name="矩形 475"/>
            <p:cNvSpPr>
              <a:spLocks noChangeAspect="1"/>
            </p:cNvSpPr>
            <p:nvPr/>
          </p:nvSpPr>
          <p:spPr>
            <a:xfrm>
              <a:off x="5194086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77" name="矩形 476"/>
            <p:cNvSpPr>
              <a:spLocks noChangeAspect="1"/>
            </p:cNvSpPr>
            <p:nvPr/>
          </p:nvSpPr>
          <p:spPr>
            <a:xfrm>
              <a:off x="5377782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78" name="矩形 477"/>
            <p:cNvSpPr>
              <a:spLocks noChangeAspect="1"/>
            </p:cNvSpPr>
            <p:nvPr/>
          </p:nvSpPr>
          <p:spPr>
            <a:xfrm>
              <a:off x="5531888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79" name="矩形 478"/>
            <p:cNvSpPr>
              <a:spLocks noChangeAspect="1"/>
            </p:cNvSpPr>
            <p:nvPr/>
          </p:nvSpPr>
          <p:spPr>
            <a:xfrm>
              <a:off x="5623735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80" name="矩形 479"/>
            <p:cNvSpPr>
              <a:spLocks noChangeAspect="1"/>
            </p:cNvSpPr>
            <p:nvPr/>
          </p:nvSpPr>
          <p:spPr>
            <a:xfrm>
              <a:off x="5485964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481" name="矩形 480"/>
            <p:cNvSpPr>
              <a:spLocks noChangeAspect="1"/>
            </p:cNvSpPr>
            <p:nvPr/>
          </p:nvSpPr>
          <p:spPr>
            <a:xfrm>
              <a:off x="5577812" y="1092193"/>
              <a:ext cx="28004" cy="28004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485" name="矩形 484"/>
          <p:cNvSpPr/>
          <p:nvPr/>
        </p:nvSpPr>
        <p:spPr>
          <a:xfrm>
            <a:off x="2638420" y="2306655"/>
            <a:ext cx="1520034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SATA slot</a:t>
            </a:r>
            <a:endParaRPr lang="zh-TW" altLang="en-US" sz="1200" dirty="0"/>
          </a:p>
        </p:txBody>
      </p:sp>
      <p:grpSp>
        <p:nvGrpSpPr>
          <p:cNvPr id="486" name="群組 485"/>
          <p:cNvGrpSpPr>
            <a:grpSpLocks noChangeAspect="1"/>
          </p:cNvGrpSpPr>
          <p:nvPr/>
        </p:nvGrpSpPr>
        <p:grpSpPr>
          <a:xfrm>
            <a:off x="3018409" y="1020447"/>
            <a:ext cx="760057" cy="297544"/>
            <a:chOff x="6692620" y="2315635"/>
            <a:chExt cx="481930" cy="195527"/>
          </a:xfrm>
        </p:grpSpPr>
        <p:sp>
          <p:nvSpPr>
            <p:cNvPr id="487" name="矩形 486"/>
            <p:cNvSpPr/>
            <p:nvPr/>
          </p:nvSpPr>
          <p:spPr>
            <a:xfrm>
              <a:off x="6692620" y="2315635"/>
              <a:ext cx="481930" cy="19552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TW" altLang="en-US" sz="599" b="1" dirty="0" err="1">
                <a:solidFill>
                  <a:schemeClr val="bg1"/>
                </a:solidFill>
                <a:latin typeface="Calibri" pitchFamily="34" charset="0"/>
              </a:endParaRPr>
            </a:p>
          </p:txBody>
        </p:sp>
        <p:grpSp>
          <p:nvGrpSpPr>
            <p:cNvPr id="488" name="群組 487"/>
            <p:cNvGrpSpPr/>
            <p:nvPr/>
          </p:nvGrpSpPr>
          <p:grpSpPr>
            <a:xfrm>
              <a:off x="6782279" y="2365542"/>
              <a:ext cx="309118" cy="81001"/>
              <a:chOff x="7412882" y="2256750"/>
              <a:chExt cx="309118" cy="81001"/>
            </a:xfrm>
          </p:grpSpPr>
          <p:cxnSp>
            <p:nvCxnSpPr>
              <p:cNvPr id="489" name="直線接點 488"/>
              <p:cNvCxnSpPr/>
              <p:nvPr/>
            </p:nvCxnSpPr>
            <p:spPr>
              <a:xfrm>
                <a:off x="7412882" y="225675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直線接點 489"/>
              <p:cNvCxnSpPr/>
              <p:nvPr/>
            </p:nvCxnSpPr>
            <p:spPr>
              <a:xfrm>
                <a:off x="7426322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直線接點 490"/>
              <p:cNvCxnSpPr/>
              <p:nvPr/>
            </p:nvCxnSpPr>
            <p:spPr>
              <a:xfrm>
                <a:off x="7439762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直線接點 491"/>
              <p:cNvCxnSpPr/>
              <p:nvPr/>
            </p:nvCxnSpPr>
            <p:spPr>
              <a:xfrm>
                <a:off x="7453202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直線接點 492"/>
              <p:cNvCxnSpPr/>
              <p:nvPr/>
            </p:nvCxnSpPr>
            <p:spPr>
              <a:xfrm>
                <a:off x="7466642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直線接點 493"/>
              <p:cNvCxnSpPr/>
              <p:nvPr/>
            </p:nvCxnSpPr>
            <p:spPr>
              <a:xfrm>
                <a:off x="7506962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直線接點 494"/>
              <p:cNvCxnSpPr/>
              <p:nvPr/>
            </p:nvCxnSpPr>
            <p:spPr>
              <a:xfrm>
                <a:off x="7533842" y="225675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直線接點 495"/>
              <p:cNvCxnSpPr/>
              <p:nvPr/>
            </p:nvCxnSpPr>
            <p:spPr>
              <a:xfrm>
                <a:off x="7560722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直線接點 496"/>
              <p:cNvCxnSpPr/>
              <p:nvPr/>
            </p:nvCxnSpPr>
            <p:spPr>
              <a:xfrm>
                <a:off x="7574162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直線接點 497"/>
              <p:cNvCxnSpPr/>
              <p:nvPr/>
            </p:nvCxnSpPr>
            <p:spPr>
              <a:xfrm>
                <a:off x="7601042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直線接點 498"/>
              <p:cNvCxnSpPr/>
              <p:nvPr/>
            </p:nvCxnSpPr>
            <p:spPr>
              <a:xfrm>
                <a:off x="7627922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直線接點 499"/>
              <p:cNvCxnSpPr/>
              <p:nvPr/>
            </p:nvCxnSpPr>
            <p:spPr>
              <a:xfrm>
                <a:off x="7668242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直線接點 500"/>
              <p:cNvCxnSpPr/>
              <p:nvPr/>
            </p:nvCxnSpPr>
            <p:spPr>
              <a:xfrm>
                <a:off x="7480082" y="225675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直線接點 501"/>
              <p:cNvCxnSpPr/>
              <p:nvPr/>
            </p:nvCxnSpPr>
            <p:spPr>
              <a:xfrm>
                <a:off x="7493522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直線接點 502"/>
              <p:cNvCxnSpPr/>
              <p:nvPr/>
            </p:nvCxnSpPr>
            <p:spPr>
              <a:xfrm>
                <a:off x="7520402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直線接點 503"/>
              <p:cNvCxnSpPr/>
              <p:nvPr/>
            </p:nvCxnSpPr>
            <p:spPr>
              <a:xfrm>
                <a:off x="7547282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直線接點 504"/>
              <p:cNvCxnSpPr/>
              <p:nvPr/>
            </p:nvCxnSpPr>
            <p:spPr>
              <a:xfrm>
                <a:off x="7587602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直線接點 505"/>
              <p:cNvCxnSpPr/>
              <p:nvPr/>
            </p:nvCxnSpPr>
            <p:spPr>
              <a:xfrm>
                <a:off x="7614482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7" name="直線接點 506"/>
              <p:cNvCxnSpPr/>
              <p:nvPr/>
            </p:nvCxnSpPr>
            <p:spPr>
              <a:xfrm>
                <a:off x="7641362" y="225675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8" name="直線接點 507"/>
              <p:cNvCxnSpPr/>
              <p:nvPr/>
            </p:nvCxnSpPr>
            <p:spPr>
              <a:xfrm>
                <a:off x="7654802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9" name="直線接點 508"/>
              <p:cNvCxnSpPr/>
              <p:nvPr/>
            </p:nvCxnSpPr>
            <p:spPr>
              <a:xfrm>
                <a:off x="7681682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線接點 509"/>
              <p:cNvCxnSpPr/>
              <p:nvPr/>
            </p:nvCxnSpPr>
            <p:spPr>
              <a:xfrm>
                <a:off x="7695122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1" name="直線接點 510"/>
              <p:cNvCxnSpPr/>
              <p:nvPr/>
            </p:nvCxnSpPr>
            <p:spPr>
              <a:xfrm>
                <a:off x="7708562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" name="直線接點 511"/>
              <p:cNvCxnSpPr/>
              <p:nvPr/>
            </p:nvCxnSpPr>
            <p:spPr>
              <a:xfrm>
                <a:off x="7722000" y="2256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" name="直線接點 512"/>
              <p:cNvCxnSpPr/>
              <p:nvPr/>
            </p:nvCxnSpPr>
            <p:spPr>
              <a:xfrm>
                <a:off x="7412882" y="230175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" name="直線接點 513"/>
              <p:cNvCxnSpPr/>
              <p:nvPr/>
            </p:nvCxnSpPr>
            <p:spPr>
              <a:xfrm>
                <a:off x="7426322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" name="直線接點 514"/>
              <p:cNvCxnSpPr/>
              <p:nvPr/>
            </p:nvCxnSpPr>
            <p:spPr>
              <a:xfrm>
                <a:off x="7439762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" name="直線接點 515"/>
              <p:cNvCxnSpPr/>
              <p:nvPr/>
            </p:nvCxnSpPr>
            <p:spPr>
              <a:xfrm>
                <a:off x="7453202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" name="直線接點 516"/>
              <p:cNvCxnSpPr/>
              <p:nvPr/>
            </p:nvCxnSpPr>
            <p:spPr>
              <a:xfrm>
                <a:off x="7466642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" name="直線接點 517"/>
              <p:cNvCxnSpPr/>
              <p:nvPr/>
            </p:nvCxnSpPr>
            <p:spPr>
              <a:xfrm>
                <a:off x="7506962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9" name="直線接點 518"/>
              <p:cNvCxnSpPr/>
              <p:nvPr/>
            </p:nvCxnSpPr>
            <p:spPr>
              <a:xfrm>
                <a:off x="7533842" y="230175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" name="直線接點 519"/>
              <p:cNvCxnSpPr/>
              <p:nvPr/>
            </p:nvCxnSpPr>
            <p:spPr>
              <a:xfrm>
                <a:off x="7560722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1" name="直線接點 520"/>
              <p:cNvCxnSpPr/>
              <p:nvPr/>
            </p:nvCxnSpPr>
            <p:spPr>
              <a:xfrm>
                <a:off x="7574162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2" name="直線接點 521"/>
              <p:cNvCxnSpPr/>
              <p:nvPr/>
            </p:nvCxnSpPr>
            <p:spPr>
              <a:xfrm>
                <a:off x="7601042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3" name="直線接點 522"/>
              <p:cNvCxnSpPr/>
              <p:nvPr/>
            </p:nvCxnSpPr>
            <p:spPr>
              <a:xfrm>
                <a:off x="7627922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" name="直線接點 523"/>
              <p:cNvCxnSpPr/>
              <p:nvPr/>
            </p:nvCxnSpPr>
            <p:spPr>
              <a:xfrm>
                <a:off x="7668242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直線接點 524"/>
              <p:cNvCxnSpPr/>
              <p:nvPr/>
            </p:nvCxnSpPr>
            <p:spPr>
              <a:xfrm>
                <a:off x="7480082" y="230175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6" name="直線接點 525"/>
              <p:cNvCxnSpPr/>
              <p:nvPr/>
            </p:nvCxnSpPr>
            <p:spPr>
              <a:xfrm>
                <a:off x="7493522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7" name="直線接點 526"/>
              <p:cNvCxnSpPr/>
              <p:nvPr/>
            </p:nvCxnSpPr>
            <p:spPr>
              <a:xfrm>
                <a:off x="7520402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" name="直線接點 527"/>
              <p:cNvCxnSpPr/>
              <p:nvPr/>
            </p:nvCxnSpPr>
            <p:spPr>
              <a:xfrm>
                <a:off x="7547282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" name="直線接點 528"/>
              <p:cNvCxnSpPr/>
              <p:nvPr/>
            </p:nvCxnSpPr>
            <p:spPr>
              <a:xfrm>
                <a:off x="7587602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" name="直線接點 529"/>
              <p:cNvCxnSpPr/>
              <p:nvPr/>
            </p:nvCxnSpPr>
            <p:spPr>
              <a:xfrm>
                <a:off x="7614482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" name="直線接點 530"/>
              <p:cNvCxnSpPr/>
              <p:nvPr/>
            </p:nvCxnSpPr>
            <p:spPr>
              <a:xfrm>
                <a:off x="7641362" y="230175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2" name="直線接點 531"/>
              <p:cNvCxnSpPr/>
              <p:nvPr/>
            </p:nvCxnSpPr>
            <p:spPr>
              <a:xfrm>
                <a:off x="7654802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3" name="直線接點 532"/>
              <p:cNvCxnSpPr/>
              <p:nvPr/>
            </p:nvCxnSpPr>
            <p:spPr>
              <a:xfrm>
                <a:off x="7681682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4" name="直線接點 533"/>
              <p:cNvCxnSpPr/>
              <p:nvPr/>
            </p:nvCxnSpPr>
            <p:spPr>
              <a:xfrm>
                <a:off x="7695122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5" name="直線接點 534"/>
              <p:cNvCxnSpPr/>
              <p:nvPr/>
            </p:nvCxnSpPr>
            <p:spPr>
              <a:xfrm>
                <a:off x="7708562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直線接點 535"/>
              <p:cNvCxnSpPr/>
              <p:nvPr/>
            </p:nvCxnSpPr>
            <p:spPr>
              <a:xfrm>
                <a:off x="7722000" y="23017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37" name="矩形 536"/>
          <p:cNvSpPr/>
          <p:nvPr/>
        </p:nvSpPr>
        <p:spPr>
          <a:xfrm>
            <a:off x="2638420" y="1411753"/>
            <a:ext cx="1520034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B2B</a:t>
            </a:r>
            <a:endParaRPr lang="zh-TW" altLang="en-US" sz="1200" dirty="0"/>
          </a:p>
        </p:txBody>
      </p:sp>
      <p:grpSp>
        <p:nvGrpSpPr>
          <p:cNvPr id="538" name="群組 537"/>
          <p:cNvGrpSpPr>
            <a:grpSpLocks noChangeAspect="1"/>
          </p:cNvGrpSpPr>
          <p:nvPr/>
        </p:nvGrpSpPr>
        <p:grpSpPr>
          <a:xfrm>
            <a:off x="3018409" y="2869718"/>
            <a:ext cx="760057" cy="339074"/>
            <a:chOff x="6692620" y="2288344"/>
            <a:chExt cx="481930" cy="222818"/>
          </a:xfrm>
        </p:grpSpPr>
        <p:sp>
          <p:nvSpPr>
            <p:cNvPr id="539" name="矩形 538"/>
            <p:cNvSpPr/>
            <p:nvPr/>
          </p:nvSpPr>
          <p:spPr>
            <a:xfrm>
              <a:off x="6692620" y="2315635"/>
              <a:ext cx="481930" cy="195527"/>
            </a:xfrm>
            <a:prstGeom prst="rect">
              <a:avLst/>
            </a:prstGeom>
            <a:solidFill>
              <a:schemeClr val="tx1"/>
            </a:solidFill>
            <a:effectLst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TW" altLang="en-US" sz="599" b="1" dirty="0" err="1">
                <a:solidFill>
                  <a:schemeClr val="bg1"/>
                </a:solidFill>
                <a:latin typeface="Calibri" pitchFamily="34" charset="0"/>
              </a:endParaRPr>
            </a:p>
          </p:txBody>
        </p:sp>
        <p:sp>
          <p:nvSpPr>
            <p:cNvPr id="540" name="矩形 539"/>
            <p:cNvSpPr/>
            <p:nvPr/>
          </p:nvSpPr>
          <p:spPr>
            <a:xfrm>
              <a:off x="6778443" y="2288344"/>
              <a:ext cx="311128" cy="45719"/>
            </a:xfrm>
            <a:prstGeom prst="rect">
              <a:avLst/>
            </a:prstGeom>
            <a:solidFill>
              <a:schemeClr val="tx1"/>
            </a:solidFill>
            <a:effectLst/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TW" altLang="en-US" sz="599" b="1" dirty="0" err="1">
                <a:solidFill>
                  <a:schemeClr val="bg1"/>
                </a:solidFill>
                <a:latin typeface="Calibri" pitchFamily="34" charset="0"/>
              </a:endParaRPr>
            </a:p>
          </p:txBody>
        </p:sp>
        <p:grpSp>
          <p:nvGrpSpPr>
            <p:cNvPr id="541" name="群組 540"/>
            <p:cNvGrpSpPr/>
            <p:nvPr/>
          </p:nvGrpSpPr>
          <p:grpSpPr>
            <a:xfrm>
              <a:off x="6782279" y="2365542"/>
              <a:ext cx="309118" cy="81001"/>
              <a:chOff x="7412882" y="2256750"/>
              <a:chExt cx="309118" cy="81001"/>
            </a:xfrm>
          </p:grpSpPr>
          <p:cxnSp>
            <p:nvCxnSpPr>
              <p:cNvPr id="542" name="直線接點 541"/>
              <p:cNvCxnSpPr/>
              <p:nvPr/>
            </p:nvCxnSpPr>
            <p:spPr>
              <a:xfrm>
                <a:off x="7412882" y="2256751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3" name="直線接點 542"/>
              <p:cNvCxnSpPr/>
              <p:nvPr/>
            </p:nvCxnSpPr>
            <p:spPr>
              <a:xfrm>
                <a:off x="7426322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4" name="直線接點 543"/>
              <p:cNvCxnSpPr/>
              <p:nvPr/>
            </p:nvCxnSpPr>
            <p:spPr>
              <a:xfrm>
                <a:off x="7439762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" name="直線接點 544"/>
              <p:cNvCxnSpPr/>
              <p:nvPr/>
            </p:nvCxnSpPr>
            <p:spPr>
              <a:xfrm>
                <a:off x="7453202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直線接點 545"/>
              <p:cNvCxnSpPr/>
              <p:nvPr/>
            </p:nvCxnSpPr>
            <p:spPr>
              <a:xfrm>
                <a:off x="7466642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" name="直線接點 546"/>
              <p:cNvCxnSpPr/>
              <p:nvPr/>
            </p:nvCxnSpPr>
            <p:spPr>
              <a:xfrm>
                <a:off x="7506962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" name="直線接點 547"/>
              <p:cNvCxnSpPr/>
              <p:nvPr/>
            </p:nvCxnSpPr>
            <p:spPr>
              <a:xfrm>
                <a:off x="7533842" y="2256751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" name="直線接點 548"/>
              <p:cNvCxnSpPr/>
              <p:nvPr/>
            </p:nvCxnSpPr>
            <p:spPr>
              <a:xfrm>
                <a:off x="7560722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" name="直線接點 549"/>
              <p:cNvCxnSpPr/>
              <p:nvPr/>
            </p:nvCxnSpPr>
            <p:spPr>
              <a:xfrm>
                <a:off x="7574162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" name="直線接點 550"/>
              <p:cNvCxnSpPr/>
              <p:nvPr/>
            </p:nvCxnSpPr>
            <p:spPr>
              <a:xfrm>
                <a:off x="7601042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" name="直線接點 551"/>
              <p:cNvCxnSpPr/>
              <p:nvPr/>
            </p:nvCxnSpPr>
            <p:spPr>
              <a:xfrm>
                <a:off x="7627922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直線接點 552"/>
              <p:cNvCxnSpPr/>
              <p:nvPr/>
            </p:nvCxnSpPr>
            <p:spPr>
              <a:xfrm>
                <a:off x="7668242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4" name="直線接點 553"/>
              <p:cNvCxnSpPr/>
              <p:nvPr/>
            </p:nvCxnSpPr>
            <p:spPr>
              <a:xfrm>
                <a:off x="7480082" y="2256751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5" name="直線接點 554"/>
              <p:cNvCxnSpPr/>
              <p:nvPr/>
            </p:nvCxnSpPr>
            <p:spPr>
              <a:xfrm>
                <a:off x="7493522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6" name="直線接點 555"/>
              <p:cNvCxnSpPr/>
              <p:nvPr/>
            </p:nvCxnSpPr>
            <p:spPr>
              <a:xfrm>
                <a:off x="7520402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7" name="直線接點 556"/>
              <p:cNvCxnSpPr/>
              <p:nvPr/>
            </p:nvCxnSpPr>
            <p:spPr>
              <a:xfrm>
                <a:off x="7547282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8" name="直線接點 557"/>
              <p:cNvCxnSpPr/>
              <p:nvPr/>
            </p:nvCxnSpPr>
            <p:spPr>
              <a:xfrm>
                <a:off x="7587602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9" name="直線接點 558"/>
              <p:cNvCxnSpPr/>
              <p:nvPr/>
            </p:nvCxnSpPr>
            <p:spPr>
              <a:xfrm>
                <a:off x="7614482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" name="直線接點 559"/>
              <p:cNvCxnSpPr/>
              <p:nvPr/>
            </p:nvCxnSpPr>
            <p:spPr>
              <a:xfrm>
                <a:off x="7641362" y="2256751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直線接點 560"/>
              <p:cNvCxnSpPr/>
              <p:nvPr/>
            </p:nvCxnSpPr>
            <p:spPr>
              <a:xfrm>
                <a:off x="7654802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" name="直線接點 561"/>
              <p:cNvCxnSpPr/>
              <p:nvPr/>
            </p:nvCxnSpPr>
            <p:spPr>
              <a:xfrm>
                <a:off x="7681682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直線接點 562"/>
              <p:cNvCxnSpPr/>
              <p:nvPr/>
            </p:nvCxnSpPr>
            <p:spPr>
              <a:xfrm>
                <a:off x="7695122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" name="直線接點 563"/>
              <p:cNvCxnSpPr/>
              <p:nvPr/>
            </p:nvCxnSpPr>
            <p:spPr>
              <a:xfrm>
                <a:off x="7708562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直線接點 564"/>
              <p:cNvCxnSpPr/>
              <p:nvPr/>
            </p:nvCxnSpPr>
            <p:spPr>
              <a:xfrm>
                <a:off x="7722000" y="2256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直線接點 565"/>
              <p:cNvCxnSpPr/>
              <p:nvPr/>
            </p:nvCxnSpPr>
            <p:spPr>
              <a:xfrm>
                <a:off x="7412882" y="2301751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直線接點 566"/>
              <p:cNvCxnSpPr/>
              <p:nvPr/>
            </p:nvCxnSpPr>
            <p:spPr>
              <a:xfrm>
                <a:off x="7426322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直線接點 567"/>
              <p:cNvCxnSpPr/>
              <p:nvPr/>
            </p:nvCxnSpPr>
            <p:spPr>
              <a:xfrm>
                <a:off x="7439762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直線接點 568"/>
              <p:cNvCxnSpPr/>
              <p:nvPr/>
            </p:nvCxnSpPr>
            <p:spPr>
              <a:xfrm>
                <a:off x="7453202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直線接點 569"/>
              <p:cNvCxnSpPr/>
              <p:nvPr/>
            </p:nvCxnSpPr>
            <p:spPr>
              <a:xfrm>
                <a:off x="7466642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" name="直線接點 570"/>
              <p:cNvCxnSpPr/>
              <p:nvPr/>
            </p:nvCxnSpPr>
            <p:spPr>
              <a:xfrm>
                <a:off x="7506962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" name="直線接點 571"/>
              <p:cNvCxnSpPr/>
              <p:nvPr/>
            </p:nvCxnSpPr>
            <p:spPr>
              <a:xfrm>
                <a:off x="7533842" y="2301751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" name="直線接點 572"/>
              <p:cNvCxnSpPr/>
              <p:nvPr/>
            </p:nvCxnSpPr>
            <p:spPr>
              <a:xfrm>
                <a:off x="7560722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直線接點 573"/>
              <p:cNvCxnSpPr/>
              <p:nvPr/>
            </p:nvCxnSpPr>
            <p:spPr>
              <a:xfrm>
                <a:off x="7574162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" name="直線接點 574"/>
              <p:cNvCxnSpPr/>
              <p:nvPr/>
            </p:nvCxnSpPr>
            <p:spPr>
              <a:xfrm>
                <a:off x="7601042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" name="直線接點 575"/>
              <p:cNvCxnSpPr/>
              <p:nvPr/>
            </p:nvCxnSpPr>
            <p:spPr>
              <a:xfrm>
                <a:off x="7627922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7" name="直線接點 576"/>
              <p:cNvCxnSpPr/>
              <p:nvPr/>
            </p:nvCxnSpPr>
            <p:spPr>
              <a:xfrm>
                <a:off x="7668242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8" name="直線接點 577"/>
              <p:cNvCxnSpPr/>
              <p:nvPr/>
            </p:nvCxnSpPr>
            <p:spPr>
              <a:xfrm>
                <a:off x="7480082" y="2301751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9" name="直線接點 578"/>
              <p:cNvCxnSpPr/>
              <p:nvPr/>
            </p:nvCxnSpPr>
            <p:spPr>
              <a:xfrm>
                <a:off x="7493522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0" name="直線接點 579"/>
              <p:cNvCxnSpPr/>
              <p:nvPr/>
            </p:nvCxnSpPr>
            <p:spPr>
              <a:xfrm>
                <a:off x="7520402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1" name="直線接點 580"/>
              <p:cNvCxnSpPr/>
              <p:nvPr/>
            </p:nvCxnSpPr>
            <p:spPr>
              <a:xfrm>
                <a:off x="7547282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2" name="直線接點 581"/>
              <p:cNvCxnSpPr/>
              <p:nvPr/>
            </p:nvCxnSpPr>
            <p:spPr>
              <a:xfrm>
                <a:off x="7587602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3" name="直線接點 582"/>
              <p:cNvCxnSpPr/>
              <p:nvPr/>
            </p:nvCxnSpPr>
            <p:spPr>
              <a:xfrm>
                <a:off x="7614482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4" name="直線接點 583"/>
              <p:cNvCxnSpPr/>
              <p:nvPr/>
            </p:nvCxnSpPr>
            <p:spPr>
              <a:xfrm>
                <a:off x="7641362" y="2301751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5" name="直線接點 584"/>
              <p:cNvCxnSpPr/>
              <p:nvPr/>
            </p:nvCxnSpPr>
            <p:spPr>
              <a:xfrm>
                <a:off x="7654802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6" name="直線接點 585"/>
              <p:cNvCxnSpPr/>
              <p:nvPr/>
            </p:nvCxnSpPr>
            <p:spPr>
              <a:xfrm>
                <a:off x="7681682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直線接點 586"/>
              <p:cNvCxnSpPr/>
              <p:nvPr/>
            </p:nvCxnSpPr>
            <p:spPr>
              <a:xfrm>
                <a:off x="7695122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" name="直線接點 587"/>
              <p:cNvCxnSpPr/>
              <p:nvPr/>
            </p:nvCxnSpPr>
            <p:spPr>
              <a:xfrm>
                <a:off x="7708562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9" name="直線接點 588"/>
              <p:cNvCxnSpPr/>
              <p:nvPr/>
            </p:nvCxnSpPr>
            <p:spPr>
              <a:xfrm>
                <a:off x="7722000" y="2301750"/>
                <a:ext cx="0" cy="360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90" name="矩形 589"/>
          <p:cNvSpPr/>
          <p:nvPr/>
        </p:nvSpPr>
        <p:spPr>
          <a:xfrm>
            <a:off x="2638420" y="3289290"/>
            <a:ext cx="1520034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/>
              <a:t>miniSAS</a:t>
            </a:r>
            <a:endParaRPr lang="zh-TW" altLang="en-US" sz="1200" dirty="0"/>
          </a:p>
        </p:txBody>
      </p:sp>
      <p:grpSp>
        <p:nvGrpSpPr>
          <p:cNvPr id="591" name="群組 590"/>
          <p:cNvGrpSpPr/>
          <p:nvPr/>
        </p:nvGrpSpPr>
        <p:grpSpPr>
          <a:xfrm>
            <a:off x="1207956" y="2835454"/>
            <a:ext cx="383952" cy="413045"/>
            <a:chOff x="9072348" y="3015992"/>
            <a:chExt cx="448411" cy="482388"/>
          </a:xfrm>
        </p:grpSpPr>
        <p:sp>
          <p:nvSpPr>
            <p:cNvPr id="592" name="圓角矩形 591"/>
            <p:cNvSpPr/>
            <p:nvPr/>
          </p:nvSpPr>
          <p:spPr>
            <a:xfrm>
              <a:off x="9072348" y="3015992"/>
              <a:ext cx="448411" cy="419912"/>
            </a:xfrm>
            <a:prstGeom prst="roundRect">
              <a:avLst>
                <a:gd name="adj" fmla="val 2939"/>
              </a:avLst>
            </a:prstGeom>
            <a:solidFill>
              <a:srgbClr val="336600"/>
            </a:solidFill>
            <a:ln w="31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/>
            </a:p>
          </p:txBody>
        </p:sp>
        <p:sp>
          <p:nvSpPr>
            <p:cNvPr id="593" name="矩形 592"/>
            <p:cNvSpPr/>
            <p:nvPr/>
          </p:nvSpPr>
          <p:spPr>
            <a:xfrm>
              <a:off x="9131352" y="3345524"/>
              <a:ext cx="337466" cy="152856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2700" h="952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/>
            </a:p>
          </p:txBody>
        </p:sp>
        <p:grpSp>
          <p:nvGrpSpPr>
            <p:cNvPr id="594" name="群組 593"/>
            <p:cNvGrpSpPr/>
            <p:nvPr/>
          </p:nvGrpSpPr>
          <p:grpSpPr>
            <a:xfrm>
              <a:off x="9181775" y="3096839"/>
              <a:ext cx="249811" cy="167838"/>
              <a:chOff x="9647586" y="3021325"/>
              <a:chExt cx="288000" cy="216000"/>
            </a:xfrm>
          </p:grpSpPr>
          <p:cxnSp>
            <p:nvCxnSpPr>
              <p:cNvPr id="604" name="直線接點 603"/>
              <p:cNvCxnSpPr/>
              <p:nvPr/>
            </p:nvCxnSpPr>
            <p:spPr>
              <a:xfrm rot="5400000">
                <a:off x="9653477" y="3129325"/>
                <a:ext cx="216000" cy="0"/>
              </a:xfrm>
              <a:prstGeom prst="line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5" name="直線接點 604"/>
              <p:cNvCxnSpPr/>
              <p:nvPr/>
            </p:nvCxnSpPr>
            <p:spPr>
              <a:xfrm rot="5400000">
                <a:off x="9748874" y="3129325"/>
                <a:ext cx="216000" cy="0"/>
              </a:xfrm>
              <a:prstGeom prst="line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6" name="直線接點 605"/>
              <p:cNvCxnSpPr/>
              <p:nvPr/>
            </p:nvCxnSpPr>
            <p:spPr>
              <a:xfrm rot="5400000">
                <a:off x="9691636" y="3129325"/>
                <a:ext cx="216000" cy="0"/>
              </a:xfrm>
              <a:prstGeom prst="line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7" name="直線接點 606"/>
              <p:cNvCxnSpPr/>
              <p:nvPr/>
            </p:nvCxnSpPr>
            <p:spPr>
              <a:xfrm rot="5400000">
                <a:off x="9767954" y="3129325"/>
                <a:ext cx="216000" cy="0"/>
              </a:xfrm>
              <a:prstGeom prst="line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8" name="直線接點 607"/>
              <p:cNvCxnSpPr/>
              <p:nvPr/>
            </p:nvCxnSpPr>
            <p:spPr>
              <a:xfrm rot="5400000">
                <a:off x="9729795" y="3129325"/>
                <a:ext cx="216000" cy="0"/>
              </a:xfrm>
              <a:prstGeom prst="line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9" name="直線接點 608"/>
              <p:cNvCxnSpPr/>
              <p:nvPr/>
            </p:nvCxnSpPr>
            <p:spPr>
              <a:xfrm rot="5400000">
                <a:off x="9672557" y="3129325"/>
                <a:ext cx="216000" cy="0"/>
              </a:xfrm>
              <a:prstGeom prst="line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0" name="直線接點 609"/>
              <p:cNvCxnSpPr/>
              <p:nvPr/>
            </p:nvCxnSpPr>
            <p:spPr>
              <a:xfrm rot="5400000">
                <a:off x="9596239" y="3129325"/>
                <a:ext cx="216000" cy="0"/>
              </a:xfrm>
              <a:prstGeom prst="line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1" name="直線接點 610"/>
              <p:cNvCxnSpPr/>
              <p:nvPr/>
            </p:nvCxnSpPr>
            <p:spPr>
              <a:xfrm rot="5400000">
                <a:off x="9710716" y="3129325"/>
                <a:ext cx="216000" cy="0"/>
              </a:xfrm>
              <a:prstGeom prst="line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2" name="直線接點 611"/>
              <p:cNvCxnSpPr/>
              <p:nvPr/>
            </p:nvCxnSpPr>
            <p:spPr>
              <a:xfrm rot="5400000">
                <a:off x="9634398" y="3129325"/>
                <a:ext cx="216000" cy="0"/>
              </a:xfrm>
              <a:prstGeom prst="line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3" name="直線接點 612"/>
              <p:cNvCxnSpPr/>
              <p:nvPr/>
            </p:nvCxnSpPr>
            <p:spPr>
              <a:xfrm rot="5400000">
                <a:off x="9615318" y="3129325"/>
                <a:ext cx="216000" cy="0"/>
              </a:xfrm>
              <a:prstGeom prst="line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" name="直線接點 613"/>
              <p:cNvCxnSpPr/>
              <p:nvPr/>
            </p:nvCxnSpPr>
            <p:spPr>
              <a:xfrm rot="5400000">
                <a:off x="9787033" y="3129325"/>
                <a:ext cx="216000" cy="0"/>
              </a:xfrm>
              <a:prstGeom prst="line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直線接點 614"/>
              <p:cNvCxnSpPr/>
              <p:nvPr/>
            </p:nvCxnSpPr>
            <p:spPr>
              <a:xfrm rot="5400000">
                <a:off x="9556498" y="3129325"/>
                <a:ext cx="216000" cy="0"/>
              </a:xfrm>
              <a:prstGeom prst="line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" name="直線接點 615"/>
              <p:cNvCxnSpPr/>
              <p:nvPr/>
            </p:nvCxnSpPr>
            <p:spPr>
              <a:xfrm rot="5400000">
                <a:off x="9575577" y="3129325"/>
                <a:ext cx="216000" cy="0"/>
              </a:xfrm>
              <a:prstGeom prst="line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" name="直線接點 616"/>
              <p:cNvCxnSpPr/>
              <p:nvPr/>
            </p:nvCxnSpPr>
            <p:spPr>
              <a:xfrm rot="5400000">
                <a:off x="9805561" y="3129325"/>
                <a:ext cx="216000" cy="0"/>
              </a:xfrm>
              <a:prstGeom prst="line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8" name="圓角矩形 617"/>
              <p:cNvSpPr/>
              <p:nvPr/>
            </p:nvSpPr>
            <p:spPr>
              <a:xfrm>
                <a:off x="9647586" y="3046655"/>
                <a:ext cx="288000" cy="168527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/>
                </a:solidFill>
              </a:ln>
              <a:effectLst/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200"/>
              </a:p>
            </p:txBody>
          </p:sp>
        </p:grpSp>
        <p:cxnSp>
          <p:nvCxnSpPr>
            <p:cNvPr id="595" name="直線接點 594"/>
            <p:cNvCxnSpPr/>
            <p:nvPr/>
          </p:nvCxnSpPr>
          <p:spPr>
            <a:xfrm>
              <a:off x="9167114" y="3301751"/>
              <a:ext cx="0" cy="36000"/>
            </a:xfrm>
            <a:prstGeom prst="line">
              <a:avLst/>
            </a:prstGeom>
            <a:ln>
              <a:solidFill>
                <a:srgbClr val="A6A6A6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直線接點 595"/>
            <p:cNvCxnSpPr/>
            <p:nvPr/>
          </p:nvCxnSpPr>
          <p:spPr>
            <a:xfrm>
              <a:off x="9300461" y="3301751"/>
              <a:ext cx="0" cy="36000"/>
            </a:xfrm>
            <a:prstGeom prst="line">
              <a:avLst/>
            </a:prstGeom>
            <a:ln>
              <a:solidFill>
                <a:srgbClr val="A6A6A6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直線接點 596"/>
            <p:cNvCxnSpPr/>
            <p:nvPr/>
          </p:nvCxnSpPr>
          <p:spPr>
            <a:xfrm>
              <a:off x="9389359" y="3301751"/>
              <a:ext cx="0" cy="36000"/>
            </a:xfrm>
            <a:prstGeom prst="line">
              <a:avLst/>
            </a:prstGeom>
            <a:ln>
              <a:solidFill>
                <a:srgbClr val="A6A6A6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直線接點 597"/>
            <p:cNvCxnSpPr/>
            <p:nvPr/>
          </p:nvCxnSpPr>
          <p:spPr>
            <a:xfrm>
              <a:off x="9256012" y="3301751"/>
              <a:ext cx="0" cy="36000"/>
            </a:xfrm>
            <a:prstGeom prst="line">
              <a:avLst/>
            </a:prstGeom>
            <a:ln>
              <a:solidFill>
                <a:srgbClr val="A6A6A6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直線接點 598"/>
            <p:cNvCxnSpPr/>
            <p:nvPr/>
          </p:nvCxnSpPr>
          <p:spPr>
            <a:xfrm>
              <a:off x="9211563" y="3301751"/>
              <a:ext cx="0" cy="36000"/>
            </a:xfrm>
            <a:prstGeom prst="line">
              <a:avLst/>
            </a:prstGeom>
            <a:ln>
              <a:solidFill>
                <a:srgbClr val="A6A6A6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直線接點 599"/>
            <p:cNvCxnSpPr/>
            <p:nvPr/>
          </p:nvCxnSpPr>
          <p:spPr>
            <a:xfrm>
              <a:off x="9344910" y="3301751"/>
              <a:ext cx="0" cy="36000"/>
            </a:xfrm>
            <a:prstGeom prst="line">
              <a:avLst/>
            </a:prstGeom>
            <a:ln>
              <a:solidFill>
                <a:srgbClr val="A6A6A6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直線接點 600"/>
            <p:cNvCxnSpPr/>
            <p:nvPr/>
          </p:nvCxnSpPr>
          <p:spPr>
            <a:xfrm>
              <a:off x="9433808" y="3301751"/>
              <a:ext cx="0" cy="36000"/>
            </a:xfrm>
            <a:prstGeom prst="line">
              <a:avLst/>
            </a:prstGeom>
            <a:ln>
              <a:solidFill>
                <a:srgbClr val="A6A6A6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2" name="文字方塊 601"/>
            <p:cNvSpPr txBox="1"/>
            <p:nvPr/>
          </p:nvSpPr>
          <p:spPr>
            <a:xfrm>
              <a:off x="9135201" y="3095477"/>
              <a:ext cx="366030" cy="1797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400" dirty="0">
                  <a:solidFill>
                    <a:schemeClr val="bg1"/>
                  </a:solidFill>
                </a:rPr>
                <a:t>TPM</a:t>
              </a:r>
              <a:endParaRPr lang="zh-TW" altLang="en-US" sz="400" dirty="0">
                <a:solidFill>
                  <a:schemeClr val="bg1"/>
                </a:solidFill>
              </a:endParaRPr>
            </a:p>
          </p:txBody>
        </p:sp>
        <p:sp>
          <p:nvSpPr>
            <p:cNvPr id="603" name="橢圓 602"/>
            <p:cNvSpPr/>
            <p:nvPr/>
          </p:nvSpPr>
          <p:spPr>
            <a:xfrm>
              <a:off x="9100568" y="3046113"/>
              <a:ext cx="54000" cy="54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C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200"/>
            </a:p>
          </p:txBody>
        </p:sp>
      </p:grpSp>
      <p:sp>
        <p:nvSpPr>
          <p:cNvPr id="619" name="矩形 618"/>
          <p:cNvSpPr/>
          <p:nvPr/>
        </p:nvSpPr>
        <p:spPr>
          <a:xfrm>
            <a:off x="676270" y="3289290"/>
            <a:ext cx="1520034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TMP</a:t>
            </a:r>
            <a:endParaRPr lang="zh-TW" altLang="en-US" sz="1200" dirty="0"/>
          </a:p>
        </p:txBody>
      </p:sp>
      <p:sp>
        <p:nvSpPr>
          <p:cNvPr id="620" name="矩形 619"/>
          <p:cNvSpPr/>
          <p:nvPr/>
        </p:nvSpPr>
        <p:spPr>
          <a:xfrm>
            <a:off x="513025" y="4297235"/>
            <a:ext cx="663732" cy="232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SATA</a:t>
            </a:r>
            <a:endParaRPr lang="zh-TW" altLang="en-US" sz="1200" dirty="0"/>
          </a:p>
        </p:txBody>
      </p:sp>
      <p:grpSp>
        <p:nvGrpSpPr>
          <p:cNvPr id="621" name="群組 620"/>
          <p:cNvGrpSpPr/>
          <p:nvPr/>
        </p:nvGrpSpPr>
        <p:grpSpPr>
          <a:xfrm>
            <a:off x="643801" y="3975379"/>
            <a:ext cx="287512" cy="135934"/>
            <a:chOff x="1604664" y="3265940"/>
            <a:chExt cx="3729445" cy="1763260"/>
          </a:xfrm>
        </p:grpSpPr>
        <p:grpSp>
          <p:nvGrpSpPr>
            <p:cNvPr id="622" name="群組 621"/>
            <p:cNvGrpSpPr>
              <a:grpSpLocks noChangeAspect="1"/>
            </p:cNvGrpSpPr>
            <p:nvPr/>
          </p:nvGrpSpPr>
          <p:grpSpPr>
            <a:xfrm>
              <a:off x="1604664" y="3265940"/>
              <a:ext cx="3729445" cy="1763260"/>
              <a:chOff x="3369470" y="3594313"/>
              <a:chExt cx="591784" cy="279793"/>
            </a:xfrm>
          </p:grpSpPr>
          <p:sp>
            <p:nvSpPr>
              <p:cNvPr id="624" name="圓角矩形 623"/>
              <p:cNvSpPr/>
              <p:nvPr/>
            </p:nvSpPr>
            <p:spPr>
              <a:xfrm>
                <a:off x="3369470" y="3594313"/>
                <a:ext cx="591784" cy="279793"/>
              </a:xfrm>
              <a:prstGeom prst="roundRect">
                <a:avLst>
                  <a:gd name="adj" fmla="val 10993"/>
                </a:avLst>
              </a:prstGeom>
              <a:solidFill>
                <a:schemeClr val="accent1"/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625" name="十字形 108"/>
              <p:cNvSpPr/>
              <p:nvPr/>
            </p:nvSpPr>
            <p:spPr>
              <a:xfrm>
                <a:off x="3423631" y="3644292"/>
                <a:ext cx="487988" cy="181903"/>
              </a:xfrm>
              <a:custGeom>
                <a:avLst/>
                <a:gdLst>
                  <a:gd name="connsiteX0" fmla="*/ 0 w 975311"/>
                  <a:gd name="connsiteY0" fmla="*/ 211091 h 844364"/>
                  <a:gd name="connsiteX1" fmla="*/ 211091 w 975311"/>
                  <a:gd name="connsiteY1" fmla="*/ 211091 h 844364"/>
                  <a:gd name="connsiteX2" fmla="*/ 211091 w 975311"/>
                  <a:gd name="connsiteY2" fmla="*/ 0 h 844364"/>
                  <a:gd name="connsiteX3" fmla="*/ 764220 w 975311"/>
                  <a:gd name="connsiteY3" fmla="*/ 0 h 844364"/>
                  <a:gd name="connsiteX4" fmla="*/ 764220 w 975311"/>
                  <a:gd name="connsiteY4" fmla="*/ 211091 h 844364"/>
                  <a:gd name="connsiteX5" fmla="*/ 975311 w 975311"/>
                  <a:gd name="connsiteY5" fmla="*/ 211091 h 844364"/>
                  <a:gd name="connsiteX6" fmla="*/ 975311 w 975311"/>
                  <a:gd name="connsiteY6" fmla="*/ 633273 h 844364"/>
                  <a:gd name="connsiteX7" fmla="*/ 764220 w 975311"/>
                  <a:gd name="connsiteY7" fmla="*/ 633273 h 844364"/>
                  <a:gd name="connsiteX8" fmla="*/ 764220 w 975311"/>
                  <a:gd name="connsiteY8" fmla="*/ 844364 h 844364"/>
                  <a:gd name="connsiteX9" fmla="*/ 211091 w 975311"/>
                  <a:gd name="connsiteY9" fmla="*/ 844364 h 844364"/>
                  <a:gd name="connsiteX10" fmla="*/ 211091 w 975311"/>
                  <a:gd name="connsiteY10" fmla="*/ 633273 h 844364"/>
                  <a:gd name="connsiteX11" fmla="*/ 0 w 975311"/>
                  <a:gd name="connsiteY11" fmla="*/ 633273 h 844364"/>
                  <a:gd name="connsiteX12" fmla="*/ 0 w 975311"/>
                  <a:gd name="connsiteY12" fmla="*/ 211091 h 844364"/>
                  <a:gd name="connsiteX0" fmla="*/ 3222 w 978533"/>
                  <a:gd name="connsiteY0" fmla="*/ 211091 h 845204"/>
                  <a:gd name="connsiteX1" fmla="*/ 214313 w 978533"/>
                  <a:gd name="connsiteY1" fmla="*/ 211091 h 845204"/>
                  <a:gd name="connsiteX2" fmla="*/ 214313 w 978533"/>
                  <a:gd name="connsiteY2" fmla="*/ 0 h 845204"/>
                  <a:gd name="connsiteX3" fmla="*/ 767442 w 978533"/>
                  <a:gd name="connsiteY3" fmla="*/ 0 h 845204"/>
                  <a:gd name="connsiteX4" fmla="*/ 767442 w 978533"/>
                  <a:gd name="connsiteY4" fmla="*/ 211091 h 845204"/>
                  <a:gd name="connsiteX5" fmla="*/ 978533 w 978533"/>
                  <a:gd name="connsiteY5" fmla="*/ 211091 h 845204"/>
                  <a:gd name="connsiteX6" fmla="*/ 978533 w 978533"/>
                  <a:gd name="connsiteY6" fmla="*/ 633273 h 845204"/>
                  <a:gd name="connsiteX7" fmla="*/ 767442 w 978533"/>
                  <a:gd name="connsiteY7" fmla="*/ 633273 h 845204"/>
                  <a:gd name="connsiteX8" fmla="*/ 767442 w 978533"/>
                  <a:gd name="connsiteY8" fmla="*/ 844364 h 845204"/>
                  <a:gd name="connsiteX9" fmla="*/ 214313 w 978533"/>
                  <a:gd name="connsiteY9" fmla="*/ 844364 h 845204"/>
                  <a:gd name="connsiteX10" fmla="*/ 0 w 978533"/>
                  <a:gd name="connsiteY10" fmla="*/ 845204 h 845204"/>
                  <a:gd name="connsiteX11" fmla="*/ 3222 w 978533"/>
                  <a:gd name="connsiteY11" fmla="*/ 633273 h 845204"/>
                  <a:gd name="connsiteX12" fmla="*/ 3222 w 978533"/>
                  <a:gd name="connsiteY12" fmla="*/ 211091 h 845204"/>
                  <a:gd name="connsiteX0" fmla="*/ 3222 w 978533"/>
                  <a:gd name="connsiteY0" fmla="*/ 211091 h 845204"/>
                  <a:gd name="connsiteX1" fmla="*/ 214313 w 978533"/>
                  <a:gd name="connsiteY1" fmla="*/ 211091 h 845204"/>
                  <a:gd name="connsiteX2" fmla="*/ 214313 w 978533"/>
                  <a:gd name="connsiteY2" fmla="*/ 0 h 845204"/>
                  <a:gd name="connsiteX3" fmla="*/ 767442 w 978533"/>
                  <a:gd name="connsiteY3" fmla="*/ 0 h 845204"/>
                  <a:gd name="connsiteX4" fmla="*/ 767442 w 978533"/>
                  <a:gd name="connsiteY4" fmla="*/ 211091 h 845204"/>
                  <a:gd name="connsiteX5" fmla="*/ 978533 w 978533"/>
                  <a:gd name="connsiteY5" fmla="*/ 211091 h 845204"/>
                  <a:gd name="connsiteX6" fmla="*/ 978533 w 978533"/>
                  <a:gd name="connsiteY6" fmla="*/ 633273 h 845204"/>
                  <a:gd name="connsiteX7" fmla="*/ 976992 w 978533"/>
                  <a:gd name="connsiteY7" fmla="*/ 845204 h 845204"/>
                  <a:gd name="connsiteX8" fmla="*/ 767442 w 978533"/>
                  <a:gd name="connsiteY8" fmla="*/ 844364 h 845204"/>
                  <a:gd name="connsiteX9" fmla="*/ 214313 w 978533"/>
                  <a:gd name="connsiteY9" fmla="*/ 844364 h 845204"/>
                  <a:gd name="connsiteX10" fmla="*/ 0 w 978533"/>
                  <a:gd name="connsiteY10" fmla="*/ 845204 h 845204"/>
                  <a:gd name="connsiteX11" fmla="*/ 3222 w 978533"/>
                  <a:gd name="connsiteY11" fmla="*/ 633273 h 845204"/>
                  <a:gd name="connsiteX12" fmla="*/ 3222 w 978533"/>
                  <a:gd name="connsiteY12" fmla="*/ 211091 h 845204"/>
                  <a:gd name="connsiteX0" fmla="*/ 0 w 975311"/>
                  <a:gd name="connsiteY0" fmla="*/ 211091 h 845204"/>
                  <a:gd name="connsiteX1" fmla="*/ 211091 w 975311"/>
                  <a:gd name="connsiteY1" fmla="*/ 211091 h 845204"/>
                  <a:gd name="connsiteX2" fmla="*/ 211091 w 975311"/>
                  <a:gd name="connsiteY2" fmla="*/ 0 h 845204"/>
                  <a:gd name="connsiteX3" fmla="*/ 764220 w 975311"/>
                  <a:gd name="connsiteY3" fmla="*/ 0 h 845204"/>
                  <a:gd name="connsiteX4" fmla="*/ 764220 w 975311"/>
                  <a:gd name="connsiteY4" fmla="*/ 211091 h 845204"/>
                  <a:gd name="connsiteX5" fmla="*/ 975311 w 975311"/>
                  <a:gd name="connsiteY5" fmla="*/ 211091 h 845204"/>
                  <a:gd name="connsiteX6" fmla="*/ 975311 w 975311"/>
                  <a:gd name="connsiteY6" fmla="*/ 633273 h 845204"/>
                  <a:gd name="connsiteX7" fmla="*/ 973770 w 975311"/>
                  <a:gd name="connsiteY7" fmla="*/ 845204 h 845204"/>
                  <a:gd name="connsiteX8" fmla="*/ 764220 w 975311"/>
                  <a:gd name="connsiteY8" fmla="*/ 844364 h 845204"/>
                  <a:gd name="connsiteX9" fmla="*/ 211091 w 975311"/>
                  <a:gd name="connsiteY9" fmla="*/ 844364 h 845204"/>
                  <a:gd name="connsiteX10" fmla="*/ 1537 w 975311"/>
                  <a:gd name="connsiteY10" fmla="*/ 845204 h 845204"/>
                  <a:gd name="connsiteX11" fmla="*/ 0 w 975311"/>
                  <a:gd name="connsiteY11" fmla="*/ 633273 h 845204"/>
                  <a:gd name="connsiteX12" fmla="*/ 0 w 975311"/>
                  <a:gd name="connsiteY12" fmla="*/ 211091 h 845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75311" h="845204">
                    <a:moveTo>
                      <a:pt x="0" y="211091"/>
                    </a:moveTo>
                    <a:lnTo>
                      <a:pt x="211091" y="211091"/>
                    </a:lnTo>
                    <a:lnTo>
                      <a:pt x="211091" y="0"/>
                    </a:lnTo>
                    <a:lnTo>
                      <a:pt x="764220" y="0"/>
                    </a:lnTo>
                    <a:lnTo>
                      <a:pt x="764220" y="211091"/>
                    </a:lnTo>
                    <a:lnTo>
                      <a:pt x="975311" y="211091"/>
                    </a:lnTo>
                    <a:lnTo>
                      <a:pt x="975311" y="633273"/>
                    </a:lnTo>
                    <a:cubicBezTo>
                      <a:pt x="974797" y="703917"/>
                      <a:pt x="974284" y="774560"/>
                      <a:pt x="973770" y="845204"/>
                    </a:cubicBezTo>
                    <a:lnTo>
                      <a:pt x="764220" y="844364"/>
                    </a:lnTo>
                    <a:lnTo>
                      <a:pt x="211091" y="844364"/>
                    </a:lnTo>
                    <a:lnTo>
                      <a:pt x="1537" y="845204"/>
                    </a:lnTo>
                    <a:cubicBezTo>
                      <a:pt x="1025" y="774560"/>
                      <a:pt x="512" y="703917"/>
                      <a:pt x="0" y="633273"/>
                    </a:cubicBezTo>
                    <a:lnTo>
                      <a:pt x="0" y="211091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sp>
          <p:nvSpPr>
            <p:cNvPr id="623" name="手繪多邊形 622"/>
            <p:cNvSpPr/>
            <p:nvPr/>
          </p:nvSpPr>
          <p:spPr>
            <a:xfrm>
              <a:off x="2799362" y="4036331"/>
              <a:ext cx="1436978" cy="482016"/>
            </a:xfrm>
            <a:custGeom>
              <a:avLst/>
              <a:gdLst>
                <a:gd name="connsiteX0" fmla="*/ 0 w 1436978"/>
                <a:gd name="connsiteY0" fmla="*/ 0 h 482016"/>
                <a:gd name="connsiteX1" fmla="*/ 1436978 w 1436978"/>
                <a:gd name="connsiteY1" fmla="*/ 0 h 482016"/>
                <a:gd name="connsiteX2" fmla="*/ 1436978 w 1436978"/>
                <a:gd name="connsiteY2" fmla="*/ 208917 h 482016"/>
                <a:gd name="connsiteX3" fmla="*/ 229452 w 1436978"/>
                <a:gd name="connsiteY3" fmla="*/ 208917 h 482016"/>
                <a:gd name="connsiteX4" fmla="*/ 229452 w 1436978"/>
                <a:gd name="connsiteY4" fmla="*/ 482016 h 482016"/>
                <a:gd name="connsiteX5" fmla="*/ 0 w 1436978"/>
                <a:gd name="connsiteY5" fmla="*/ 482016 h 482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36978" h="482016">
                  <a:moveTo>
                    <a:pt x="0" y="0"/>
                  </a:moveTo>
                  <a:lnTo>
                    <a:pt x="1436978" y="0"/>
                  </a:lnTo>
                  <a:lnTo>
                    <a:pt x="1436978" y="208917"/>
                  </a:lnTo>
                  <a:lnTo>
                    <a:pt x="229452" y="208917"/>
                  </a:lnTo>
                  <a:lnTo>
                    <a:pt x="229452" y="482016"/>
                  </a:lnTo>
                  <a:lnTo>
                    <a:pt x="0" y="482016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626" name="群組 625">
            <a:extLst>
              <a:ext uri="{FF2B5EF4-FFF2-40B4-BE49-F238E27FC236}">
                <a16:creationId xmlns:a16="http://schemas.microsoft.com/office/drawing/2014/main" id="{7A85EE82-83F5-47F1-86C9-DC12C9D8979B}"/>
              </a:ext>
            </a:extLst>
          </p:cNvPr>
          <p:cNvGrpSpPr/>
          <p:nvPr/>
        </p:nvGrpSpPr>
        <p:grpSpPr>
          <a:xfrm>
            <a:off x="3261794" y="3980092"/>
            <a:ext cx="521922" cy="126508"/>
            <a:chOff x="4080676" y="6399104"/>
            <a:chExt cx="609544" cy="147746"/>
          </a:xfrm>
        </p:grpSpPr>
        <p:sp>
          <p:nvSpPr>
            <p:cNvPr id="627" name="圓角矩形 1880">
              <a:extLst>
                <a:ext uri="{FF2B5EF4-FFF2-40B4-BE49-F238E27FC236}">
                  <a16:creationId xmlns:a16="http://schemas.microsoft.com/office/drawing/2014/main" id="{A43F899D-61CD-4E46-8F21-97B72B4E598E}"/>
                </a:ext>
              </a:extLst>
            </p:cNvPr>
            <p:cNvSpPr/>
            <p:nvPr/>
          </p:nvSpPr>
          <p:spPr>
            <a:xfrm>
              <a:off x="4080676" y="6399105"/>
              <a:ext cx="138900" cy="147745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28" name="圓角矩形 1881">
              <a:extLst>
                <a:ext uri="{FF2B5EF4-FFF2-40B4-BE49-F238E27FC236}">
                  <a16:creationId xmlns:a16="http://schemas.microsoft.com/office/drawing/2014/main" id="{8CD400FE-1050-49C5-8933-5014D9CB3C12}"/>
                </a:ext>
              </a:extLst>
            </p:cNvPr>
            <p:cNvSpPr/>
            <p:nvPr/>
          </p:nvSpPr>
          <p:spPr>
            <a:xfrm>
              <a:off x="4236980" y="6399105"/>
              <a:ext cx="138900" cy="147745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29" name="圓角矩形 1882">
              <a:extLst>
                <a:ext uri="{FF2B5EF4-FFF2-40B4-BE49-F238E27FC236}">
                  <a16:creationId xmlns:a16="http://schemas.microsoft.com/office/drawing/2014/main" id="{36F9EC33-9C5F-4783-8EFD-77B5698D4AB4}"/>
                </a:ext>
              </a:extLst>
            </p:cNvPr>
            <p:cNvSpPr/>
            <p:nvPr/>
          </p:nvSpPr>
          <p:spPr>
            <a:xfrm>
              <a:off x="4394150" y="6399105"/>
              <a:ext cx="138900" cy="147745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30" name="圓角矩形 1883">
              <a:extLst>
                <a:ext uri="{FF2B5EF4-FFF2-40B4-BE49-F238E27FC236}">
                  <a16:creationId xmlns:a16="http://schemas.microsoft.com/office/drawing/2014/main" id="{DEC19C4C-274F-4355-80D0-E460840B8E97}"/>
                </a:ext>
              </a:extLst>
            </p:cNvPr>
            <p:cNvSpPr/>
            <p:nvPr/>
          </p:nvSpPr>
          <p:spPr>
            <a:xfrm>
              <a:off x="4551320" y="6399104"/>
              <a:ext cx="138900" cy="147745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31" name="矩形 630">
              <a:extLst>
                <a:ext uri="{FF2B5EF4-FFF2-40B4-BE49-F238E27FC236}">
                  <a16:creationId xmlns:a16="http://schemas.microsoft.com/office/drawing/2014/main" id="{73554CF6-5AC1-4789-ABA3-21F778A8BB80}"/>
                </a:ext>
              </a:extLst>
            </p:cNvPr>
            <p:cNvSpPr/>
            <p:nvPr/>
          </p:nvSpPr>
          <p:spPr>
            <a:xfrm>
              <a:off x="4114126" y="6436976"/>
              <a:ext cx="72000" cy="72000"/>
            </a:xfrm>
            <a:prstGeom prst="rect">
              <a:avLst/>
            </a:prstGeom>
            <a:solidFill>
              <a:srgbClr val="FFCC00"/>
            </a:solidFill>
            <a:ln w="3175">
              <a:noFill/>
            </a:ln>
            <a:scene3d>
              <a:camera prst="orthographicFront"/>
              <a:lightRig rig="threePt" dir="t"/>
            </a:scene3d>
            <a:sp3d>
              <a:bevelT w="317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32" name="矩形 631">
              <a:extLst>
                <a:ext uri="{FF2B5EF4-FFF2-40B4-BE49-F238E27FC236}">
                  <a16:creationId xmlns:a16="http://schemas.microsoft.com/office/drawing/2014/main" id="{2BAB08FC-9647-46DC-9029-47E16A35CFF1}"/>
                </a:ext>
              </a:extLst>
            </p:cNvPr>
            <p:cNvSpPr/>
            <p:nvPr/>
          </p:nvSpPr>
          <p:spPr>
            <a:xfrm>
              <a:off x="4270430" y="6436976"/>
              <a:ext cx="72000" cy="72000"/>
            </a:xfrm>
            <a:prstGeom prst="rect">
              <a:avLst/>
            </a:prstGeom>
            <a:solidFill>
              <a:srgbClr val="FFCC00"/>
            </a:solidFill>
            <a:ln w="3175">
              <a:noFill/>
            </a:ln>
            <a:scene3d>
              <a:camera prst="orthographicFront"/>
              <a:lightRig rig="threePt" dir="t"/>
            </a:scene3d>
            <a:sp3d>
              <a:bevelT w="317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33" name="矩形 632">
              <a:extLst>
                <a:ext uri="{FF2B5EF4-FFF2-40B4-BE49-F238E27FC236}">
                  <a16:creationId xmlns:a16="http://schemas.microsoft.com/office/drawing/2014/main" id="{F92A2C76-9CD1-490D-821C-43A991873D86}"/>
                </a:ext>
              </a:extLst>
            </p:cNvPr>
            <p:cNvSpPr/>
            <p:nvPr/>
          </p:nvSpPr>
          <p:spPr>
            <a:xfrm>
              <a:off x="4427600" y="6436976"/>
              <a:ext cx="72000" cy="72000"/>
            </a:xfrm>
            <a:prstGeom prst="rect">
              <a:avLst/>
            </a:prstGeom>
            <a:solidFill>
              <a:srgbClr val="FFCC00"/>
            </a:solidFill>
            <a:ln w="3175">
              <a:noFill/>
            </a:ln>
            <a:scene3d>
              <a:camera prst="orthographicFront"/>
              <a:lightRig rig="threePt" dir="t"/>
            </a:scene3d>
            <a:sp3d>
              <a:bevelT w="317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34" name="矩形 633">
              <a:extLst>
                <a:ext uri="{FF2B5EF4-FFF2-40B4-BE49-F238E27FC236}">
                  <a16:creationId xmlns:a16="http://schemas.microsoft.com/office/drawing/2014/main" id="{EFBAAB61-8307-4A7F-B824-4C9BD554F112}"/>
                </a:ext>
              </a:extLst>
            </p:cNvPr>
            <p:cNvSpPr/>
            <p:nvPr/>
          </p:nvSpPr>
          <p:spPr>
            <a:xfrm>
              <a:off x="4585023" y="6436976"/>
              <a:ext cx="72000" cy="72000"/>
            </a:xfrm>
            <a:prstGeom prst="rect">
              <a:avLst/>
            </a:prstGeom>
            <a:solidFill>
              <a:srgbClr val="FFCC00"/>
            </a:solidFill>
            <a:ln w="3175">
              <a:noFill/>
            </a:ln>
            <a:scene3d>
              <a:camera prst="orthographicFront"/>
              <a:lightRig rig="threePt" dir="t"/>
            </a:scene3d>
            <a:sp3d>
              <a:bevelT w="317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635" name="矩形 634">
            <a:extLst>
              <a:ext uri="{FF2B5EF4-FFF2-40B4-BE49-F238E27FC236}">
                <a16:creationId xmlns:a16="http://schemas.microsoft.com/office/drawing/2014/main" id="{AB589CFA-45F8-4A56-8BE7-21A2E97CD1DC}"/>
              </a:ext>
            </a:extLst>
          </p:cNvPr>
          <p:cNvSpPr/>
          <p:nvPr/>
        </p:nvSpPr>
        <p:spPr>
          <a:xfrm>
            <a:off x="2864679" y="4306478"/>
            <a:ext cx="1282868" cy="2233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TW" sz="1200" dirty="0"/>
              <a:t>TPM Pin Header</a:t>
            </a:r>
            <a:endParaRPr lang="zh-TW" altLang="en-US" sz="1200" dirty="0"/>
          </a:p>
        </p:txBody>
      </p:sp>
      <p:grpSp>
        <p:nvGrpSpPr>
          <p:cNvPr id="636" name="群組 635">
            <a:extLst>
              <a:ext uri="{FF2B5EF4-FFF2-40B4-BE49-F238E27FC236}">
                <a16:creationId xmlns:a16="http://schemas.microsoft.com/office/drawing/2014/main" id="{4A05824A-90F2-446A-8549-BB6CDB89A192}"/>
              </a:ext>
            </a:extLst>
          </p:cNvPr>
          <p:cNvGrpSpPr/>
          <p:nvPr/>
        </p:nvGrpSpPr>
        <p:grpSpPr>
          <a:xfrm>
            <a:off x="1800174" y="3925966"/>
            <a:ext cx="261466" cy="234760"/>
            <a:chOff x="5954486" y="812578"/>
            <a:chExt cx="305362" cy="274172"/>
          </a:xfrm>
        </p:grpSpPr>
        <p:grpSp>
          <p:nvGrpSpPr>
            <p:cNvPr id="637" name="群組 636">
              <a:extLst>
                <a:ext uri="{FF2B5EF4-FFF2-40B4-BE49-F238E27FC236}">
                  <a16:creationId xmlns:a16="http://schemas.microsoft.com/office/drawing/2014/main" id="{06B517E0-8240-468B-AC51-7F487FF49493}"/>
                </a:ext>
              </a:extLst>
            </p:cNvPr>
            <p:cNvGrpSpPr/>
            <p:nvPr/>
          </p:nvGrpSpPr>
          <p:grpSpPr>
            <a:xfrm>
              <a:off x="5954486" y="812578"/>
              <a:ext cx="305362" cy="274172"/>
              <a:chOff x="5945100" y="812578"/>
              <a:chExt cx="305362" cy="274172"/>
            </a:xfrm>
          </p:grpSpPr>
          <p:sp>
            <p:nvSpPr>
              <p:cNvPr id="639" name="矩形 638">
                <a:extLst>
                  <a:ext uri="{FF2B5EF4-FFF2-40B4-BE49-F238E27FC236}">
                    <a16:creationId xmlns:a16="http://schemas.microsoft.com/office/drawing/2014/main" id="{8D5EFD94-5752-4276-BC25-F72AC55CCF17}"/>
                  </a:ext>
                </a:extLst>
              </p:cNvPr>
              <p:cNvSpPr/>
              <p:nvPr/>
            </p:nvSpPr>
            <p:spPr>
              <a:xfrm>
                <a:off x="6013284" y="919900"/>
                <a:ext cx="168995" cy="166850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endParaRPr lang="zh-TW" altLang="en-US" sz="1028" b="1" dirty="0" err="1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  <p:sp>
            <p:nvSpPr>
              <p:cNvPr id="640" name="圓角矩形 1867">
                <a:extLst>
                  <a:ext uri="{FF2B5EF4-FFF2-40B4-BE49-F238E27FC236}">
                    <a16:creationId xmlns:a16="http://schemas.microsoft.com/office/drawing/2014/main" id="{97257783-E544-4963-9C67-7189B98C7D2A}"/>
                  </a:ext>
                </a:extLst>
              </p:cNvPr>
              <p:cNvSpPr/>
              <p:nvPr/>
            </p:nvSpPr>
            <p:spPr>
              <a:xfrm>
                <a:off x="5945100" y="812578"/>
                <a:ext cx="305362" cy="214645"/>
              </a:xfrm>
              <a:prstGeom prst="roundRect">
                <a:avLst>
                  <a:gd name="adj" fmla="val 6683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endParaRPr lang="zh-TW" altLang="en-US" sz="1028" b="1" dirty="0" err="1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  <p:sp>
            <p:nvSpPr>
              <p:cNvPr id="641" name="矩形 640">
                <a:extLst>
                  <a:ext uri="{FF2B5EF4-FFF2-40B4-BE49-F238E27FC236}">
                    <a16:creationId xmlns:a16="http://schemas.microsoft.com/office/drawing/2014/main" id="{77965028-6A97-4971-8BD4-D94E69752B00}"/>
                  </a:ext>
                </a:extLst>
              </p:cNvPr>
              <p:cNvSpPr/>
              <p:nvPr/>
            </p:nvSpPr>
            <p:spPr>
              <a:xfrm>
                <a:off x="6037093" y="1022932"/>
                <a:ext cx="121376" cy="4571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endParaRPr lang="zh-TW" altLang="en-US" sz="1028" b="1" dirty="0" err="1">
                  <a:solidFill>
                    <a:srgbClr val="FFFFFF"/>
                  </a:solidFill>
                  <a:latin typeface="Calibri" pitchFamily="34" charset="0"/>
                </a:endParaRPr>
              </a:p>
            </p:txBody>
          </p:sp>
        </p:grpSp>
        <p:sp>
          <p:nvSpPr>
            <p:cNvPr id="638" name="圓角矩形 1865">
              <a:extLst>
                <a:ext uri="{FF2B5EF4-FFF2-40B4-BE49-F238E27FC236}">
                  <a16:creationId xmlns:a16="http://schemas.microsoft.com/office/drawing/2014/main" id="{54C7A4BC-ED30-4DF8-8886-D291EB7A2E9A}"/>
                </a:ext>
              </a:extLst>
            </p:cNvPr>
            <p:cNvSpPr/>
            <p:nvPr/>
          </p:nvSpPr>
          <p:spPr>
            <a:xfrm>
              <a:off x="5977180" y="832790"/>
              <a:ext cx="259975" cy="163960"/>
            </a:xfrm>
            <a:prstGeom prst="roundRect">
              <a:avLst/>
            </a:prstGeom>
            <a:solidFill>
              <a:schemeClr val="bg1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TW" altLang="en-US" sz="1028" b="1" dirty="0" err="1">
                <a:solidFill>
                  <a:srgbClr val="FFFFFF"/>
                </a:solidFill>
                <a:latin typeface="Calibri" pitchFamily="34" charset="0"/>
              </a:endParaRPr>
            </a:p>
          </p:txBody>
        </p:sp>
      </p:grpSp>
      <p:sp>
        <p:nvSpPr>
          <p:cNvPr id="642" name="矩形 641">
            <a:extLst>
              <a:ext uri="{FF2B5EF4-FFF2-40B4-BE49-F238E27FC236}">
                <a16:creationId xmlns:a16="http://schemas.microsoft.com/office/drawing/2014/main" id="{92F39379-C373-4EB8-8606-04B1AD92FF24}"/>
              </a:ext>
            </a:extLst>
          </p:cNvPr>
          <p:cNvSpPr/>
          <p:nvPr/>
        </p:nvSpPr>
        <p:spPr>
          <a:xfrm>
            <a:off x="1428753" y="4296131"/>
            <a:ext cx="1011093" cy="2429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SATA DOM</a:t>
            </a:r>
            <a:endParaRPr lang="zh-TW" altLang="en-US" sz="1200" dirty="0"/>
          </a:p>
        </p:txBody>
      </p:sp>
      <p:sp>
        <p:nvSpPr>
          <p:cNvPr id="643" name="文字方塊 642">
            <a:extLst>
              <a:ext uri="{FF2B5EF4-FFF2-40B4-BE49-F238E27FC236}">
                <a16:creationId xmlns:a16="http://schemas.microsoft.com/office/drawing/2014/main" id="{D07E1A9F-796E-4589-8D59-3985FC05B6FA}"/>
              </a:ext>
            </a:extLst>
          </p:cNvPr>
          <p:cNvSpPr txBox="1"/>
          <p:nvPr/>
        </p:nvSpPr>
        <p:spPr>
          <a:xfrm>
            <a:off x="-1686189" y="1991898"/>
            <a:ext cx="1607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PCIe x8</a:t>
            </a:r>
          </a:p>
          <a:p>
            <a:r>
              <a:rPr lang="en-US" altLang="zh-TW" dirty="0"/>
              <a:t>Mini </a:t>
            </a:r>
            <a:r>
              <a:rPr lang="en-US" altLang="zh-TW" dirty="0" err="1"/>
              <a:t>pcie</a:t>
            </a:r>
            <a:endParaRPr lang="en-US" altLang="zh-TW" dirty="0"/>
          </a:p>
          <a:p>
            <a:r>
              <a:rPr lang="en-US" altLang="zh-TW" dirty="0"/>
              <a:t>M.2 </a:t>
            </a:r>
            <a:r>
              <a:rPr lang="en-US" altLang="zh-TW" dirty="0" err="1"/>
              <a:t>conneter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40375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群組 249"/>
          <p:cNvGrpSpPr>
            <a:grpSpLocks noChangeAspect="1"/>
          </p:cNvGrpSpPr>
          <p:nvPr/>
        </p:nvGrpSpPr>
        <p:grpSpPr>
          <a:xfrm>
            <a:off x="5128276" y="3476947"/>
            <a:ext cx="336374" cy="275108"/>
            <a:chOff x="7287413" y="2593856"/>
            <a:chExt cx="608812" cy="497924"/>
          </a:xfrm>
        </p:grpSpPr>
        <p:sp>
          <p:nvSpPr>
            <p:cNvPr id="251" name="圓角矩形 250"/>
            <p:cNvSpPr/>
            <p:nvPr/>
          </p:nvSpPr>
          <p:spPr>
            <a:xfrm>
              <a:off x="7287413" y="2593856"/>
              <a:ext cx="608812" cy="497924"/>
            </a:xfrm>
            <a:prstGeom prst="roundRect">
              <a:avLst>
                <a:gd name="adj" fmla="val 6250"/>
              </a:avLst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2" name="圓角矩形 251"/>
            <p:cNvSpPr/>
            <p:nvPr/>
          </p:nvSpPr>
          <p:spPr>
            <a:xfrm>
              <a:off x="7344592" y="2746024"/>
              <a:ext cx="489721" cy="319134"/>
            </a:xfrm>
            <a:prstGeom prst="roundRect">
              <a:avLst>
                <a:gd name="adj" fmla="val 6250"/>
              </a:avLst>
            </a:prstGeom>
            <a:solidFill>
              <a:schemeClr val="bg2">
                <a:lumMod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3" name="圓角矩形 252"/>
            <p:cNvSpPr/>
            <p:nvPr/>
          </p:nvSpPr>
          <p:spPr>
            <a:xfrm>
              <a:off x="7476751" y="2676824"/>
              <a:ext cx="225402" cy="319134"/>
            </a:xfrm>
            <a:prstGeom prst="roundRect">
              <a:avLst>
                <a:gd name="adj" fmla="val 6250"/>
              </a:avLst>
            </a:prstGeom>
            <a:solidFill>
              <a:schemeClr val="bg2">
                <a:lumMod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4" name="圓角矩形 253"/>
            <p:cNvSpPr/>
            <p:nvPr/>
          </p:nvSpPr>
          <p:spPr>
            <a:xfrm>
              <a:off x="7715067" y="2618837"/>
              <a:ext cx="143058" cy="83088"/>
            </a:xfrm>
            <a:prstGeom prst="roundRect">
              <a:avLst/>
            </a:prstGeom>
            <a:solidFill>
              <a:srgbClr val="548235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5" name="圓角矩形 254"/>
            <p:cNvSpPr/>
            <p:nvPr/>
          </p:nvSpPr>
          <p:spPr>
            <a:xfrm>
              <a:off x="7315316" y="2618837"/>
              <a:ext cx="143058" cy="83088"/>
            </a:xfrm>
            <a:prstGeom prst="roundRect">
              <a:avLst/>
            </a:prstGeom>
            <a:solidFill>
              <a:srgbClr val="548235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cxnSp>
          <p:nvCxnSpPr>
            <p:cNvPr id="256" name="直線接點 255"/>
            <p:cNvCxnSpPr/>
            <p:nvPr/>
          </p:nvCxnSpPr>
          <p:spPr>
            <a:xfrm>
              <a:off x="7448847" y="298145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線接點 256"/>
            <p:cNvCxnSpPr/>
            <p:nvPr/>
          </p:nvCxnSpPr>
          <p:spPr>
            <a:xfrm>
              <a:off x="7489092" y="298145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線接點 257"/>
            <p:cNvCxnSpPr/>
            <p:nvPr/>
          </p:nvCxnSpPr>
          <p:spPr>
            <a:xfrm>
              <a:off x="7529337" y="2981454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線接點 258"/>
            <p:cNvCxnSpPr/>
            <p:nvPr/>
          </p:nvCxnSpPr>
          <p:spPr>
            <a:xfrm>
              <a:off x="7569582" y="2981454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線接點 259"/>
            <p:cNvCxnSpPr/>
            <p:nvPr/>
          </p:nvCxnSpPr>
          <p:spPr>
            <a:xfrm>
              <a:off x="7609827" y="2981454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線接點 260"/>
            <p:cNvCxnSpPr/>
            <p:nvPr/>
          </p:nvCxnSpPr>
          <p:spPr>
            <a:xfrm>
              <a:off x="7650072" y="2981454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線接點 261"/>
            <p:cNvCxnSpPr/>
            <p:nvPr/>
          </p:nvCxnSpPr>
          <p:spPr>
            <a:xfrm>
              <a:off x="7690317" y="2981454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線接點 262"/>
            <p:cNvCxnSpPr/>
            <p:nvPr/>
          </p:nvCxnSpPr>
          <p:spPr>
            <a:xfrm>
              <a:off x="7730564" y="2981454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6" name="群組 685"/>
          <p:cNvGrpSpPr>
            <a:grpSpLocks noChangeAspect="1"/>
          </p:cNvGrpSpPr>
          <p:nvPr/>
        </p:nvGrpSpPr>
        <p:grpSpPr>
          <a:xfrm>
            <a:off x="7199853" y="3357311"/>
            <a:ext cx="336374" cy="539641"/>
            <a:chOff x="7386049" y="3421828"/>
            <a:chExt cx="608812" cy="976709"/>
          </a:xfrm>
        </p:grpSpPr>
        <p:grpSp>
          <p:nvGrpSpPr>
            <p:cNvPr id="278" name="群組 277"/>
            <p:cNvGrpSpPr/>
            <p:nvPr/>
          </p:nvGrpSpPr>
          <p:grpSpPr>
            <a:xfrm>
              <a:off x="7386049" y="3421828"/>
              <a:ext cx="608812" cy="976709"/>
              <a:chOff x="7413476" y="3280360"/>
              <a:chExt cx="608812" cy="976709"/>
            </a:xfrm>
          </p:grpSpPr>
          <p:grpSp>
            <p:nvGrpSpPr>
              <p:cNvPr id="221" name="群組 220"/>
              <p:cNvGrpSpPr/>
              <p:nvPr/>
            </p:nvGrpSpPr>
            <p:grpSpPr>
              <a:xfrm>
                <a:off x="7413476" y="3280360"/>
                <a:ext cx="608812" cy="497924"/>
                <a:chOff x="7287413" y="2593856"/>
                <a:chExt cx="608812" cy="497924"/>
              </a:xfrm>
            </p:grpSpPr>
            <p:sp>
              <p:nvSpPr>
                <p:cNvPr id="207" name="圓角矩形 206"/>
                <p:cNvSpPr/>
                <p:nvPr/>
              </p:nvSpPr>
              <p:spPr>
                <a:xfrm>
                  <a:off x="7287413" y="2593856"/>
                  <a:ext cx="608812" cy="497924"/>
                </a:xfrm>
                <a:prstGeom prst="roundRect">
                  <a:avLst>
                    <a:gd name="adj" fmla="val 1946"/>
                  </a:avLst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06" name="圓角矩形 205"/>
                <p:cNvSpPr/>
                <p:nvPr/>
              </p:nvSpPr>
              <p:spPr>
                <a:xfrm>
                  <a:off x="7344592" y="2746024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2">
                    <a:lumMod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08" name="圓角矩形 207"/>
                <p:cNvSpPr/>
                <p:nvPr/>
              </p:nvSpPr>
              <p:spPr>
                <a:xfrm>
                  <a:off x="7476751" y="2676824"/>
                  <a:ext cx="225402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2">
                    <a:lumMod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10" name="圓角矩形 209"/>
                <p:cNvSpPr/>
                <p:nvPr/>
              </p:nvSpPr>
              <p:spPr>
                <a:xfrm>
                  <a:off x="7715067" y="2618837"/>
                  <a:ext cx="143058" cy="83088"/>
                </a:xfrm>
                <a:prstGeom prst="roundRect">
                  <a:avLst/>
                </a:prstGeom>
                <a:solidFill>
                  <a:srgbClr val="548235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11" name="圓角矩形 210"/>
                <p:cNvSpPr/>
                <p:nvPr/>
              </p:nvSpPr>
              <p:spPr>
                <a:xfrm>
                  <a:off x="7315316" y="2618837"/>
                  <a:ext cx="143058" cy="83088"/>
                </a:xfrm>
                <a:prstGeom prst="roundRect">
                  <a:avLst/>
                </a:prstGeom>
                <a:solidFill>
                  <a:srgbClr val="548235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cxnSp>
              <p:nvCxnSpPr>
                <p:cNvPr id="213" name="直線接點 212"/>
                <p:cNvCxnSpPr/>
                <p:nvPr/>
              </p:nvCxnSpPr>
              <p:spPr>
                <a:xfrm>
                  <a:off x="7448847" y="2981455"/>
                  <a:ext cx="0" cy="83703"/>
                </a:xfrm>
                <a:prstGeom prst="line">
                  <a:avLst/>
                </a:prstGeom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直線接點 213"/>
                <p:cNvCxnSpPr/>
                <p:nvPr/>
              </p:nvCxnSpPr>
              <p:spPr>
                <a:xfrm>
                  <a:off x="7489092" y="2981455"/>
                  <a:ext cx="0" cy="83703"/>
                </a:xfrm>
                <a:prstGeom prst="line">
                  <a:avLst/>
                </a:prstGeom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直線接點 214"/>
                <p:cNvCxnSpPr/>
                <p:nvPr/>
              </p:nvCxnSpPr>
              <p:spPr>
                <a:xfrm>
                  <a:off x="7529337" y="2981454"/>
                  <a:ext cx="0" cy="83703"/>
                </a:xfrm>
                <a:prstGeom prst="line">
                  <a:avLst/>
                </a:prstGeom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直線接點 215"/>
                <p:cNvCxnSpPr/>
                <p:nvPr/>
              </p:nvCxnSpPr>
              <p:spPr>
                <a:xfrm>
                  <a:off x="7569582" y="2981454"/>
                  <a:ext cx="0" cy="83703"/>
                </a:xfrm>
                <a:prstGeom prst="line">
                  <a:avLst/>
                </a:prstGeom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直線接點 216"/>
                <p:cNvCxnSpPr/>
                <p:nvPr/>
              </p:nvCxnSpPr>
              <p:spPr>
                <a:xfrm>
                  <a:off x="7609827" y="2981454"/>
                  <a:ext cx="0" cy="83703"/>
                </a:xfrm>
                <a:prstGeom prst="line">
                  <a:avLst/>
                </a:prstGeom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直線接點 217"/>
                <p:cNvCxnSpPr/>
                <p:nvPr/>
              </p:nvCxnSpPr>
              <p:spPr>
                <a:xfrm>
                  <a:off x="7650072" y="2981454"/>
                  <a:ext cx="0" cy="83703"/>
                </a:xfrm>
                <a:prstGeom prst="line">
                  <a:avLst/>
                </a:prstGeom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直線接點 218"/>
                <p:cNvCxnSpPr/>
                <p:nvPr/>
              </p:nvCxnSpPr>
              <p:spPr>
                <a:xfrm>
                  <a:off x="7690317" y="2981454"/>
                  <a:ext cx="0" cy="83703"/>
                </a:xfrm>
                <a:prstGeom prst="line">
                  <a:avLst/>
                </a:prstGeom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直線接點 219"/>
                <p:cNvCxnSpPr/>
                <p:nvPr/>
              </p:nvCxnSpPr>
              <p:spPr>
                <a:xfrm>
                  <a:off x="7730564" y="2981454"/>
                  <a:ext cx="0" cy="83703"/>
                </a:xfrm>
                <a:prstGeom prst="line">
                  <a:avLst/>
                </a:prstGeom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4" name="群組 263"/>
              <p:cNvGrpSpPr/>
              <p:nvPr/>
            </p:nvGrpSpPr>
            <p:grpSpPr>
              <a:xfrm rot="10800000">
                <a:off x="7413476" y="3759145"/>
                <a:ext cx="608812" cy="497924"/>
                <a:chOff x="7287413" y="2593856"/>
                <a:chExt cx="608812" cy="497924"/>
              </a:xfrm>
            </p:grpSpPr>
            <p:sp>
              <p:nvSpPr>
                <p:cNvPr id="265" name="圓角矩形 264"/>
                <p:cNvSpPr/>
                <p:nvPr/>
              </p:nvSpPr>
              <p:spPr>
                <a:xfrm>
                  <a:off x="7287413" y="2593856"/>
                  <a:ext cx="608812" cy="497924"/>
                </a:xfrm>
                <a:prstGeom prst="roundRect">
                  <a:avLst>
                    <a:gd name="adj" fmla="val 1946"/>
                  </a:avLst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66" name="圓角矩形 265"/>
                <p:cNvSpPr/>
                <p:nvPr/>
              </p:nvSpPr>
              <p:spPr>
                <a:xfrm>
                  <a:off x="7344592" y="2746024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2">
                    <a:lumMod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67" name="圓角矩形 266"/>
                <p:cNvSpPr/>
                <p:nvPr/>
              </p:nvSpPr>
              <p:spPr>
                <a:xfrm>
                  <a:off x="7476751" y="2676824"/>
                  <a:ext cx="225402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2">
                    <a:lumMod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68" name="圓角矩形 267"/>
                <p:cNvSpPr/>
                <p:nvPr/>
              </p:nvSpPr>
              <p:spPr>
                <a:xfrm>
                  <a:off x="7715067" y="2618837"/>
                  <a:ext cx="143058" cy="83088"/>
                </a:xfrm>
                <a:prstGeom prst="roundRect">
                  <a:avLst/>
                </a:prstGeom>
                <a:solidFill>
                  <a:srgbClr val="548235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69" name="圓角矩形 268"/>
                <p:cNvSpPr/>
                <p:nvPr/>
              </p:nvSpPr>
              <p:spPr>
                <a:xfrm>
                  <a:off x="7315316" y="2618837"/>
                  <a:ext cx="143058" cy="83088"/>
                </a:xfrm>
                <a:prstGeom prst="roundRect">
                  <a:avLst/>
                </a:prstGeom>
                <a:solidFill>
                  <a:srgbClr val="548235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cxnSp>
              <p:nvCxnSpPr>
                <p:cNvPr id="270" name="直線接點 269"/>
                <p:cNvCxnSpPr/>
                <p:nvPr/>
              </p:nvCxnSpPr>
              <p:spPr>
                <a:xfrm>
                  <a:off x="7448847" y="2981455"/>
                  <a:ext cx="0" cy="83703"/>
                </a:xfrm>
                <a:prstGeom prst="line">
                  <a:avLst/>
                </a:prstGeom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直線接點 270"/>
                <p:cNvCxnSpPr/>
                <p:nvPr/>
              </p:nvCxnSpPr>
              <p:spPr>
                <a:xfrm>
                  <a:off x="7489092" y="2981455"/>
                  <a:ext cx="0" cy="83703"/>
                </a:xfrm>
                <a:prstGeom prst="line">
                  <a:avLst/>
                </a:prstGeom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直線接點 271"/>
                <p:cNvCxnSpPr/>
                <p:nvPr/>
              </p:nvCxnSpPr>
              <p:spPr>
                <a:xfrm>
                  <a:off x="7529337" y="2981454"/>
                  <a:ext cx="0" cy="83703"/>
                </a:xfrm>
                <a:prstGeom prst="line">
                  <a:avLst/>
                </a:prstGeom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直線接點 272"/>
                <p:cNvCxnSpPr/>
                <p:nvPr/>
              </p:nvCxnSpPr>
              <p:spPr>
                <a:xfrm>
                  <a:off x="7569582" y="2981454"/>
                  <a:ext cx="0" cy="83703"/>
                </a:xfrm>
                <a:prstGeom prst="line">
                  <a:avLst/>
                </a:prstGeom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直線接點 273"/>
                <p:cNvCxnSpPr/>
                <p:nvPr/>
              </p:nvCxnSpPr>
              <p:spPr>
                <a:xfrm>
                  <a:off x="7609827" y="2981454"/>
                  <a:ext cx="0" cy="83703"/>
                </a:xfrm>
                <a:prstGeom prst="line">
                  <a:avLst/>
                </a:prstGeom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直線接點 274"/>
                <p:cNvCxnSpPr/>
                <p:nvPr/>
              </p:nvCxnSpPr>
              <p:spPr>
                <a:xfrm>
                  <a:off x="7650072" y="2981454"/>
                  <a:ext cx="0" cy="83703"/>
                </a:xfrm>
                <a:prstGeom prst="line">
                  <a:avLst/>
                </a:prstGeom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直線接點 275"/>
                <p:cNvCxnSpPr/>
                <p:nvPr/>
              </p:nvCxnSpPr>
              <p:spPr>
                <a:xfrm>
                  <a:off x="7690317" y="2981454"/>
                  <a:ext cx="0" cy="83703"/>
                </a:xfrm>
                <a:prstGeom prst="line">
                  <a:avLst/>
                </a:prstGeom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直線接點 276"/>
                <p:cNvCxnSpPr/>
                <p:nvPr/>
              </p:nvCxnSpPr>
              <p:spPr>
                <a:xfrm>
                  <a:off x="7730564" y="2981454"/>
                  <a:ext cx="0" cy="83703"/>
                </a:xfrm>
                <a:prstGeom prst="line">
                  <a:avLst/>
                </a:prstGeom>
                <a:ln>
                  <a:noFill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30" name="群組 529"/>
            <p:cNvGrpSpPr/>
            <p:nvPr/>
          </p:nvGrpSpPr>
          <p:grpSpPr>
            <a:xfrm>
              <a:off x="7547482" y="3801943"/>
              <a:ext cx="281717" cy="83704"/>
              <a:chOff x="8400565" y="3029365"/>
              <a:chExt cx="281717" cy="83704"/>
            </a:xfrm>
          </p:grpSpPr>
          <p:cxnSp>
            <p:nvCxnSpPr>
              <p:cNvPr id="522" name="直線接點 521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3" name="直線接點 522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" name="直線接點 523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直線接點 524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6" name="直線接點 525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7" name="直線接點 526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" name="直線接點 527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" name="直線接點 528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1" name="群組 530"/>
            <p:cNvGrpSpPr/>
            <p:nvPr/>
          </p:nvGrpSpPr>
          <p:grpSpPr>
            <a:xfrm>
              <a:off x="7546677" y="3935173"/>
              <a:ext cx="281717" cy="83704"/>
              <a:chOff x="8400565" y="3029365"/>
              <a:chExt cx="281717" cy="83704"/>
            </a:xfrm>
          </p:grpSpPr>
          <p:cxnSp>
            <p:nvCxnSpPr>
              <p:cNvPr id="532" name="直線接點 531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3" name="直線接點 532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4" name="直線接點 533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5" name="直線接點 534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直線接點 535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7" name="直線接點 536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8" name="直線接點 537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9" name="直線接點 538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85" name="群組 684"/>
          <p:cNvGrpSpPr>
            <a:grpSpLocks noChangeAspect="1"/>
          </p:cNvGrpSpPr>
          <p:nvPr/>
        </p:nvGrpSpPr>
        <p:grpSpPr>
          <a:xfrm>
            <a:off x="7741464" y="3356943"/>
            <a:ext cx="666086" cy="540379"/>
            <a:chOff x="7379711" y="4492857"/>
            <a:chExt cx="1205566" cy="978044"/>
          </a:xfrm>
        </p:grpSpPr>
        <p:grpSp>
          <p:nvGrpSpPr>
            <p:cNvPr id="337" name="群組 336"/>
            <p:cNvGrpSpPr/>
            <p:nvPr/>
          </p:nvGrpSpPr>
          <p:grpSpPr>
            <a:xfrm>
              <a:off x="7379711" y="4492857"/>
              <a:ext cx="1205566" cy="978044"/>
              <a:chOff x="8157771" y="3275552"/>
              <a:chExt cx="1205566" cy="978044"/>
            </a:xfrm>
          </p:grpSpPr>
          <p:grpSp>
            <p:nvGrpSpPr>
              <p:cNvPr id="279" name="群組 278"/>
              <p:cNvGrpSpPr/>
              <p:nvPr/>
            </p:nvGrpSpPr>
            <p:grpSpPr>
              <a:xfrm>
                <a:off x="8157771" y="3276887"/>
                <a:ext cx="608812" cy="976709"/>
                <a:chOff x="7413476" y="3280360"/>
                <a:chExt cx="608812" cy="976709"/>
              </a:xfrm>
            </p:grpSpPr>
            <p:grpSp>
              <p:nvGrpSpPr>
                <p:cNvPr id="280" name="群組 279"/>
                <p:cNvGrpSpPr/>
                <p:nvPr/>
              </p:nvGrpSpPr>
              <p:grpSpPr>
                <a:xfrm>
                  <a:off x="7413476" y="3280360"/>
                  <a:ext cx="608812" cy="497924"/>
                  <a:chOff x="7287413" y="2593856"/>
                  <a:chExt cx="608812" cy="497924"/>
                </a:xfrm>
              </p:grpSpPr>
              <p:sp>
                <p:nvSpPr>
                  <p:cNvPr id="295" name="圓角矩形 294"/>
                  <p:cNvSpPr/>
                  <p:nvPr/>
                </p:nvSpPr>
                <p:spPr>
                  <a:xfrm>
                    <a:off x="7287413" y="2593856"/>
                    <a:ext cx="608812" cy="497924"/>
                  </a:xfrm>
                  <a:prstGeom prst="roundRect">
                    <a:avLst>
                      <a:gd name="adj" fmla="val 194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296" name="圓角矩形 295"/>
                  <p:cNvSpPr/>
                  <p:nvPr/>
                </p:nvSpPr>
                <p:spPr>
                  <a:xfrm>
                    <a:off x="7344592" y="2746024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297" name="圓角矩形 296"/>
                  <p:cNvSpPr/>
                  <p:nvPr/>
                </p:nvSpPr>
                <p:spPr>
                  <a:xfrm>
                    <a:off x="7476751" y="2676824"/>
                    <a:ext cx="225402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298" name="圓角矩形 297"/>
                  <p:cNvSpPr/>
                  <p:nvPr/>
                </p:nvSpPr>
                <p:spPr>
                  <a:xfrm>
                    <a:off x="7715067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299" name="圓角矩形 298"/>
                  <p:cNvSpPr/>
                  <p:nvPr/>
                </p:nvSpPr>
                <p:spPr>
                  <a:xfrm>
                    <a:off x="7310553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300" name="直線接點 299"/>
                  <p:cNvCxnSpPr/>
                  <p:nvPr/>
                </p:nvCxnSpPr>
                <p:spPr>
                  <a:xfrm>
                    <a:off x="7448847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1" name="直線接點 300"/>
                  <p:cNvCxnSpPr/>
                  <p:nvPr/>
                </p:nvCxnSpPr>
                <p:spPr>
                  <a:xfrm>
                    <a:off x="7489092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2" name="直線接點 301"/>
                  <p:cNvCxnSpPr/>
                  <p:nvPr/>
                </p:nvCxnSpPr>
                <p:spPr>
                  <a:xfrm>
                    <a:off x="752933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3" name="直線接點 302"/>
                  <p:cNvCxnSpPr/>
                  <p:nvPr/>
                </p:nvCxnSpPr>
                <p:spPr>
                  <a:xfrm>
                    <a:off x="756958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4" name="直線接點 303"/>
                  <p:cNvCxnSpPr/>
                  <p:nvPr/>
                </p:nvCxnSpPr>
                <p:spPr>
                  <a:xfrm>
                    <a:off x="760982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5" name="直線接點 304"/>
                  <p:cNvCxnSpPr/>
                  <p:nvPr/>
                </p:nvCxnSpPr>
                <p:spPr>
                  <a:xfrm>
                    <a:off x="765007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6" name="直線接點 305"/>
                  <p:cNvCxnSpPr/>
                  <p:nvPr/>
                </p:nvCxnSpPr>
                <p:spPr>
                  <a:xfrm>
                    <a:off x="769031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7" name="直線接點 306"/>
                  <p:cNvCxnSpPr/>
                  <p:nvPr/>
                </p:nvCxnSpPr>
                <p:spPr>
                  <a:xfrm>
                    <a:off x="7730564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1" name="群組 280"/>
                <p:cNvGrpSpPr/>
                <p:nvPr/>
              </p:nvGrpSpPr>
              <p:grpSpPr>
                <a:xfrm rot="10800000">
                  <a:off x="7413476" y="3759145"/>
                  <a:ext cx="608812" cy="497924"/>
                  <a:chOff x="7287413" y="2593856"/>
                  <a:chExt cx="608812" cy="497924"/>
                </a:xfrm>
              </p:grpSpPr>
              <p:sp>
                <p:nvSpPr>
                  <p:cNvPr id="282" name="圓角矩形 281"/>
                  <p:cNvSpPr/>
                  <p:nvPr/>
                </p:nvSpPr>
                <p:spPr>
                  <a:xfrm>
                    <a:off x="7287413" y="2593856"/>
                    <a:ext cx="608812" cy="497924"/>
                  </a:xfrm>
                  <a:prstGeom prst="roundRect">
                    <a:avLst>
                      <a:gd name="adj" fmla="val 194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283" name="圓角矩形 282"/>
                  <p:cNvSpPr/>
                  <p:nvPr/>
                </p:nvSpPr>
                <p:spPr>
                  <a:xfrm>
                    <a:off x="7344592" y="2746024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284" name="圓角矩形 283"/>
                  <p:cNvSpPr/>
                  <p:nvPr/>
                </p:nvSpPr>
                <p:spPr>
                  <a:xfrm>
                    <a:off x="7476751" y="2676824"/>
                    <a:ext cx="225402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285" name="圓角矩形 284"/>
                  <p:cNvSpPr/>
                  <p:nvPr/>
                </p:nvSpPr>
                <p:spPr>
                  <a:xfrm>
                    <a:off x="7715067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286" name="圓角矩形 285"/>
                  <p:cNvSpPr/>
                  <p:nvPr/>
                </p:nvSpPr>
                <p:spPr>
                  <a:xfrm>
                    <a:off x="7310553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287" name="直線接點 286"/>
                  <p:cNvCxnSpPr/>
                  <p:nvPr/>
                </p:nvCxnSpPr>
                <p:spPr>
                  <a:xfrm>
                    <a:off x="7448847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8" name="直線接點 287"/>
                  <p:cNvCxnSpPr/>
                  <p:nvPr/>
                </p:nvCxnSpPr>
                <p:spPr>
                  <a:xfrm>
                    <a:off x="7489092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9" name="直線接點 288"/>
                  <p:cNvCxnSpPr/>
                  <p:nvPr/>
                </p:nvCxnSpPr>
                <p:spPr>
                  <a:xfrm>
                    <a:off x="752933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0" name="直線接點 289"/>
                  <p:cNvCxnSpPr/>
                  <p:nvPr/>
                </p:nvCxnSpPr>
                <p:spPr>
                  <a:xfrm>
                    <a:off x="756958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1" name="直線接點 290"/>
                  <p:cNvCxnSpPr/>
                  <p:nvPr/>
                </p:nvCxnSpPr>
                <p:spPr>
                  <a:xfrm>
                    <a:off x="760982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2" name="直線接點 291"/>
                  <p:cNvCxnSpPr/>
                  <p:nvPr/>
                </p:nvCxnSpPr>
                <p:spPr>
                  <a:xfrm>
                    <a:off x="765007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3" name="直線接點 292"/>
                  <p:cNvCxnSpPr/>
                  <p:nvPr/>
                </p:nvCxnSpPr>
                <p:spPr>
                  <a:xfrm>
                    <a:off x="769031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4" name="直線接點 293"/>
                  <p:cNvCxnSpPr/>
                  <p:nvPr/>
                </p:nvCxnSpPr>
                <p:spPr>
                  <a:xfrm>
                    <a:off x="7730564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08" name="群組 307"/>
              <p:cNvGrpSpPr/>
              <p:nvPr/>
            </p:nvGrpSpPr>
            <p:grpSpPr>
              <a:xfrm>
                <a:off x="8754525" y="3275552"/>
                <a:ext cx="608812" cy="976709"/>
                <a:chOff x="7413476" y="3280360"/>
                <a:chExt cx="608812" cy="976709"/>
              </a:xfrm>
            </p:grpSpPr>
            <p:grpSp>
              <p:nvGrpSpPr>
                <p:cNvPr id="309" name="群組 308"/>
                <p:cNvGrpSpPr/>
                <p:nvPr/>
              </p:nvGrpSpPr>
              <p:grpSpPr>
                <a:xfrm>
                  <a:off x="7413476" y="3280360"/>
                  <a:ext cx="608812" cy="497924"/>
                  <a:chOff x="7287413" y="2593856"/>
                  <a:chExt cx="608812" cy="497924"/>
                </a:xfrm>
              </p:grpSpPr>
              <p:sp>
                <p:nvSpPr>
                  <p:cNvPr id="324" name="圓角矩形 323"/>
                  <p:cNvSpPr/>
                  <p:nvPr/>
                </p:nvSpPr>
                <p:spPr>
                  <a:xfrm>
                    <a:off x="7287413" y="2593856"/>
                    <a:ext cx="608812" cy="497924"/>
                  </a:xfrm>
                  <a:prstGeom prst="roundRect">
                    <a:avLst>
                      <a:gd name="adj" fmla="val 194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325" name="圓角矩形 324"/>
                  <p:cNvSpPr/>
                  <p:nvPr/>
                </p:nvSpPr>
                <p:spPr>
                  <a:xfrm>
                    <a:off x="7344592" y="2746024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326" name="圓角矩形 325"/>
                  <p:cNvSpPr/>
                  <p:nvPr/>
                </p:nvSpPr>
                <p:spPr>
                  <a:xfrm>
                    <a:off x="7476751" y="2676824"/>
                    <a:ext cx="225402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327" name="圓角矩形 326"/>
                  <p:cNvSpPr/>
                  <p:nvPr/>
                </p:nvSpPr>
                <p:spPr>
                  <a:xfrm>
                    <a:off x="7715067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328" name="圓角矩形 327"/>
                  <p:cNvSpPr/>
                  <p:nvPr/>
                </p:nvSpPr>
                <p:spPr>
                  <a:xfrm>
                    <a:off x="7315316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329" name="直線接點 328"/>
                  <p:cNvCxnSpPr/>
                  <p:nvPr/>
                </p:nvCxnSpPr>
                <p:spPr>
                  <a:xfrm>
                    <a:off x="7448847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0" name="直線接點 329"/>
                  <p:cNvCxnSpPr/>
                  <p:nvPr/>
                </p:nvCxnSpPr>
                <p:spPr>
                  <a:xfrm>
                    <a:off x="7489092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1" name="直線接點 330"/>
                  <p:cNvCxnSpPr/>
                  <p:nvPr/>
                </p:nvCxnSpPr>
                <p:spPr>
                  <a:xfrm>
                    <a:off x="752933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2" name="直線接點 331"/>
                  <p:cNvCxnSpPr/>
                  <p:nvPr/>
                </p:nvCxnSpPr>
                <p:spPr>
                  <a:xfrm>
                    <a:off x="756958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3" name="直線接點 332"/>
                  <p:cNvCxnSpPr/>
                  <p:nvPr/>
                </p:nvCxnSpPr>
                <p:spPr>
                  <a:xfrm>
                    <a:off x="760982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4" name="直線接點 333"/>
                  <p:cNvCxnSpPr/>
                  <p:nvPr/>
                </p:nvCxnSpPr>
                <p:spPr>
                  <a:xfrm>
                    <a:off x="765007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5" name="直線接點 334"/>
                  <p:cNvCxnSpPr/>
                  <p:nvPr/>
                </p:nvCxnSpPr>
                <p:spPr>
                  <a:xfrm>
                    <a:off x="769031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6" name="直線接點 335"/>
                  <p:cNvCxnSpPr/>
                  <p:nvPr/>
                </p:nvCxnSpPr>
                <p:spPr>
                  <a:xfrm>
                    <a:off x="7730564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0" name="群組 309"/>
                <p:cNvGrpSpPr/>
                <p:nvPr/>
              </p:nvGrpSpPr>
              <p:grpSpPr>
                <a:xfrm rot="10800000">
                  <a:off x="7413476" y="3759145"/>
                  <a:ext cx="608812" cy="497924"/>
                  <a:chOff x="7287413" y="2593856"/>
                  <a:chExt cx="608812" cy="497924"/>
                </a:xfrm>
              </p:grpSpPr>
              <p:sp>
                <p:nvSpPr>
                  <p:cNvPr id="311" name="圓角矩形 310"/>
                  <p:cNvSpPr/>
                  <p:nvPr/>
                </p:nvSpPr>
                <p:spPr>
                  <a:xfrm>
                    <a:off x="7287413" y="2593856"/>
                    <a:ext cx="608812" cy="497924"/>
                  </a:xfrm>
                  <a:prstGeom prst="roundRect">
                    <a:avLst>
                      <a:gd name="adj" fmla="val 194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312" name="圓角矩形 311"/>
                  <p:cNvSpPr/>
                  <p:nvPr/>
                </p:nvSpPr>
                <p:spPr>
                  <a:xfrm>
                    <a:off x="7344592" y="2746024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313" name="圓角矩形 312"/>
                  <p:cNvSpPr/>
                  <p:nvPr/>
                </p:nvSpPr>
                <p:spPr>
                  <a:xfrm>
                    <a:off x="7476751" y="2676824"/>
                    <a:ext cx="225402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314" name="圓角矩形 313"/>
                  <p:cNvSpPr/>
                  <p:nvPr/>
                </p:nvSpPr>
                <p:spPr>
                  <a:xfrm>
                    <a:off x="7715067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315" name="圓角矩形 314"/>
                  <p:cNvSpPr/>
                  <p:nvPr/>
                </p:nvSpPr>
                <p:spPr>
                  <a:xfrm>
                    <a:off x="7315316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316" name="直線接點 315"/>
                  <p:cNvCxnSpPr/>
                  <p:nvPr/>
                </p:nvCxnSpPr>
                <p:spPr>
                  <a:xfrm>
                    <a:off x="7448847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7" name="直線接點 316"/>
                  <p:cNvCxnSpPr/>
                  <p:nvPr/>
                </p:nvCxnSpPr>
                <p:spPr>
                  <a:xfrm>
                    <a:off x="7489092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8" name="直線接點 317"/>
                  <p:cNvCxnSpPr/>
                  <p:nvPr/>
                </p:nvCxnSpPr>
                <p:spPr>
                  <a:xfrm>
                    <a:off x="752933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9" name="直線接點 318"/>
                  <p:cNvCxnSpPr/>
                  <p:nvPr/>
                </p:nvCxnSpPr>
                <p:spPr>
                  <a:xfrm>
                    <a:off x="756958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0" name="直線接點 319"/>
                  <p:cNvCxnSpPr/>
                  <p:nvPr/>
                </p:nvCxnSpPr>
                <p:spPr>
                  <a:xfrm>
                    <a:off x="760982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1" name="直線接點 320"/>
                  <p:cNvCxnSpPr/>
                  <p:nvPr/>
                </p:nvCxnSpPr>
                <p:spPr>
                  <a:xfrm>
                    <a:off x="765007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2" name="直線接點 321"/>
                  <p:cNvCxnSpPr/>
                  <p:nvPr/>
                </p:nvCxnSpPr>
                <p:spPr>
                  <a:xfrm>
                    <a:off x="769031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3" name="直線接點 322"/>
                  <p:cNvCxnSpPr/>
                  <p:nvPr/>
                </p:nvCxnSpPr>
                <p:spPr>
                  <a:xfrm>
                    <a:off x="7730564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540" name="群組 539"/>
            <p:cNvGrpSpPr/>
            <p:nvPr/>
          </p:nvGrpSpPr>
          <p:grpSpPr>
            <a:xfrm>
              <a:off x="7544179" y="4872476"/>
              <a:ext cx="284215" cy="83706"/>
              <a:chOff x="8398067" y="3029365"/>
              <a:chExt cx="284215" cy="83706"/>
            </a:xfrm>
          </p:grpSpPr>
          <p:cxnSp>
            <p:nvCxnSpPr>
              <p:cNvPr id="541" name="直線接點 540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2" name="直線接點 541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3" name="直線接點 542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4" name="直線接點 543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" name="直線接點 544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直線接點 545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" name="直線接點 546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" name="直線接點 547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0" name="直線接點 2219"/>
              <p:cNvCxnSpPr/>
              <p:nvPr/>
            </p:nvCxnSpPr>
            <p:spPr>
              <a:xfrm>
                <a:off x="8400565" y="3029369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1" name="直線接點 2220"/>
              <p:cNvCxnSpPr/>
              <p:nvPr/>
            </p:nvCxnSpPr>
            <p:spPr>
              <a:xfrm>
                <a:off x="8440811" y="3029369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2" name="直線接點 2221"/>
              <p:cNvCxnSpPr/>
              <p:nvPr/>
            </p:nvCxnSpPr>
            <p:spPr>
              <a:xfrm>
                <a:off x="8481054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3" name="直線接點 2222"/>
              <p:cNvCxnSpPr/>
              <p:nvPr/>
            </p:nvCxnSpPr>
            <p:spPr>
              <a:xfrm>
                <a:off x="8521300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4" name="直線接點 2223"/>
              <p:cNvCxnSpPr/>
              <p:nvPr/>
            </p:nvCxnSpPr>
            <p:spPr>
              <a:xfrm>
                <a:off x="8561545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5" name="直線接點 2224"/>
              <p:cNvCxnSpPr/>
              <p:nvPr/>
            </p:nvCxnSpPr>
            <p:spPr>
              <a:xfrm>
                <a:off x="8601789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6" name="直線接點 2225"/>
              <p:cNvCxnSpPr/>
              <p:nvPr/>
            </p:nvCxnSpPr>
            <p:spPr>
              <a:xfrm>
                <a:off x="8642035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7" name="直線接點 2226"/>
              <p:cNvCxnSpPr/>
              <p:nvPr/>
            </p:nvCxnSpPr>
            <p:spPr>
              <a:xfrm>
                <a:off x="8682282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0" name="直線接點 2249"/>
              <p:cNvCxnSpPr/>
              <p:nvPr/>
            </p:nvCxnSpPr>
            <p:spPr>
              <a:xfrm>
                <a:off x="8398067" y="3029367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1" name="直線接點 2250"/>
              <p:cNvCxnSpPr/>
              <p:nvPr/>
            </p:nvCxnSpPr>
            <p:spPr>
              <a:xfrm>
                <a:off x="8438313" y="3029367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2" name="直線接點 2251"/>
              <p:cNvCxnSpPr/>
              <p:nvPr/>
            </p:nvCxnSpPr>
            <p:spPr>
              <a:xfrm>
                <a:off x="8478556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3" name="直線接點 2252"/>
              <p:cNvCxnSpPr/>
              <p:nvPr/>
            </p:nvCxnSpPr>
            <p:spPr>
              <a:xfrm>
                <a:off x="8518802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4" name="直線接點 2253"/>
              <p:cNvCxnSpPr/>
              <p:nvPr/>
            </p:nvCxnSpPr>
            <p:spPr>
              <a:xfrm>
                <a:off x="8559048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5" name="直線接點 2254"/>
              <p:cNvCxnSpPr/>
              <p:nvPr/>
            </p:nvCxnSpPr>
            <p:spPr>
              <a:xfrm>
                <a:off x="8599291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6" name="直線接點 2255"/>
              <p:cNvCxnSpPr/>
              <p:nvPr/>
            </p:nvCxnSpPr>
            <p:spPr>
              <a:xfrm>
                <a:off x="8639537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7" name="直線接點 2256"/>
              <p:cNvCxnSpPr/>
              <p:nvPr/>
            </p:nvCxnSpPr>
            <p:spPr>
              <a:xfrm>
                <a:off x="8679784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9" name="群組 548"/>
            <p:cNvGrpSpPr/>
            <p:nvPr/>
          </p:nvGrpSpPr>
          <p:grpSpPr>
            <a:xfrm>
              <a:off x="7543374" y="5005706"/>
              <a:ext cx="284215" cy="83706"/>
              <a:chOff x="8398067" y="3029365"/>
              <a:chExt cx="284215" cy="83706"/>
            </a:xfrm>
          </p:grpSpPr>
          <p:cxnSp>
            <p:nvCxnSpPr>
              <p:cNvPr id="550" name="直線接點 549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" name="直線接點 550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" name="直線接點 551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直線接點 552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4" name="直線接點 553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5" name="直線接點 554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6" name="直線接點 555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7" name="直線接點 556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8" name="直線接點 2227"/>
              <p:cNvCxnSpPr/>
              <p:nvPr/>
            </p:nvCxnSpPr>
            <p:spPr>
              <a:xfrm>
                <a:off x="8400565" y="3029369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9" name="直線接點 2228"/>
              <p:cNvCxnSpPr/>
              <p:nvPr/>
            </p:nvCxnSpPr>
            <p:spPr>
              <a:xfrm>
                <a:off x="8440811" y="3029369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0" name="直線接點 2229"/>
              <p:cNvCxnSpPr/>
              <p:nvPr/>
            </p:nvCxnSpPr>
            <p:spPr>
              <a:xfrm>
                <a:off x="8481054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1" name="直線接點 2230"/>
              <p:cNvCxnSpPr/>
              <p:nvPr/>
            </p:nvCxnSpPr>
            <p:spPr>
              <a:xfrm>
                <a:off x="8521300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2" name="直線接點 2231"/>
              <p:cNvCxnSpPr/>
              <p:nvPr/>
            </p:nvCxnSpPr>
            <p:spPr>
              <a:xfrm>
                <a:off x="8561545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3" name="直線接點 2232"/>
              <p:cNvCxnSpPr/>
              <p:nvPr/>
            </p:nvCxnSpPr>
            <p:spPr>
              <a:xfrm>
                <a:off x="8601789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4" name="直線接點 2233"/>
              <p:cNvCxnSpPr/>
              <p:nvPr/>
            </p:nvCxnSpPr>
            <p:spPr>
              <a:xfrm>
                <a:off x="8642035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5" name="直線接點 2234"/>
              <p:cNvCxnSpPr/>
              <p:nvPr/>
            </p:nvCxnSpPr>
            <p:spPr>
              <a:xfrm>
                <a:off x="8682282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8" name="直線接點 2257"/>
              <p:cNvCxnSpPr/>
              <p:nvPr/>
            </p:nvCxnSpPr>
            <p:spPr>
              <a:xfrm>
                <a:off x="8398067" y="3029367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9" name="直線接點 2258"/>
              <p:cNvCxnSpPr/>
              <p:nvPr/>
            </p:nvCxnSpPr>
            <p:spPr>
              <a:xfrm>
                <a:off x="8438313" y="3029367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0" name="直線接點 2259"/>
              <p:cNvCxnSpPr/>
              <p:nvPr/>
            </p:nvCxnSpPr>
            <p:spPr>
              <a:xfrm>
                <a:off x="8478556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1" name="直線接點 2260"/>
              <p:cNvCxnSpPr/>
              <p:nvPr/>
            </p:nvCxnSpPr>
            <p:spPr>
              <a:xfrm>
                <a:off x="8518802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2" name="直線接點 2261"/>
              <p:cNvCxnSpPr/>
              <p:nvPr/>
            </p:nvCxnSpPr>
            <p:spPr>
              <a:xfrm>
                <a:off x="8559048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3" name="直線接點 2262"/>
              <p:cNvCxnSpPr/>
              <p:nvPr/>
            </p:nvCxnSpPr>
            <p:spPr>
              <a:xfrm>
                <a:off x="8599291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4" name="直線接點 2263"/>
              <p:cNvCxnSpPr/>
              <p:nvPr/>
            </p:nvCxnSpPr>
            <p:spPr>
              <a:xfrm>
                <a:off x="8639537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5" name="直線接點 2264"/>
              <p:cNvCxnSpPr/>
              <p:nvPr/>
            </p:nvCxnSpPr>
            <p:spPr>
              <a:xfrm>
                <a:off x="8679784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8" name="群組 557"/>
            <p:cNvGrpSpPr/>
            <p:nvPr/>
          </p:nvGrpSpPr>
          <p:grpSpPr>
            <a:xfrm>
              <a:off x="8134500" y="4867748"/>
              <a:ext cx="284215" cy="83706"/>
              <a:chOff x="8398067" y="3029365"/>
              <a:chExt cx="284215" cy="83706"/>
            </a:xfrm>
          </p:grpSpPr>
          <p:cxnSp>
            <p:nvCxnSpPr>
              <p:cNvPr id="559" name="直線接點 558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" name="直線接點 559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直線接點 560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" name="直線接點 561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直線接點 562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" name="直線接點 563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直線接點 564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直線接點 565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6" name="直線接點 2235"/>
              <p:cNvCxnSpPr/>
              <p:nvPr/>
            </p:nvCxnSpPr>
            <p:spPr>
              <a:xfrm>
                <a:off x="8400565" y="3029369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7" name="直線接點 2236"/>
              <p:cNvCxnSpPr/>
              <p:nvPr/>
            </p:nvCxnSpPr>
            <p:spPr>
              <a:xfrm>
                <a:off x="8440811" y="3029369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8" name="直線接點 2237"/>
              <p:cNvCxnSpPr/>
              <p:nvPr/>
            </p:nvCxnSpPr>
            <p:spPr>
              <a:xfrm>
                <a:off x="8481054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9" name="直線接點 2238"/>
              <p:cNvCxnSpPr/>
              <p:nvPr/>
            </p:nvCxnSpPr>
            <p:spPr>
              <a:xfrm>
                <a:off x="8521300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0" name="直線接點 2239"/>
              <p:cNvCxnSpPr/>
              <p:nvPr/>
            </p:nvCxnSpPr>
            <p:spPr>
              <a:xfrm>
                <a:off x="8561545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1" name="直線接點 2240"/>
              <p:cNvCxnSpPr/>
              <p:nvPr/>
            </p:nvCxnSpPr>
            <p:spPr>
              <a:xfrm>
                <a:off x="8601789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2" name="直線接點 2241"/>
              <p:cNvCxnSpPr/>
              <p:nvPr/>
            </p:nvCxnSpPr>
            <p:spPr>
              <a:xfrm>
                <a:off x="8642035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3" name="直線接點 2242"/>
              <p:cNvCxnSpPr/>
              <p:nvPr/>
            </p:nvCxnSpPr>
            <p:spPr>
              <a:xfrm>
                <a:off x="8682282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6" name="直線接點 2265"/>
              <p:cNvCxnSpPr/>
              <p:nvPr/>
            </p:nvCxnSpPr>
            <p:spPr>
              <a:xfrm>
                <a:off x="8398067" y="3029367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7" name="直線接點 2266"/>
              <p:cNvCxnSpPr/>
              <p:nvPr/>
            </p:nvCxnSpPr>
            <p:spPr>
              <a:xfrm>
                <a:off x="8438313" y="3029367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8" name="直線接點 2267"/>
              <p:cNvCxnSpPr/>
              <p:nvPr/>
            </p:nvCxnSpPr>
            <p:spPr>
              <a:xfrm>
                <a:off x="8478556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9" name="直線接點 2268"/>
              <p:cNvCxnSpPr/>
              <p:nvPr/>
            </p:nvCxnSpPr>
            <p:spPr>
              <a:xfrm>
                <a:off x="8518802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0" name="直線接點 2269"/>
              <p:cNvCxnSpPr/>
              <p:nvPr/>
            </p:nvCxnSpPr>
            <p:spPr>
              <a:xfrm>
                <a:off x="8559048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1" name="直線接點 2270"/>
              <p:cNvCxnSpPr/>
              <p:nvPr/>
            </p:nvCxnSpPr>
            <p:spPr>
              <a:xfrm>
                <a:off x="8599291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2" name="直線接點 2271"/>
              <p:cNvCxnSpPr/>
              <p:nvPr/>
            </p:nvCxnSpPr>
            <p:spPr>
              <a:xfrm>
                <a:off x="8639537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3" name="直線接點 2272"/>
              <p:cNvCxnSpPr/>
              <p:nvPr/>
            </p:nvCxnSpPr>
            <p:spPr>
              <a:xfrm>
                <a:off x="8679784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67" name="群組 566"/>
            <p:cNvGrpSpPr/>
            <p:nvPr/>
          </p:nvGrpSpPr>
          <p:grpSpPr>
            <a:xfrm>
              <a:off x="8136193" y="5000978"/>
              <a:ext cx="281717" cy="83704"/>
              <a:chOff x="8400565" y="3029365"/>
              <a:chExt cx="281717" cy="83704"/>
            </a:xfrm>
          </p:grpSpPr>
          <p:cxnSp>
            <p:nvCxnSpPr>
              <p:cNvPr id="568" name="直線接點 567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直線接點 568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直線接點 569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" name="直線接點 570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" name="直線接點 571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" name="直線接點 572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直線接點 573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" name="直線接點 574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4" name="直線接點 2243"/>
              <p:cNvCxnSpPr/>
              <p:nvPr/>
            </p:nvCxnSpPr>
            <p:spPr>
              <a:xfrm>
                <a:off x="8481054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5" name="直線接點 2244"/>
              <p:cNvCxnSpPr/>
              <p:nvPr/>
            </p:nvCxnSpPr>
            <p:spPr>
              <a:xfrm>
                <a:off x="8521300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6" name="直線接點 2245"/>
              <p:cNvCxnSpPr/>
              <p:nvPr/>
            </p:nvCxnSpPr>
            <p:spPr>
              <a:xfrm>
                <a:off x="8561545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7" name="直線接點 2246"/>
              <p:cNvCxnSpPr/>
              <p:nvPr/>
            </p:nvCxnSpPr>
            <p:spPr>
              <a:xfrm>
                <a:off x="8601789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8" name="直線接點 2247"/>
              <p:cNvCxnSpPr/>
              <p:nvPr/>
            </p:nvCxnSpPr>
            <p:spPr>
              <a:xfrm>
                <a:off x="8642035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9" name="直線接點 2248"/>
              <p:cNvCxnSpPr/>
              <p:nvPr/>
            </p:nvCxnSpPr>
            <p:spPr>
              <a:xfrm>
                <a:off x="8682282" y="3029367"/>
                <a:ext cx="0" cy="83702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4" name="直線接點 2273"/>
              <p:cNvCxnSpPr/>
              <p:nvPr/>
            </p:nvCxnSpPr>
            <p:spPr>
              <a:xfrm>
                <a:off x="8478557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5" name="直線接點 2274"/>
              <p:cNvCxnSpPr/>
              <p:nvPr/>
            </p:nvCxnSpPr>
            <p:spPr>
              <a:xfrm>
                <a:off x="8518802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6" name="直線接點 2275"/>
              <p:cNvCxnSpPr/>
              <p:nvPr/>
            </p:nvCxnSpPr>
            <p:spPr>
              <a:xfrm>
                <a:off x="8559048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7" name="直線接點 2276"/>
              <p:cNvCxnSpPr/>
              <p:nvPr/>
            </p:nvCxnSpPr>
            <p:spPr>
              <a:xfrm>
                <a:off x="8599291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8" name="直線接點 2277"/>
              <p:cNvCxnSpPr/>
              <p:nvPr/>
            </p:nvCxnSpPr>
            <p:spPr>
              <a:xfrm>
                <a:off x="8639537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9" name="直線接點 2278"/>
              <p:cNvCxnSpPr/>
              <p:nvPr/>
            </p:nvCxnSpPr>
            <p:spPr>
              <a:xfrm>
                <a:off x="8679784" y="3029365"/>
                <a:ext cx="0" cy="83702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15" name="群組 514"/>
          <p:cNvGrpSpPr/>
          <p:nvPr/>
        </p:nvGrpSpPr>
        <p:grpSpPr>
          <a:xfrm>
            <a:off x="8610726" y="3352125"/>
            <a:ext cx="1324729" cy="542910"/>
            <a:chOff x="8157771" y="4317246"/>
            <a:chExt cx="2397658" cy="982626"/>
          </a:xfrm>
        </p:grpSpPr>
        <p:grpSp>
          <p:nvGrpSpPr>
            <p:cNvPr id="397" name="群組 396"/>
            <p:cNvGrpSpPr/>
            <p:nvPr/>
          </p:nvGrpSpPr>
          <p:grpSpPr>
            <a:xfrm>
              <a:off x="8157771" y="4321460"/>
              <a:ext cx="1205566" cy="978412"/>
              <a:chOff x="8157771" y="3275552"/>
              <a:chExt cx="1205566" cy="978412"/>
            </a:xfrm>
          </p:grpSpPr>
          <p:grpSp>
            <p:nvGrpSpPr>
              <p:cNvPr id="398" name="群組 397"/>
              <p:cNvGrpSpPr/>
              <p:nvPr/>
            </p:nvGrpSpPr>
            <p:grpSpPr>
              <a:xfrm>
                <a:off x="8157771" y="3276887"/>
                <a:ext cx="608812" cy="976709"/>
                <a:chOff x="7413476" y="3280360"/>
                <a:chExt cx="608812" cy="976709"/>
              </a:xfrm>
            </p:grpSpPr>
            <p:grpSp>
              <p:nvGrpSpPr>
                <p:cNvPr id="428" name="群組 427"/>
                <p:cNvGrpSpPr/>
                <p:nvPr/>
              </p:nvGrpSpPr>
              <p:grpSpPr>
                <a:xfrm>
                  <a:off x="7413476" y="3280360"/>
                  <a:ext cx="608812" cy="497924"/>
                  <a:chOff x="7287413" y="2593856"/>
                  <a:chExt cx="608812" cy="497924"/>
                </a:xfrm>
              </p:grpSpPr>
              <p:sp>
                <p:nvSpPr>
                  <p:cNvPr id="443" name="圓角矩形 442"/>
                  <p:cNvSpPr/>
                  <p:nvPr/>
                </p:nvSpPr>
                <p:spPr>
                  <a:xfrm>
                    <a:off x="7287413" y="2593856"/>
                    <a:ext cx="608812" cy="497924"/>
                  </a:xfrm>
                  <a:prstGeom prst="roundRect">
                    <a:avLst>
                      <a:gd name="adj" fmla="val 194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44" name="圓角矩形 443"/>
                  <p:cNvSpPr/>
                  <p:nvPr/>
                </p:nvSpPr>
                <p:spPr>
                  <a:xfrm>
                    <a:off x="7344592" y="2746024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45" name="圓角矩形 444"/>
                  <p:cNvSpPr/>
                  <p:nvPr/>
                </p:nvSpPr>
                <p:spPr>
                  <a:xfrm>
                    <a:off x="7476751" y="2676824"/>
                    <a:ext cx="225402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46" name="圓角矩形 445"/>
                  <p:cNvSpPr/>
                  <p:nvPr/>
                </p:nvSpPr>
                <p:spPr>
                  <a:xfrm>
                    <a:off x="7715067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47" name="圓角矩形 446"/>
                  <p:cNvSpPr/>
                  <p:nvPr/>
                </p:nvSpPr>
                <p:spPr>
                  <a:xfrm>
                    <a:off x="7310553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448" name="直線接點 447"/>
                  <p:cNvCxnSpPr/>
                  <p:nvPr/>
                </p:nvCxnSpPr>
                <p:spPr>
                  <a:xfrm>
                    <a:off x="7448847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9" name="直線接點 448"/>
                  <p:cNvCxnSpPr/>
                  <p:nvPr/>
                </p:nvCxnSpPr>
                <p:spPr>
                  <a:xfrm>
                    <a:off x="7489092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0" name="直線接點 449"/>
                  <p:cNvCxnSpPr/>
                  <p:nvPr/>
                </p:nvCxnSpPr>
                <p:spPr>
                  <a:xfrm>
                    <a:off x="752933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1" name="直線接點 450"/>
                  <p:cNvCxnSpPr/>
                  <p:nvPr/>
                </p:nvCxnSpPr>
                <p:spPr>
                  <a:xfrm>
                    <a:off x="756958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2" name="直線接點 451"/>
                  <p:cNvCxnSpPr/>
                  <p:nvPr/>
                </p:nvCxnSpPr>
                <p:spPr>
                  <a:xfrm>
                    <a:off x="760982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3" name="直線接點 452"/>
                  <p:cNvCxnSpPr/>
                  <p:nvPr/>
                </p:nvCxnSpPr>
                <p:spPr>
                  <a:xfrm>
                    <a:off x="765007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4" name="直線接點 453"/>
                  <p:cNvCxnSpPr/>
                  <p:nvPr/>
                </p:nvCxnSpPr>
                <p:spPr>
                  <a:xfrm>
                    <a:off x="769031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5" name="直線接點 454"/>
                  <p:cNvCxnSpPr/>
                  <p:nvPr/>
                </p:nvCxnSpPr>
                <p:spPr>
                  <a:xfrm>
                    <a:off x="7730564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29" name="群組 428"/>
                <p:cNvGrpSpPr/>
                <p:nvPr/>
              </p:nvGrpSpPr>
              <p:grpSpPr>
                <a:xfrm rot="10800000">
                  <a:off x="7413476" y="3759145"/>
                  <a:ext cx="608812" cy="497924"/>
                  <a:chOff x="7287413" y="2593856"/>
                  <a:chExt cx="608812" cy="497924"/>
                </a:xfrm>
              </p:grpSpPr>
              <p:sp>
                <p:nvSpPr>
                  <p:cNvPr id="430" name="圓角矩形 429"/>
                  <p:cNvSpPr/>
                  <p:nvPr/>
                </p:nvSpPr>
                <p:spPr>
                  <a:xfrm>
                    <a:off x="7287413" y="2593856"/>
                    <a:ext cx="608812" cy="497924"/>
                  </a:xfrm>
                  <a:prstGeom prst="roundRect">
                    <a:avLst>
                      <a:gd name="adj" fmla="val 194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31" name="圓角矩形 430"/>
                  <p:cNvSpPr/>
                  <p:nvPr/>
                </p:nvSpPr>
                <p:spPr>
                  <a:xfrm>
                    <a:off x="7344592" y="2746024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32" name="圓角矩形 431"/>
                  <p:cNvSpPr/>
                  <p:nvPr/>
                </p:nvSpPr>
                <p:spPr>
                  <a:xfrm>
                    <a:off x="7476751" y="2676824"/>
                    <a:ext cx="225402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33" name="圓角矩形 432"/>
                  <p:cNvSpPr/>
                  <p:nvPr/>
                </p:nvSpPr>
                <p:spPr>
                  <a:xfrm>
                    <a:off x="7715067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34" name="圓角矩形 433"/>
                  <p:cNvSpPr/>
                  <p:nvPr/>
                </p:nvSpPr>
                <p:spPr>
                  <a:xfrm>
                    <a:off x="7310553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435" name="直線接點 434"/>
                  <p:cNvCxnSpPr/>
                  <p:nvPr/>
                </p:nvCxnSpPr>
                <p:spPr>
                  <a:xfrm>
                    <a:off x="7448847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6" name="直線接點 435"/>
                  <p:cNvCxnSpPr/>
                  <p:nvPr/>
                </p:nvCxnSpPr>
                <p:spPr>
                  <a:xfrm>
                    <a:off x="7489092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7" name="直線接點 436"/>
                  <p:cNvCxnSpPr/>
                  <p:nvPr/>
                </p:nvCxnSpPr>
                <p:spPr>
                  <a:xfrm>
                    <a:off x="752933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8" name="直線接點 437"/>
                  <p:cNvCxnSpPr/>
                  <p:nvPr/>
                </p:nvCxnSpPr>
                <p:spPr>
                  <a:xfrm>
                    <a:off x="756958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9" name="直線接點 438"/>
                  <p:cNvCxnSpPr/>
                  <p:nvPr/>
                </p:nvCxnSpPr>
                <p:spPr>
                  <a:xfrm>
                    <a:off x="760982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0" name="直線接點 439"/>
                  <p:cNvCxnSpPr/>
                  <p:nvPr/>
                </p:nvCxnSpPr>
                <p:spPr>
                  <a:xfrm>
                    <a:off x="765007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1" name="直線接點 440"/>
                  <p:cNvCxnSpPr/>
                  <p:nvPr/>
                </p:nvCxnSpPr>
                <p:spPr>
                  <a:xfrm>
                    <a:off x="769031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2" name="直線接點 441"/>
                  <p:cNvCxnSpPr/>
                  <p:nvPr/>
                </p:nvCxnSpPr>
                <p:spPr>
                  <a:xfrm>
                    <a:off x="7730564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399" name="群組 398"/>
              <p:cNvGrpSpPr/>
              <p:nvPr/>
            </p:nvGrpSpPr>
            <p:grpSpPr>
              <a:xfrm>
                <a:off x="8746436" y="3275552"/>
                <a:ext cx="616901" cy="978412"/>
                <a:chOff x="7405387" y="3280360"/>
                <a:chExt cx="616901" cy="978412"/>
              </a:xfrm>
            </p:grpSpPr>
            <p:grpSp>
              <p:nvGrpSpPr>
                <p:cNvPr id="400" name="群組 399"/>
                <p:cNvGrpSpPr/>
                <p:nvPr/>
              </p:nvGrpSpPr>
              <p:grpSpPr>
                <a:xfrm>
                  <a:off x="7413476" y="3280360"/>
                  <a:ext cx="608812" cy="497924"/>
                  <a:chOff x="7287413" y="2593856"/>
                  <a:chExt cx="608812" cy="497924"/>
                </a:xfrm>
              </p:grpSpPr>
              <p:sp>
                <p:nvSpPr>
                  <p:cNvPr id="415" name="圓角矩形 414"/>
                  <p:cNvSpPr/>
                  <p:nvPr/>
                </p:nvSpPr>
                <p:spPr>
                  <a:xfrm>
                    <a:off x="7287413" y="2593856"/>
                    <a:ext cx="608812" cy="497924"/>
                  </a:xfrm>
                  <a:prstGeom prst="roundRect">
                    <a:avLst>
                      <a:gd name="adj" fmla="val 194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16" name="圓角矩形 415"/>
                  <p:cNvSpPr/>
                  <p:nvPr/>
                </p:nvSpPr>
                <p:spPr>
                  <a:xfrm>
                    <a:off x="7344592" y="2746024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17" name="圓角矩形 416"/>
                  <p:cNvSpPr/>
                  <p:nvPr/>
                </p:nvSpPr>
                <p:spPr>
                  <a:xfrm>
                    <a:off x="7476751" y="2676824"/>
                    <a:ext cx="225402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18" name="圓角矩形 417"/>
                  <p:cNvSpPr/>
                  <p:nvPr/>
                </p:nvSpPr>
                <p:spPr>
                  <a:xfrm>
                    <a:off x="7715067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19" name="圓角矩形 418"/>
                  <p:cNvSpPr/>
                  <p:nvPr/>
                </p:nvSpPr>
                <p:spPr>
                  <a:xfrm>
                    <a:off x="7315316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420" name="直線接點 419"/>
                  <p:cNvCxnSpPr/>
                  <p:nvPr/>
                </p:nvCxnSpPr>
                <p:spPr>
                  <a:xfrm>
                    <a:off x="7448847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1" name="直線接點 420"/>
                  <p:cNvCxnSpPr/>
                  <p:nvPr/>
                </p:nvCxnSpPr>
                <p:spPr>
                  <a:xfrm>
                    <a:off x="7489092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2" name="直線接點 421"/>
                  <p:cNvCxnSpPr/>
                  <p:nvPr/>
                </p:nvCxnSpPr>
                <p:spPr>
                  <a:xfrm>
                    <a:off x="752933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3" name="直線接點 422"/>
                  <p:cNvCxnSpPr/>
                  <p:nvPr/>
                </p:nvCxnSpPr>
                <p:spPr>
                  <a:xfrm>
                    <a:off x="756958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4" name="直線接點 423"/>
                  <p:cNvCxnSpPr/>
                  <p:nvPr/>
                </p:nvCxnSpPr>
                <p:spPr>
                  <a:xfrm>
                    <a:off x="760982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5" name="直線接點 424"/>
                  <p:cNvCxnSpPr/>
                  <p:nvPr/>
                </p:nvCxnSpPr>
                <p:spPr>
                  <a:xfrm>
                    <a:off x="765007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6" name="直線接點 425"/>
                  <p:cNvCxnSpPr/>
                  <p:nvPr/>
                </p:nvCxnSpPr>
                <p:spPr>
                  <a:xfrm>
                    <a:off x="769031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7" name="直線接點 426"/>
                  <p:cNvCxnSpPr/>
                  <p:nvPr/>
                </p:nvCxnSpPr>
                <p:spPr>
                  <a:xfrm>
                    <a:off x="7730564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01" name="群組 400"/>
                <p:cNvGrpSpPr/>
                <p:nvPr/>
              </p:nvGrpSpPr>
              <p:grpSpPr>
                <a:xfrm rot="10800000">
                  <a:off x="7405387" y="3759145"/>
                  <a:ext cx="616901" cy="499627"/>
                  <a:chOff x="7287413" y="2592153"/>
                  <a:chExt cx="616901" cy="499627"/>
                </a:xfrm>
              </p:grpSpPr>
              <p:sp>
                <p:nvSpPr>
                  <p:cNvPr id="402" name="圓角矩形 401"/>
                  <p:cNvSpPr/>
                  <p:nvPr/>
                </p:nvSpPr>
                <p:spPr>
                  <a:xfrm>
                    <a:off x="7287413" y="2593856"/>
                    <a:ext cx="608812" cy="497924"/>
                  </a:xfrm>
                  <a:prstGeom prst="roundRect">
                    <a:avLst>
                      <a:gd name="adj" fmla="val 194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03" name="圓角矩形 402"/>
                  <p:cNvSpPr/>
                  <p:nvPr/>
                </p:nvSpPr>
                <p:spPr>
                  <a:xfrm>
                    <a:off x="7344592" y="2746024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04" name="圓角矩形 403"/>
                  <p:cNvSpPr/>
                  <p:nvPr/>
                </p:nvSpPr>
                <p:spPr>
                  <a:xfrm>
                    <a:off x="7476751" y="2676824"/>
                    <a:ext cx="225402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05" name="圓角矩形 404"/>
                  <p:cNvSpPr/>
                  <p:nvPr/>
                </p:nvSpPr>
                <p:spPr>
                  <a:xfrm>
                    <a:off x="7715067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06" name="圓角矩形 405"/>
                  <p:cNvSpPr/>
                  <p:nvPr/>
                </p:nvSpPr>
                <p:spPr>
                  <a:xfrm>
                    <a:off x="7315316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407" name="直線接點 406"/>
                  <p:cNvCxnSpPr/>
                  <p:nvPr/>
                </p:nvCxnSpPr>
                <p:spPr>
                  <a:xfrm>
                    <a:off x="7448847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8" name="直線接點 407"/>
                  <p:cNvCxnSpPr/>
                  <p:nvPr/>
                </p:nvCxnSpPr>
                <p:spPr>
                  <a:xfrm>
                    <a:off x="7489092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9" name="直線接點 408"/>
                  <p:cNvCxnSpPr/>
                  <p:nvPr/>
                </p:nvCxnSpPr>
                <p:spPr>
                  <a:xfrm>
                    <a:off x="752933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0" name="直線接點 409"/>
                  <p:cNvCxnSpPr/>
                  <p:nvPr/>
                </p:nvCxnSpPr>
                <p:spPr>
                  <a:xfrm>
                    <a:off x="756958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1" name="直線接點 410"/>
                  <p:cNvCxnSpPr/>
                  <p:nvPr/>
                </p:nvCxnSpPr>
                <p:spPr>
                  <a:xfrm>
                    <a:off x="760982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2" name="直線接點 411"/>
                  <p:cNvCxnSpPr/>
                  <p:nvPr/>
                </p:nvCxnSpPr>
                <p:spPr>
                  <a:xfrm>
                    <a:off x="765007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3" name="直線接點 412"/>
                  <p:cNvCxnSpPr/>
                  <p:nvPr/>
                </p:nvCxnSpPr>
                <p:spPr>
                  <a:xfrm>
                    <a:off x="769031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4" name="直線接點 413"/>
                  <p:cNvCxnSpPr/>
                  <p:nvPr/>
                </p:nvCxnSpPr>
                <p:spPr>
                  <a:xfrm>
                    <a:off x="7730564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88" name="圓角矩形 2387"/>
                  <p:cNvSpPr/>
                  <p:nvPr/>
                </p:nvSpPr>
                <p:spPr>
                  <a:xfrm>
                    <a:off x="7295502" y="2592153"/>
                    <a:ext cx="608812" cy="497924"/>
                  </a:xfrm>
                  <a:prstGeom prst="roundRect">
                    <a:avLst>
                      <a:gd name="adj" fmla="val 194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2389" name="圓角矩形 2388"/>
                  <p:cNvSpPr/>
                  <p:nvPr/>
                </p:nvSpPr>
                <p:spPr>
                  <a:xfrm>
                    <a:off x="7352681" y="2744320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2390" name="圓角矩形 2389"/>
                  <p:cNvSpPr/>
                  <p:nvPr/>
                </p:nvSpPr>
                <p:spPr>
                  <a:xfrm>
                    <a:off x="7484839" y="2675120"/>
                    <a:ext cx="225402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</p:grpSp>
          </p:grpSp>
        </p:grpSp>
        <p:grpSp>
          <p:nvGrpSpPr>
            <p:cNvPr id="456" name="群組 455"/>
            <p:cNvGrpSpPr/>
            <p:nvPr/>
          </p:nvGrpSpPr>
          <p:grpSpPr>
            <a:xfrm>
              <a:off x="9349863" y="4317246"/>
              <a:ext cx="1205566" cy="978044"/>
              <a:chOff x="8157771" y="3275552"/>
              <a:chExt cx="1205566" cy="978044"/>
            </a:xfrm>
          </p:grpSpPr>
          <p:grpSp>
            <p:nvGrpSpPr>
              <p:cNvPr id="457" name="群組 456"/>
              <p:cNvGrpSpPr/>
              <p:nvPr/>
            </p:nvGrpSpPr>
            <p:grpSpPr>
              <a:xfrm>
                <a:off x="8157771" y="3276887"/>
                <a:ext cx="608812" cy="976709"/>
                <a:chOff x="7413476" y="3280360"/>
                <a:chExt cx="608812" cy="976709"/>
              </a:xfrm>
            </p:grpSpPr>
            <p:grpSp>
              <p:nvGrpSpPr>
                <p:cNvPr id="487" name="群組 486"/>
                <p:cNvGrpSpPr/>
                <p:nvPr/>
              </p:nvGrpSpPr>
              <p:grpSpPr>
                <a:xfrm>
                  <a:off x="7413476" y="3280360"/>
                  <a:ext cx="608812" cy="497924"/>
                  <a:chOff x="7287413" y="2593856"/>
                  <a:chExt cx="608812" cy="497924"/>
                </a:xfrm>
              </p:grpSpPr>
              <p:sp>
                <p:nvSpPr>
                  <p:cNvPr id="502" name="圓角矩形 501"/>
                  <p:cNvSpPr/>
                  <p:nvPr/>
                </p:nvSpPr>
                <p:spPr>
                  <a:xfrm>
                    <a:off x="7287413" y="2593856"/>
                    <a:ext cx="608812" cy="497924"/>
                  </a:xfrm>
                  <a:prstGeom prst="roundRect">
                    <a:avLst>
                      <a:gd name="adj" fmla="val 194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503" name="圓角矩形 502"/>
                  <p:cNvSpPr/>
                  <p:nvPr/>
                </p:nvSpPr>
                <p:spPr>
                  <a:xfrm>
                    <a:off x="7344592" y="2746024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504" name="圓角矩形 503"/>
                  <p:cNvSpPr/>
                  <p:nvPr/>
                </p:nvSpPr>
                <p:spPr>
                  <a:xfrm>
                    <a:off x="7476751" y="2676824"/>
                    <a:ext cx="225402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505" name="圓角矩形 504"/>
                  <p:cNvSpPr/>
                  <p:nvPr/>
                </p:nvSpPr>
                <p:spPr>
                  <a:xfrm>
                    <a:off x="7715067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506" name="圓角矩形 505"/>
                  <p:cNvSpPr/>
                  <p:nvPr/>
                </p:nvSpPr>
                <p:spPr>
                  <a:xfrm>
                    <a:off x="7310553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507" name="直線接點 506"/>
                  <p:cNvCxnSpPr/>
                  <p:nvPr/>
                </p:nvCxnSpPr>
                <p:spPr>
                  <a:xfrm>
                    <a:off x="7448847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8" name="直線接點 507"/>
                  <p:cNvCxnSpPr/>
                  <p:nvPr/>
                </p:nvCxnSpPr>
                <p:spPr>
                  <a:xfrm>
                    <a:off x="7489092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9" name="直線接點 508"/>
                  <p:cNvCxnSpPr/>
                  <p:nvPr/>
                </p:nvCxnSpPr>
                <p:spPr>
                  <a:xfrm>
                    <a:off x="752933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0" name="直線接點 509"/>
                  <p:cNvCxnSpPr/>
                  <p:nvPr/>
                </p:nvCxnSpPr>
                <p:spPr>
                  <a:xfrm>
                    <a:off x="756958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1" name="直線接點 510"/>
                  <p:cNvCxnSpPr/>
                  <p:nvPr/>
                </p:nvCxnSpPr>
                <p:spPr>
                  <a:xfrm>
                    <a:off x="760982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2" name="直線接點 511"/>
                  <p:cNvCxnSpPr/>
                  <p:nvPr/>
                </p:nvCxnSpPr>
                <p:spPr>
                  <a:xfrm>
                    <a:off x="765007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3" name="直線接點 512"/>
                  <p:cNvCxnSpPr/>
                  <p:nvPr/>
                </p:nvCxnSpPr>
                <p:spPr>
                  <a:xfrm>
                    <a:off x="769031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4" name="直線接點 513"/>
                  <p:cNvCxnSpPr/>
                  <p:nvPr/>
                </p:nvCxnSpPr>
                <p:spPr>
                  <a:xfrm>
                    <a:off x="7730564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88" name="群組 487"/>
                <p:cNvGrpSpPr/>
                <p:nvPr/>
              </p:nvGrpSpPr>
              <p:grpSpPr>
                <a:xfrm rot="10800000">
                  <a:off x="7413476" y="3759145"/>
                  <a:ext cx="608812" cy="497924"/>
                  <a:chOff x="7287413" y="2593856"/>
                  <a:chExt cx="608812" cy="497924"/>
                </a:xfrm>
              </p:grpSpPr>
              <p:sp>
                <p:nvSpPr>
                  <p:cNvPr id="489" name="圓角矩形 488"/>
                  <p:cNvSpPr/>
                  <p:nvPr/>
                </p:nvSpPr>
                <p:spPr>
                  <a:xfrm>
                    <a:off x="7287413" y="2593856"/>
                    <a:ext cx="608812" cy="497924"/>
                  </a:xfrm>
                  <a:prstGeom prst="roundRect">
                    <a:avLst>
                      <a:gd name="adj" fmla="val 194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90" name="圓角矩形 489"/>
                  <p:cNvSpPr/>
                  <p:nvPr/>
                </p:nvSpPr>
                <p:spPr>
                  <a:xfrm>
                    <a:off x="7344592" y="2746024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91" name="圓角矩形 490"/>
                  <p:cNvSpPr/>
                  <p:nvPr/>
                </p:nvSpPr>
                <p:spPr>
                  <a:xfrm>
                    <a:off x="7476751" y="2676824"/>
                    <a:ext cx="225402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92" name="圓角矩形 491"/>
                  <p:cNvSpPr/>
                  <p:nvPr/>
                </p:nvSpPr>
                <p:spPr>
                  <a:xfrm>
                    <a:off x="7715067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93" name="圓角矩形 492"/>
                  <p:cNvSpPr/>
                  <p:nvPr/>
                </p:nvSpPr>
                <p:spPr>
                  <a:xfrm>
                    <a:off x="7310553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494" name="直線接點 493"/>
                  <p:cNvCxnSpPr/>
                  <p:nvPr/>
                </p:nvCxnSpPr>
                <p:spPr>
                  <a:xfrm>
                    <a:off x="7448847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5" name="直線接點 494"/>
                  <p:cNvCxnSpPr/>
                  <p:nvPr/>
                </p:nvCxnSpPr>
                <p:spPr>
                  <a:xfrm>
                    <a:off x="7489092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6" name="直線接點 495"/>
                  <p:cNvCxnSpPr/>
                  <p:nvPr/>
                </p:nvCxnSpPr>
                <p:spPr>
                  <a:xfrm>
                    <a:off x="752933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7" name="直線接點 496"/>
                  <p:cNvCxnSpPr/>
                  <p:nvPr/>
                </p:nvCxnSpPr>
                <p:spPr>
                  <a:xfrm>
                    <a:off x="756958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8" name="直線接點 497"/>
                  <p:cNvCxnSpPr/>
                  <p:nvPr/>
                </p:nvCxnSpPr>
                <p:spPr>
                  <a:xfrm>
                    <a:off x="760982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9" name="直線接點 498"/>
                  <p:cNvCxnSpPr/>
                  <p:nvPr/>
                </p:nvCxnSpPr>
                <p:spPr>
                  <a:xfrm>
                    <a:off x="765007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0" name="直線接點 499"/>
                  <p:cNvCxnSpPr/>
                  <p:nvPr/>
                </p:nvCxnSpPr>
                <p:spPr>
                  <a:xfrm>
                    <a:off x="769031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1" name="直線接點 500"/>
                  <p:cNvCxnSpPr/>
                  <p:nvPr/>
                </p:nvCxnSpPr>
                <p:spPr>
                  <a:xfrm>
                    <a:off x="7730564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458" name="群組 457"/>
              <p:cNvGrpSpPr/>
              <p:nvPr/>
            </p:nvGrpSpPr>
            <p:grpSpPr>
              <a:xfrm>
                <a:off x="8754525" y="3275552"/>
                <a:ext cx="608812" cy="976709"/>
                <a:chOff x="7413476" y="3280360"/>
                <a:chExt cx="608812" cy="976709"/>
              </a:xfrm>
            </p:grpSpPr>
            <p:grpSp>
              <p:nvGrpSpPr>
                <p:cNvPr id="459" name="群組 458"/>
                <p:cNvGrpSpPr/>
                <p:nvPr/>
              </p:nvGrpSpPr>
              <p:grpSpPr>
                <a:xfrm>
                  <a:off x="7413476" y="3280360"/>
                  <a:ext cx="608812" cy="497924"/>
                  <a:chOff x="7287413" y="2593856"/>
                  <a:chExt cx="608812" cy="497924"/>
                </a:xfrm>
              </p:grpSpPr>
              <p:sp>
                <p:nvSpPr>
                  <p:cNvPr id="474" name="圓角矩形 473"/>
                  <p:cNvSpPr/>
                  <p:nvPr/>
                </p:nvSpPr>
                <p:spPr>
                  <a:xfrm>
                    <a:off x="7287413" y="2593856"/>
                    <a:ext cx="608812" cy="497924"/>
                  </a:xfrm>
                  <a:prstGeom prst="roundRect">
                    <a:avLst>
                      <a:gd name="adj" fmla="val 194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75" name="圓角矩形 474"/>
                  <p:cNvSpPr/>
                  <p:nvPr/>
                </p:nvSpPr>
                <p:spPr>
                  <a:xfrm>
                    <a:off x="7344592" y="2746024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76" name="圓角矩形 475"/>
                  <p:cNvSpPr/>
                  <p:nvPr/>
                </p:nvSpPr>
                <p:spPr>
                  <a:xfrm>
                    <a:off x="7476751" y="2676824"/>
                    <a:ext cx="225402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77" name="圓角矩形 476"/>
                  <p:cNvSpPr/>
                  <p:nvPr/>
                </p:nvSpPr>
                <p:spPr>
                  <a:xfrm>
                    <a:off x="7715067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78" name="圓角矩形 477"/>
                  <p:cNvSpPr/>
                  <p:nvPr/>
                </p:nvSpPr>
                <p:spPr>
                  <a:xfrm>
                    <a:off x="7315316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479" name="直線接點 478"/>
                  <p:cNvCxnSpPr/>
                  <p:nvPr/>
                </p:nvCxnSpPr>
                <p:spPr>
                  <a:xfrm>
                    <a:off x="7448847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0" name="直線接點 479"/>
                  <p:cNvCxnSpPr/>
                  <p:nvPr/>
                </p:nvCxnSpPr>
                <p:spPr>
                  <a:xfrm>
                    <a:off x="7489092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1" name="直線接點 480"/>
                  <p:cNvCxnSpPr/>
                  <p:nvPr/>
                </p:nvCxnSpPr>
                <p:spPr>
                  <a:xfrm>
                    <a:off x="752933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2" name="直線接點 481"/>
                  <p:cNvCxnSpPr/>
                  <p:nvPr/>
                </p:nvCxnSpPr>
                <p:spPr>
                  <a:xfrm>
                    <a:off x="756958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3" name="直線接點 482"/>
                  <p:cNvCxnSpPr/>
                  <p:nvPr/>
                </p:nvCxnSpPr>
                <p:spPr>
                  <a:xfrm>
                    <a:off x="760982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4" name="直線接點 483"/>
                  <p:cNvCxnSpPr/>
                  <p:nvPr/>
                </p:nvCxnSpPr>
                <p:spPr>
                  <a:xfrm>
                    <a:off x="765007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5" name="直線接點 484"/>
                  <p:cNvCxnSpPr/>
                  <p:nvPr/>
                </p:nvCxnSpPr>
                <p:spPr>
                  <a:xfrm>
                    <a:off x="769031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6" name="直線接點 485"/>
                  <p:cNvCxnSpPr/>
                  <p:nvPr/>
                </p:nvCxnSpPr>
                <p:spPr>
                  <a:xfrm>
                    <a:off x="7730564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0" name="群組 459"/>
                <p:cNvGrpSpPr/>
                <p:nvPr/>
              </p:nvGrpSpPr>
              <p:grpSpPr>
                <a:xfrm rot="10800000">
                  <a:off x="7413476" y="3759145"/>
                  <a:ext cx="608812" cy="497924"/>
                  <a:chOff x="7287413" y="2593856"/>
                  <a:chExt cx="608812" cy="497924"/>
                </a:xfrm>
              </p:grpSpPr>
              <p:sp>
                <p:nvSpPr>
                  <p:cNvPr id="461" name="圓角矩形 460"/>
                  <p:cNvSpPr/>
                  <p:nvPr/>
                </p:nvSpPr>
                <p:spPr>
                  <a:xfrm>
                    <a:off x="7287413" y="2593856"/>
                    <a:ext cx="608812" cy="497924"/>
                  </a:xfrm>
                  <a:prstGeom prst="roundRect">
                    <a:avLst>
                      <a:gd name="adj" fmla="val 1946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62" name="圓角矩形 461"/>
                  <p:cNvSpPr/>
                  <p:nvPr/>
                </p:nvSpPr>
                <p:spPr>
                  <a:xfrm>
                    <a:off x="7344592" y="2746024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63" name="圓角矩形 462"/>
                  <p:cNvSpPr/>
                  <p:nvPr/>
                </p:nvSpPr>
                <p:spPr>
                  <a:xfrm>
                    <a:off x="7476751" y="2676824"/>
                    <a:ext cx="225402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64" name="圓角矩形 463"/>
                  <p:cNvSpPr/>
                  <p:nvPr/>
                </p:nvSpPr>
                <p:spPr>
                  <a:xfrm>
                    <a:off x="7715067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465" name="圓角矩形 464"/>
                  <p:cNvSpPr/>
                  <p:nvPr/>
                </p:nvSpPr>
                <p:spPr>
                  <a:xfrm>
                    <a:off x="7315316" y="2618837"/>
                    <a:ext cx="143058" cy="83088"/>
                  </a:xfrm>
                  <a:prstGeom prst="roundRect">
                    <a:avLst/>
                  </a:prstGeom>
                  <a:solidFill>
                    <a:srgbClr val="548235"/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466" name="直線接點 465"/>
                  <p:cNvCxnSpPr/>
                  <p:nvPr/>
                </p:nvCxnSpPr>
                <p:spPr>
                  <a:xfrm>
                    <a:off x="7448847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7" name="直線接點 466"/>
                  <p:cNvCxnSpPr/>
                  <p:nvPr/>
                </p:nvCxnSpPr>
                <p:spPr>
                  <a:xfrm>
                    <a:off x="7489092" y="2981455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8" name="直線接點 467"/>
                  <p:cNvCxnSpPr/>
                  <p:nvPr/>
                </p:nvCxnSpPr>
                <p:spPr>
                  <a:xfrm>
                    <a:off x="752933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9" name="直線接點 468"/>
                  <p:cNvCxnSpPr/>
                  <p:nvPr/>
                </p:nvCxnSpPr>
                <p:spPr>
                  <a:xfrm>
                    <a:off x="756958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0" name="直線接點 469"/>
                  <p:cNvCxnSpPr/>
                  <p:nvPr/>
                </p:nvCxnSpPr>
                <p:spPr>
                  <a:xfrm>
                    <a:off x="760982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1" name="直線接點 470"/>
                  <p:cNvCxnSpPr/>
                  <p:nvPr/>
                </p:nvCxnSpPr>
                <p:spPr>
                  <a:xfrm>
                    <a:off x="7650072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2" name="直線接點 471"/>
                  <p:cNvCxnSpPr/>
                  <p:nvPr/>
                </p:nvCxnSpPr>
                <p:spPr>
                  <a:xfrm>
                    <a:off x="7690317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3" name="直線接點 472"/>
                  <p:cNvCxnSpPr/>
                  <p:nvPr/>
                </p:nvCxnSpPr>
                <p:spPr>
                  <a:xfrm>
                    <a:off x="7730564" y="2981454"/>
                    <a:ext cx="0" cy="83703"/>
                  </a:xfrm>
                  <a:prstGeom prst="line">
                    <a:avLst/>
                  </a:prstGeom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576" name="群組 575"/>
          <p:cNvGrpSpPr/>
          <p:nvPr/>
        </p:nvGrpSpPr>
        <p:grpSpPr>
          <a:xfrm>
            <a:off x="8697728" y="3566942"/>
            <a:ext cx="155651" cy="46247"/>
            <a:chOff x="8400565" y="3029365"/>
            <a:chExt cx="281717" cy="83704"/>
          </a:xfrm>
        </p:grpSpPr>
        <p:cxnSp>
          <p:nvCxnSpPr>
            <p:cNvPr id="577" name="直線接點 576"/>
            <p:cNvCxnSpPr/>
            <p:nvPr/>
          </p:nvCxnSpPr>
          <p:spPr>
            <a:xfrm>
              <a:off x="8400565" y="3029366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直線接點 577"/>
            <p:cNvCxnSpPr/>
            <p:nvPr/>
          </p:nvCxnSpPr>
          <p:spPr>
            <a:xfrm>
              <a:off x="8440810" y="3029366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直線接點 578"/>
            <p:cNvCxnSpPr/>
            <p:nvPr/>
          </p:nvCxnSpPr>
          <p:spPr>
            <a:xfrm>
              <a:off x="848105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直線接點 579"/>
            <p:cNvCxnSpPr/>
            <p:nvPr/>
          </p:nvCxnSpPr>
          <p:spPr>
            <a:xfrm>
              <a:off x="8521300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直線接點 580"/>
            <p:cNvCxnSpPr/>
            <p:nvPr/>
          </p:nvCxnSpPr>
          <p:spPr>
            <a:xfrm>
              <a:off x="856154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直線接點 581"/>
            <p:cNvCxnSpPr/>
            <p:nvPr/>
          </p:nvCxnSpPr>
          <p:spPr>
            <a:xfrm>
              <a:off x="8601790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直線接點 582"/>
            <p:cNvCxnSpPr/>
            <p:nvPr/>
          </p:nvCxnSpPr>
          <p:spPr>
            <a:xfrm>
              <a:off x="864203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直線接點 583"/>
            <p:cNvCxnSpPr/>
            <p:nvPr/>
          </p:nvCxnSpPr>
          <p:spPr>
            <a:xfrm>
              <a:off x="8682282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5" name="群組 584"/>
          <p:cNvGrpSpPr/>
          <p:nvPr/>
        </p:nvGrpSpPr>
        <p:grpSpPr>
          <a:xfrm>
            <a:off x="8697283" y="3640553"/>
            <a:ext cx="155651" cy="46247"/>
            <a:chOff x="8400565" y="3029365"/>
            <a:chExt cx="281717" cy="83704"/>
          </a:xfrm>
        </p:grpSpPr>
        <p:cxnSp>
          <p:nvCxnSpPr>
            <p:cNvPr id="586" name="直線接點 585"/>
            <p:cNvCxnSpPr/>
            <p:nvPr/>
          </p:nvCxnSpPr>
          <p:spPr>
            <a:xfrm>
              <a:off x="8400565" y="3029366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直線接點 586"/>
            <p:cNvCxnSpPr/>
            <p:nvPr/>
          </p:nvCxnSpPr>
          <p:spPr>
            <a:xfrm>
              <a:off x="8440810" y="3029366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直線接點 587"/>
            <p:cNvCxnSpPr/>
            <p:nvPr/>
          </p:nvCxnSpPr>
          <p:spPr>
            <a:xfrm>
              <a:off x="848105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直線接點 588"/>
            <p:cNvCxnSpPr/>
            <p:nvPr/>
          </p:nvCxnSpPr>
          <p:spPr>
            <a:xfrm>
              <a:off x="8521300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直線接點 589"/>
            <p:cNvCxnSpPr/>
            <p:nvPr/>
          </p:nvCxnSpPr>
          <p:spPr>
            <a:xfrm>
              <a:off x="856154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直線接點 590"/>
            <p:cNvCxnSpPr/>
            <p:nvPr/>
          </p:nvCxnSpPr>
          <p:spPr>
            <a:xfrm>
              <a:off x="8601790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直線接點 591"/>
            <p:cNvCxnSpPr/>
            <p:nvPr/>
          </p:nvCxnSpPr>
          <p:spPr>
            <a:xfrm>
              <a:off x="864203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直線接點 592"/>
            <p:cNvCxnSpPr/>
            <p:nvPr/>
          </p:nvCxnSpPr>
          <p:spPr>
            <a:xfrm>
              <a:off x="8682282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4" name="群組 593"/>
          <p:cNvGrpSpPr/>
          <p:nvPr/>
        </p:nvGrpSpPr>
        <p:grpSpPr>
          <a:xfrm>
            <a:off x="9026517" y="3564329"/>
            <a:ext cx="155651" cy="46247"/>
            <a:chOff x="8400565" y="3029365"/>
            <a:chExt cx="281717" cy="83704"/>
          </a:xfrm>
        </p:grpSpPr>
        <p:cxnSp>
          <p:nvCxnSpPr>
            <p:cNvPr id="595" name="直線接點 594"/>
            <p:cNvCxnSpPr/>
            <p:nvPr/>
          </p:nvCxnSpPr>
          <p:spPr>
            <a:xfrm>
              <a:off x="8400565" y="3029366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直線接點 595"/>
            <p:cNvCxnSpPr/>
            <p:nvPr/>
          </p:nvCxnSpPr>
          <p:spPr>
            <a:xfrm>
              <a:off x="8440810" y="3029366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直線接點 596"/>
            <p:cNvCxnSpPr/>
            <p:nvPr/>
          </p:nvCxnSpPr>
          <p:spPr>
            <a:xfrm>
              <a:off x="8481055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直線接點 597"/>
            <p:cNvCxnSpPr/>
            <p:nvPr/>
          </p:nvCxnSpPr>
          <p:spPr>
            <a:xfrm>
              <a:off x="8521300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直線接點 598"/>
            <p:cNvCxnSpPr/>
            <p:nvPr/>
          </p:nvCxnSpPr>
          <p:spPr>
            <a:xfrm>
              <a:off x="8561545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直線接點 599"/>
            <p:cNvCxnSpPr/>
            <p:nvPr/>
          </p:nvCxnSpPr>
          <p:spPr>
            <a:xfrm>
              <a:off x="8601790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直線接點 600"/>
            <p:cNvCxnSpPr/>
            <p:nvPr/>
          </p:nvCxnSpPr>
          <p:spPr>
            <a:xfrm>
              <a:off x="8642035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直線接點 601"/>
            <p:cNvCxnSpPr/>
            <p:nvPr/>
          </p:nvCxnSpPr>
          <p:spPr>
            <a:xfrm>
              <a:off x="8682282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3" name="群組 602"/>
          <p:cNvGrpSpPr/>
          <p:nvPr/>
        </p:nvGrpSpPr>
        <p:grpSpPr>
          <a:xfrm>
            <a:off x="9026072" y="3637940"/>
            <a:ext cx="155651" cy="46247"/>
            <a:chOff x="8400565" y="3029365"/>
            <a:chExt cx="281717" cy="83704"/>
          </a:xfrm>
        </p:grpSpPr>
        <p:cxnSp>
          <p:nvCxnSpPr>
            <p:cNvPr id="604" name="直線接點 603"/>
            <p:cNvCxnSpPr/>
            <p:nvPr/>
          </p:nvCxnSpPr>
          <p:spPr>
            <a:xfrm>
              <a:off x="8400565" y="3029366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直線接點 604"/>
            <p:cNvCxnSpPr/>
            <p:nvPr/>
          </p:nvCxnSpPr>
          <p:spPr>
            <a:xfrm>
              <a:off x="8440810" y="3029366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直線接點 605"/>
            <p:cNvCxnSpPr/>
            <p:nvPr/>
          </p:nvCxnSpPr>
          <p:spPr>
            <a:xfrm>
              <a:off x="8481055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直線接點 606"/>
            <p:cNvCxnSpPr/>
            <p:nvPr/>
          </p:nvCxnSpPr>
          <p:spPr>
            <a:xfrm>
              <a:off x="8521300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直線接點 607"/>
            <p:cNvCxnSpPr/>
            <p:nvPr/>
          </p:nvCxnSpPr>
          <p:spPr>
            <a:xfrm>
              <a:off x="8561545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直線接點 608"/>
            <p:cNvCxnSpPr/>
            <p:nvPr/>
          </p:nvCxnSpPr>
          <p:spPr>
            <a:xfrm>
              <a:off x="8601790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直線接點 609"/>
            <p:cNvCxnSpPr/>
            <p:nvPr/>
          </p:nvCxnSpPr>
          <p:spPr>
            <a:xfrm>
              <a:off x="8642035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直線接點 610"/>
            <p:cNvCxnSpPr/>
            <p:nvPr/>
          </p:nvCxnSpPr>
          <p:spPr>
            <a:xfrm>
              <a:off x="8682282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8" name="群組 647"/>
          <p:cNvGrpSpPr/>
          <p:nvPr/>
        </p:nvGrpSpPr>
        <p:grpSpPr>
          <a:xfrm>
            <a:off x="9360104" y="3567004"/>
            <a:ext cx="155651" cy="46247"/>
            <a:chOff x="8400565" y="3029365"/>
            <a:chExt cx="281717" cy="83704"/>
          </a:xfrm>
        </p:grpSpPr>
        <p:cxnSp>
          <p:nvCxnSpPr>
            <p:cNvPr id="649" name="直線接點 648"/>
            <p:cNvCxnSpPr/>
            <p:nvPr/>
          </p:nvCxnSpPr>
          <p:spPr>
            <a:xfrm>
              <a:off x="8400565" y="3029366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直線接點 649"/>
            <p:cNvCxnSpPr/>
            <p:nvPr/>
          </p:nvCxnSpPr>
          <p:spPr>
            <a:xfrm>
              <a:off x="8440810" y="3029366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直線接點 650"/>
            <p:cNvCxnSpPr/>
            <p:nvPr/>
          </p:nvCxnSpPr>
          <p:spPr>
            <a:xfrm>
              <a:off x="8481055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直線接點 651"/>
            <p:cNvCxnSpPr/>
            <p:nvPr/>
          </p:nvCxnSpPr>
          <p:spPr>
            <a:xfrm>
              <a:off x="8521300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直線接點 652"/>
            <p:cNvCxnSpPr/>
            <p:nvPr/>
          </p:nvCxnSpPr>
          <p:spPr>
            <a:xfrm>
              <a:off x="8561545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直線接點 653"/>
            <p:cNvCxnSpPr/>
            <p:nvPr/>
          </p:nvCxnSpPr>
          <p:spPr>
            <a:xfrm>
              <a:off x="8601790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直線接點 654"/>
            <p:cNvCxnSpPr/>
            <p:nvPr/>
          </p:nvCxnSpPr>
          <p:spPr>
            <a:xfrm>
              <a:off x="8642035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直線接點 655"/>
            <p:cNvCxnSpPr/>
            <p:nvPr/>
          </p:nvCxnSpPr>
          <p:spPr>
            <a:xfrm>
              <a:off x="8682282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7" name="群組 656"/>
          <p:cNvGrpSpPr/>
          <p:nvPr/>
        </p:nvGrpSpPr>
        <p:grpSpPr>
          <a:xfrm>
            <a:off x="9359659" y="3640614"/>
            <a:ext cx="155651" cy="46247"/>
            <a:chOff x="8400565" y="3029365"/>
            <a:chExt cx="281717" cy="83704"/>
          </a:xfrm>
        </p:grpSpPr>
        <p:cxnSp>
          <p:nvCxnSpPr>
            <p:cNvPr id="658" name="直線接點 657"/>
            <p:cNvCxnSpPr/>
            <p:nvPr/>
          </p:nvCxnSpPr>
          <p:spPr>
            <a:xfrm>
              <a:off x="8400565" y="3029366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直線接點 658"/>
            <p:cNvCxnSpPr/>
            <p:nvPr/>
          </p:nvCxnSpPr>
          <p:spPr>
            <a:xfrm>
              <a:off x="8440810" y="3029366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直線接點 659"/>
            <p:cNvCxnSpPr/>
            <p:nvPr/>
          </p:nvCxnSpPr>
          <p:spPr>
            <a:xfrm>
              <a:off x="8481055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直線接點 660"/>
            <p:cNvCxnSpPr/>
            <p:nvPr/>
          </p:nvCxnSpPr>
          <p:spPr>
            <a:xfrm>
              <a:off x="8521300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直線接點 661"/>
            <p:cNvCxnSpPr/>
            <p:nvPr/>
          </p:nvCxnSpPr>
          <p:spPr>
            <a:xfrm>
              <a:off x="8561545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直線接點 662"/>
            <p:cNvCxnSpPr/>
            <p:nvPr/>
          </p:nvCxnSpPr>
          <p:spPr>
            <a:xfrm>
              <a:off x="8601790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直線接點 663"/>
            <p:cNvCxnSpPr/>
            <p:nvPr/>
          </p:nvCxnSpPr>
          <p:spPr>
            <a:xfrm>
              <a:off x="8642035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直線接點 664"/>
            <p:cNvCxnSpPr/>
            <p:nvPr/>
          </p:nvCxnSpPr>
          <p:spPr>
            <a:xfrm>
              <a:off x="8682282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6" name="群組 665"/>
          <p:cNvGrpSpPr/>
          <p:nvPr/>
        </p:nvGrpSpPr>
        <p:grpSpPr>
          <a:xfrm>
            <a:off x="9686262" y="3564391"/>
            <a:ext cx="155651" cy="46247"/>
            <a:chOff x="8400565" y="3029365"/>
            <a:chExt cx="281717" cy="83704"/>
          </a:xfrm>
        </p:grpSpPr>
        <p:cxnSp>
          <p:nvCxnSpPr>
            <p:cNvPr id="667" name="直線接點 666"/>
            <p:cNvCxnSpPr/>
            <p:nvPr/>
          </p:nvCxnSpPr>
          <p:spPr>
            <a:xfrm>
              <a:off x="8400565" y="3029366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直線接點 667"/>
            <p:cNvCxnSpPr/>
            <p:nvPr/>
          </p:nvCxnSpPr>
          <p:spPr>
            <a:xfrm>
              <a:off x="8440810" y="3029366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直線接點 668"/>
            <p:cNvCxnSpPr/>
            <p:nvPr/>
          </p:nvCxnSpPr>
          <p:spPr>
            <a:xfrm>
              <a:off x="8481055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直線接點 669"/>
            <p:cNvCxnSpPr/>
            <p:nvPr/>
          </p:nvCxnSpPr>
          <p:spPr>
            <a:xfrm>
              <a:off x="8521300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直線接點 670"/>
            <p:cNvCxnSpPr/>
            <p:nvPr/>
          </p:nvCxnSpPr>
          <p:spPr>
            <a:xfrm>
              <a:off x="8561545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直線接點 671"/>
            <p:cNvCxnSpPr/>
            <p:nvPr/>
          </p:nvCxnSpPr>
          <p:spPr>
            <a:xfrm>
              <a:off x="8601790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直線接點 672"/>
            <p:cNvCxnSpPr/>
            <p:nvPr/>
          </p:nvCxnSpPr>
          <p:spPr>
            <a:xfrm>
              <a:off x="8642035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直線接點 673"/>
            <p:cNvCxnSpPr/>
            <p:nvPr/>
          </p:nvCxnSpPr>
          <p:spPr>
            <a:xfrm>
              <a:off x="8682282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5" name="群組 674"/>
          <p:cNvGrpSpPr/>
          <p:nvPr/>
        </p:nvGrpSpPr>
        <p:grpSpPr>
          <a:xfrm>
            <a:off x="9685817" y="3638002"/>
            <a:ext cx="155651" cy="46247"/>
            <a:chOff x="8400565" y="3029365"/>
            <a:chExt cx="281717" cy="83704"/>
          </a:xfrm>
        </p:grpSpPr>
        <p:cxnSp>
          <p:nvCxnSpPr>
            <p:cNvPr id="676" name="直線接點 675"/>
            <p:cNvCxnSpPr/>
            <p:nvPr/>
          </p:nvCxnSpPr>
          <p:spPr>
            <a:xfrm>
              <a:off x="8400565" y="3029366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直線接點 676"/>
            <p:cNvCxnSpPr/>
            <p:nvPr/>
          </p:nvCxnSpPr>
          <p:spPr>
            <a:xfrm>
              <a:off x="8440810" y="3029366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直線接點 677"/>
            <p:cNvCxnSpPr/>
            <p:nvPr/>
          </p:nvCxnSpPr>
          <p:spPr>
            <a:xfrm>
              <a:off x="8481055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直線接點 678"/>
            <p:cNvCxnSpPr/>
            <p:nvPr/>
          </p:nvCxnSpPr>
          <p:spPr>
            <a:xfrm>
              <a:off x="8521300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直線接點 679"/>
            <p:cNvCxnSpPr/>
            <p:nvPr/>
          </p:nvCxnSpPr>
          <p:spPr>
            <a:xfrm>
              <a:off x="8561545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直線接點 680"/>
            <p:cNvCxnSpPr/>
            <p:nvPr/>
          </p:nvCxnSpPr>
          <p:spPr>
            <a:xfrm>
              <a:off x="8601790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直線接點 681"/>
            <p:cNvCxnSpPr/>
            <p:nvPr/>
          </p:nvCxnSpPr>
          <p:spPr>
            <a:xfrm>
              <a:off x="8642035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直線接點 682"/>
            <p:cNvCxnSpPr/>
            <p:nvPr/>
          </p:nvCxnSpPr>
          <p:spPr>
            <a:xfrm>
              <a:off x="8682282" y="3029365"/>
              <a:ext cx="0" cy="83703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3" name="群組 702"/>
          <p:cNvGrpSpPr>
            <a:grpSpLocks noChangeAspect="1"/>
          </p:cNvGrpSpPr>
          <p:nvPr/>
        </p:nvGrpSpPr>
        <p:grpSpPr>
          <a:xfrm>
            <a:off x="3726859" y="1181022"/>
            <a:ext cx="336374" cy="296046"/>
            <a:chOff x="8303107" y="1982407"/>
            <a:chExt cx="608812" cy="535821"/>
          </a:xfrm>
        </p:grpSpPr>
        <p:sp>
          <p:nvSpPr>
            <p:cNvPr id="688" name="圓角矩形 687"/>
            <p:cNvSpPr/>
            <p:nvPr/>
          </p:nvSpPr>
          <p:spPr>
            <a:xfrm>
              <a:off x="8303107" y="2128373"/>
              <a:ext cx="608812" cy="389855"/>
            </a:xfrm>
            <a:prstGeom prst="roundRect">
              <a:avLst>
                <a:gd name="adj" fmla="val 6250"/>
              </a:avLst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99" name="橢圓 698"/>
            <p:cNvSpPr/>
            <p:nvPr/>
          </p:nvSpPr>
          <p:spPr>
            <a:xfrm>
              <a:off x="8426026" y="1986083"/>
              <a:ext cx="104549" cy="109560"/>
            </a:xfrm>
            <a:prstGeom prst="ellips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700" name="橢圓 699"/>
            <p:cNvSpPr/>
            <p:nvPr/>
          </p:nvSpPr>
          <p:spPr>
            <a:xfrm>
              <a:off x="8673704" y="1982407"/>
              <a:ext cx="104549" cy="109560"/>
            </a:xfrm>
            <a:prstGeom prst="ellips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701" name="圓角矩形 700"/>
            <p:cNvSpPr/>
            <p:nvPr/>
          </p:nvSpPr>
          <p:spPr>
            <a:xfrm>
              <a:off x="8365664" y="2172472"/>
              <a:ext cx="489721" cy="319134"/>
            </a:xfrm>
            <a:prstGeom prst="roundRect">
              <a:avLst>
                <a:gd name="adj" fmla="val 6250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702" name="群組 701"/>
            <p:cNvGrpSpPr/>
            <p:nvPr/>
          </p:nvGrpSpPr>
          <p:grpSpPr>
            <a:xfrm>
              <a:off x="8430143" y="2380845"/>
              <a:ext cx="360000" cy="110762"/>
              <a:chOff x="8430143" y="2380845"/>
              <a:chExt cx="360000" cy="110762"/>
            </a:xfrm>
          </p:grpSpPr>
          <p:sp>
            <p:nvSpPr>
              <p:cNvPr id="689" name="圓角矩形 688"/>
              <p:cNvSpPr/>
              <p:nvPr/>
            </p:nvSpPr>
            <p:spPr>
              <a:xfrm>
                <a:off x="8430143" y="2380845"/>
                <a:ext cx="360000" cy="110761"/>
              </a:xfrm>
              <a:prstGeom prst="roundRect">
                <a:avLst>
                  <a:gd name="adj" fmla="val 6250"/>
                </a:avLst>
              </a:prstGeom>
              <a:solidFill>
                <a:schemeClr val="bg2">
                  <a:lumMod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cxnSp>
            <p:nvCxnSpPr>
              <p:cNvPr id="691" name="直線接點 690"/>
              <p:cNvCxnSpPr/>
              <p:nvPr/>
            </p:nvCxnSpPr>
            <p:spPr>
              <a:xfrm>
                <a:off x="8467716" y="2407904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2" name="直線接點 691"/>
              <p:cNvCxnSpPr/>
              <p:nvPr/>
            </p:nvCxnSpPr>
            <p:spPr>
              <a:xfrm>
                <a:off x="8507961" y="2407904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3" name="直線接點 692"/>
              <p:cNvCxnSpPr/>
              <p:nvPr/>
            </p:nvCxnSpPr>
            <p:spPr>
              <a:xfrm>
                <a:off x="8548206" y="2407903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4" name="直線接點 693"/>
              <p:cNvCxnSpPr/>
              <p:nvPr/>
            </p:nvCxnSpPr>
            <p:spPr>
              <a:xfrm>
                <a:off x="8588451" y="2407903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5" name="直線接點 694"/>
              <p:cNvCxnSpPr/>
              <p:nvPr/>
            </p:nvCxnSpPr>
            <p:spPr>
              <a:xfrm>
                <a:off x="8628696" y="2407903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6" name="直線接點 695"/>
              <p:cNvCxnSpPr/>
              <p:nvPr/>
            </p:nvCxnSpPr>
            <p:spPr>
              <a:xfrm>
                <a:off x="8668941" y="2407903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7" name="直線接點 696"/>
              <p:cNvCxnSpPr/>
              <p:nvPr/>
            </p:nvCxnSpPr>
            <p:spPr>
              <a:xfrm>
                <a:off x="8709186" y="2407903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8" name="直線接點 697"/>
              <p:cNvCxnSpPr/>
              <p:nvPr/>
            </p:nvCxnSpPr>
            <p:spPr>
              <a:xfrm>
                <a:off x="8749433" y="2407903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36" name="群組 735"/>
          <p:cNvGrpSpPr>
            <a:grpSpLocks noChangeAspect="1"/>
          </p:cNvGrpSpPr>
          <p:nvPr/>
        </p:nvGrpSpPr>
        <p:grpSpPr>
          <a:xfrm>
            <a:off x="6628334" y="1057316"/>
            <a:ext cx="336374" cy="543457"/>
            <a:chOff x="8315779" y="2746757"/>
            <a:chExt cx="608812" cy="983616"/>
          </a:xfrm>
        </p:grpSpPr>
        <p:grpSp>
          <p:nvGrpSpPr>
            <p:cNvPr id="704" name="群組 703"/>
            <p:cNvGrpSpPr/>
            <p:nvPr/>
          </p:nvGrpSpPr>
          <p:grpSpPr>
            <a:xfrm>
              <a:off x="8315779" y="2746757"/>
              <a:ext cx="608812" cy="983616"/>
              <a:chOff x="8303107" y="2128373"/>
              <a:chExt cx="608812" cy="983616"/>
            </a:xfrm>
          </p:grpSpPr>
          <p:sp>
            <p:nvSpPr>
              <p:cNvPr id="705" name="圓角矩形 704"/>
              <p:cNvSpPr/>
              <p:nvPr/>
            </p:nvSpPr>
            <p:spPr>
              <a:xfrm>
                <a:off x="8303107" y="2128373"/>
                <a:ext cx="608812" cy="983616"/>
              </a:xfrm>
              <a:prstGeom prst="roundRect">
                <a:avLst>
                  <a:gd name="adj" fmla="val 6250"/>
                </a:avLst>
              </a:prstGeom>
              <a:solidFill>
                <a:schemeClr val="bg1">
                  <a:lumMod val="75000"/>
                </a:schemeClr>
              </a:solidFill>
              <a:ln w="635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708" name="圓角矩形 707"/>
              <p:cNvSpPr/>
              <p:nvPr/>
            </p:nvSpPr>
            <p:spPr>
              <a:xfrm>
                <a:off x="8365664" y="2172472"/>
                <a:ext cx="489721" cy="319134"/>
              </a:xfrm>
              <a:prstGeom prst="roundRect">
                <a:avLst>
                  <a:gd name="adj" fmla="val 6250"/>
                </a:avLst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grpSp>
            <p:nvGrpSpPr>
              <p:cNvPr id="709" name="群組 708"/>
              <p:cNvGrpSpPr/>
              <p:nvPr/>
            </p:nvGrpSpPr>
            <p:grpSpPr>
              <a:xfrm>
                <a:off x="8430143" y="2380845"/>
                <a:ext cx="360000" cy="110762"/>
                <a:chOff x="8430143" y="2380845"/>
                <a:chExt cx="360000" cy="110762"/>
              </a:xfrm>
            </p:grpSpPr>
            <p:sp>
              <p:nvSpPr>
                <p:cNvPr id="710" name="圓角矩形 709"/>
                <p:cNvSpPr/>
                <p:nvPr/>
              </p:nvSpPr>
              <p:spPr>
                <a:xfrm>
                  <a:off x="8430143" y="2380845"/>
                  <a:ext cx="360000" cy="110761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2">
                    <a:lumMod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cxnSp>
              <p:nvCxnSpPr>
                <p:cNvPr id="711" name="直線接點 710"/>
                <p:cNvCxnSpPr/>
                <p:nvPr/>
              </p:nvCxnSpPr>
              <p:spPr>
                <a:xfrm>
                  <a:off x="8467716" y="2407904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2" name="直線接點 711"/>
                <p:cNvCxnSpPr/>
                <p:nvPr/>
              </p:nvCxnSpPr>
              <p:spPr>
                <a:xfrm>
                  <a:off x="8507961" y="2407904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3" name="直線接點 712"/>
                <p:cNvCxnSpPr/>
                <p:nvPr/>
              </p:nvCxnSpPr>
              <p:spPr>
                <a:xfrm>
                  <a:off x="8548206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4" name="直線接點 713"/>
                <p:cNvCxnSpPr/>
                <p:nvPr/>
              </p:nvCxnSpPr>
              <p:spPr>
                <a:xfrm>
                  <a:off x="8588451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5" name="直線接點 714"/>
                <p:cNvCxnSpPr/>
                <p:nvPr/>
              </p:nvCxnSpPr>
              <p:spPr>
                <a:xfrm>
                  <a:off x="8628696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6" name="直線接點 715"/>
                <p:cNvCxnSpPr/>
                <p:nvPr/>
              </p:nvCxnSpPr>
              <p:spPr>
                <a:xfrm>
                  <a:off x="8668941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7" name="直線接點 716"/>
                <p:cNvCxnSpPr/>
                <p:nvPr/>
              </p:nvCxnSpPr>
              <p:spPr>
                <a:xfrm>
                  <a:off x="8709186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8" name="直線接點 717"/>
                <p:cNvCxnSpPr/>
                <p:nvPr/>
              </p:nvCxnSpPr>
              <p:spPr>
                <a:xfrm>
                  <a:off x="8749433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19" name="等腰三角形 718"/>
            <p:cNvSpPr/>
            <p:nvPr/>
          </p:nvSpPr>
          <p:spPr>
            <a:xfrm>
              <a:off x="8381160" y="3156986"/>
              <a:ext cx="124364" cy="149456"/>
            </a:xfrm>
            <a:prstGeom prst="triangl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720" name="等腰三角形 719"/>
            <p:cNvSpPr/>
            <p:nvPr/>
          </p:nvSpPr>
          <p:spPr>
            <a:xfrm rot="10800000">
              <a:off x="8499831" y="3158578"/>
              <a:ext cx="124364" cy="149456"/>
            </a:xfrm>
            <a:prstGeom prst="triangl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721" name="等腰三角形 720"/>
            <p:cNvSpPr/>
            <p:nvPr/>
          </p:nvSpPr>
          <p:spPr>
            <a:xfrm>
              <a:off x="8626462" y="3154154"/>
              <a:ext cx="124364" cy="149456"/>
            </a:xfrm>
            <a:prstGeom prst="triangl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722" name="等腰三角形 721"/>
            <p:cNvSpPr/>
            <p:nvPr/>
          </p:nvSpPr>
          <p:spPr>
            <a:xfrm rot="10800000">
              <a:off x="8742752" y="3155746"/>
              <a:ext cx="124364" cy="149456"/>
            </a:xfrm>
            <a:prstGeom prst="triangl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723" name="群組 722"/>
            <p:cNvGrpSpPr/>
            <p:nvPr/>
          </p:nvGrpSpPr>
          <p:grpSpPr>
            <a:xfrm rot="10800000">
              <a:off x="8374410" y="3367443"/>
              <a:ext cx="489721" cy="319135"/>
              <a:chOff x="8365664" y="2172472"/>
              <a:chExt cx="489721" cy="319135"/>
            </a:xfrm>
          </p:grpSpPr>
          <p:sp>
            <p:nvSpPr>
              <p:cNvPr id="725" name="圓角矩形 724"/>
              <p:cNvSpPr/>
              <p:nvPr/>
            </p:nvSpPr>
            <p:spPr>
              <a:xfrm>
                <a:off x="8365664" y="2172472"/>
                <a:ext cx="489721" cy="319134"/>
              </a:xfrm>
              <a:prstGeom prst="roundRect">
                <a:avLst>
                  <a:gd name="adj" fmla="val 6250"/>
                </a:avLst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grpSp>
            <p:nvGrpSpPr>
              <p:cNvPr id="726" name="群組 725"/>
              <p:cNvGrpSpPr/>
              <p:nvPr/>
            </p:nvGrpSpPr>
            <p:grpSpPr>
              <a:xfrm>
                <a:off x="8430143" y="2380845"/>
                <a:ext cx="360000" cy="110762"/>
                <a:chOff x="8430143" y="2380845"/>
                <a:chExt cx="360000" cy="110762"/>
              </a:xfrm>
            </p:grpSpPr>
            <p:sp>
              <p:nvSpPr>
                <p:cNvPr id="727" name="圓角矩形 726"/>
                <p:cNvSpPr/>
                <p:nvPr/>
              </p:nvSpPr>
              <p:spPr>
                <a:xfrm>
                  <a:off x="8430143" y="2380845"/>
                  <a:ext cx="360000" cy="110761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2">
                    <a:lumMod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cxnSp>
              <p:nvCxnSpPr>
                <p:cNvPr id="728" name="直線接點 727"/>
                <p:cNvCxnSpPr/>
                <p:nvPr/>
              </p:nvCxnSpPr>
              <p:spPr>
                <a:xfrm>
                  <a:off x="8467716" y="2407904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9" name="直線接點 728"/>
                <p:cNvCxnSpPr/>
                <p:nvPr/>
              </p:nvCxnSpPr>
              <p:spPr>
                <a:xfrm>
                  <a:off x="8507961" y="2407904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0" name="直線接點 729"/>
                <p:cNvCxnSpPr/>
                <p:nvPr/>
              </p:nvCxnSpPr>
              <p:spPr>
                <a:xfrm>
                  <a:off x="8548206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1" name="直線接點 730"/>
                <p:cNvCxnSpPr/>
                <p:nvPr/>
              </p:nvCxnSpPr>
              <p:spPr>
                <a:xfrm>
                  <a:off x="8588451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2" name="直線接點 731"/>
                <p:cNvCxnSpPr/>
                <p:nvPr/>
              </p:nvCxnSpPr>
              <p:spPr>
                <a:xfrm>
                  <a:off x="8628696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3" name="直線接點 732"/>
                <p:cNvCxnSpPr/>
                <p:nvPr/>
              </p:nvCxnSpPr>
              <p:spPr>
                <a:xfrm>
                  <a:off x="8668941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4" name="直線接點 733"/>
                <p:cNvCxnSpPr/>
                <p:nvPr/>
              </p:nvCxnSpPr>
              <p:spPr>
                <a:xfrm>
                  <a:off x="8709186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5" name="直線接點 734"/>
                <p:cNvCxnSpPr/>
                <p:nvPr/>
              </p:nvCxnSpPr>
              <p:spPr>
                <a:xfrm>
                  <a:off x="8749433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" name="群組 1"/>
          <p:cNvGrpSpPr>
            <a:grpSpLocks noChangeAspect="1"/>
          </p:cNvGrpSpPr>
          <p:nvPr/>
        </p:nvGrpSpPr>
        <p:grpSpPr>
          <a:xfrm>
            <a:off x="5153509" y="1180777"/>
            <a:ext cx="1249788" cy="296536"/>
            <a:chOff x="9019556" y="1977229"/>
            <a:chExt cx="2262020" cy="536707"/>
          </a:xfrm>
        </p:grpSpPr>
        <p:grpSp>
          <p:nvGrpSpPr>
            <p:cNvPr id="830" name="群組 829"/>
            <p:cNvGrpSpPr/>
            <p:nvPr/>
          </p:nvGrpSpPr>
          <p:grpSpPr>
            <a:xfrm>
              <a:off x="9019556" y="1977229"/>
              <a:ext cx="1158717" cy="536707"/>
              <a:chOff x="9019556" y="1977229"/>
              <a:chExt cx="1158717" cy="536707"/>
            </a:xfrm>
          </p:grpSpPr>
          <p:grpSp>
            <p:nvGrpSpPr>
              <p:cNvPr id="737" name="群組 736"/>
              <p:cNvGrpSpPr/>
              <p:nvPr/>
            </p:nvGrpSpPr>
            <p:grpSpPr>
              <a:xfrm>
                <a:off x="9019556" y="1978115"/>
                <a:ext cx="608812" cy="535821"/>
                <a:chOff x="8303107" y="1982407"/>
                <a:chExt cx="608812" cy="535821"/>
              </a:xfrm>
            </p:grpSpPr>
            <p:sp>
              <p:nvSpPr>
                <p:cNvPr id="738" name="圓角矩形 737"/>
                <p:cNvSpPr/>
                <p:nvPr/>
              </p:nvSpPr>
              <p:spPr>
                <a:xfrm>
                  <a:off x="8303107" y="2128373"/>
                  <a:ext cx="608812" cy="389855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739" name="橢圓 738"/>
                <p:cNvSpPr/>
                <p:nvPr/>
              </p:nvSpPr>
              <p:spPr>
                <a:xfrm>
                  <a:off x="8426026" y="1986083"/>
                  <a:ext cx="104549" cy="109560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740" name="橢圓 739"/>
                <p:cNvSpPr/>
                <p:nvPr/>
              </p:nvSpPr>
              <p:spPr>
                <a:xfrm>
                  <a:off x="8673704" y="1982407"/>
                  <a:ext cx="104549" cy="109560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741" name="圓角矩形 740"/>
                <p:cNvSpPr/>
                <p:nvPr/>
              </p:nvSpPr>
              <p:spPr>
                <a:xfrm>
                  <a:off x="8365664" y="2172472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742" name="群組 741"/>
                <p:cNvGrpSpPr/>
                <p:nvPr/>
              </p:nvGrpSpPr>
              <p:grpSpPr>
                <a:xfrm>
                  <a:off x="8430143" y="2380845"/>
                  <a:ext cx="360000" cy="110762"/>
                  <a:chOff x="8430143" y="2380845"/>
                  <a:chExt cx="360000" cy="110762"/>
                </a:xfrm>
              </p:grpSpPr>
              <p:sp>
                <p:nvSpPr>
                  <p:cNvPr id="743" name="圓角矩形 742"/>
                  <p:cNvSpPr/>
                  <p:nvPr/>
                </p:nvSpPr>
                <p:spPr>
                  <a:xfrm>
                    <a:off x="8430143" y="2380845"/>
                    <a:ext cx="360000" cy="110761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744" name="直線接點 743"/>
                  <p:cNvCxnSpPr/>
                  <p:nvPr/>
                </p:nvCxnSpPr>
                <p:spPr>
                  <a:xfrm>
                    <a:off x="8467716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5" name="直線接點 744"/>
                  <p:cNvCxnSpPr/>
                  <p:nvPr/>
                </p:nvCxnSpPr>
                <p:spPr>
                  <a:xfrm>
                    <a:off x="8507961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6" name="直線接點 745"/>
                  <p:cNvCxnSpPr/>
                  <p:nvPr/>
                </p:nvCxnSpPr>
                <p:spPr>
                  <a:xfrm>
                    <a:off x="854820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7" name="直線接點 746"/>
                  <p:cNvCxnSpPr/>
                  <p:nvPr/>
                </p:nvCxnSpPr>
                <p:spPr>
                  <a:xfrm>
                    <a:off x="858845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8" name="直線接點 747"/>
                  <p:cNvCxnSpPr/>
                  <p:nvPr/>
                </p:nvCxnSpPr>
                <p:spPr>
                  <a:xfrm>
                    <a:off x="862869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9" name="直線接點 748"/>
                  <p:cNvCxnSpPr/>
                  <p:nvPr/>
                </p:nvCxnSpPr>
                <p:spPr>
                  <a:xfrm>
                    <a:off x="866894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0" name="直線接點 749"/>
                  <p:cNvCxnSpPr/>
                  <p:nvPr/>
                </p:nvCxnSpPr>
                <p:spPr>
                  <a:xfrm>
                    <a:off x="870918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1" name="直線接點 750"/>
                  <p:cNvCxnSpPr/>
                  <p:nvPr/>
                </p:nvCxnSpPr>
                <p:spPr>
                  <a:xfrm>
                    <a:off x="8749433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752" name="群組 751"/>
              <p:cNvGrpSpPr/>
              <p:nvPr/>
            </p:nvGrpSpPr>
            <p:grpSpPr>
              <a:xfrm>
                <a:off x="9569461" y="1977229"/>
                <a:ext cx="608812" cy="536707"/>
                <a:chOff x="8303107" y="1982407"/>
                <a:chExt cx="608812" cy="536707"/>
              </a:xfrm>
            </p:grpSpPr>
            <p:sp>
              <p:nvSpPr>
                <p:cNvPr id="753" name="圓角矩形 752"/>
                <p:cNvSpPr/>
                <p:nvPr/>
              </p:nvSpPr>
              <p:spPr>
                <a:xfrm>
                  <a:off x="8303107" y="2129259"/>
                  <a:ext cx="608812" cy="389855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754" name="橢圓 753"/>
                <p:cNvSpPr/>
                <p:nvPr/>
              </p:nvSpPr>
              <p:spPr>
                <a:xfrm>
                  <a:off x="8426026" y="1986083"/>
                  <a:ext cx="104549" cy="109560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755" name="橢圓 754"/>
                <p:cNvSpPr/>
                <p:nvPr/>
              </p:nvSpPr>
              <p:spPr>
                <a:xfrm>
                  <a:off x="8673704" y="1982407"/>
                  <a:ext cx="104549" cy="109560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756" name="圓角矩形 755"/>
                <p:cNvSpPr/>
                <p:nvPr/>
              </p:nvSpPr>
              <p:spPr>
                <a:xfrm>
                  <a:off x="8365664" y="2172472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757" name="群組 756"/>
                <p:cNvGrpSpPr/>
                <p:nvPr/>
              </p:nvGrpSpPr>
              <p:grpSpPr>
                <a:xfrm>
                  <a:off x="8430143" y="2380845"/>
                  <a:ext cx="360000" cy="110762"/>
                  <a:chOff x="8430143" y="2380845"/>
                  <a:chExt cx="360000" cy="110762"/>
                </a:xfrm>
              </p:grpSpPr>
              <p:sp>
                <p:nvSpPr>
                  <p:cNvPr id="758" name="圓角矩形 757"/>
                  <p:cNvSpPr/>
                  <p:nvPr/>
                </p:nvSpPr>
                <p:spPr>
                  <a:xfrm>
                    <a:off x="8430143" y="2380845"/>
                    <a:ext cx="360000" cy="110761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759" name="直線接點 758"/>
                  <p:cNvCxnSpPr/>
                  <p:nvPr/>
                </p:nvCxnSpPr>
                <p:spPr>
                  <a:xfrm>
                    <a:off x="8467716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0" name="直線接點 759"/>
                  <p:cNvCxnSpPr/>
                  <p:nvPr/>
                </p:nvCxnSpPr>
                <p:spPr>
                  <a:xfrm>
                    <a:off x="8507961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1" name="直線接點 760"/>
                  <p:cNvCxnSpPr/>
                  <p:nvPr/>
                </p:nvCxnSpPr>
                <p:spPr>
                  <a:xfrm>
                    <a:off x="854820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2" name="直線接點 761"/>
                  <p:cNvCxnSpPr/>
                  <p:nvPr/>
                </p:nvCxnSpPr>
                <p:spPr>
                  <a:xfrm>
                    <a:off x="858845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3" name="直線接點 762"/>
                  <p:cNvCxnSpPr/>
                  <p:nvPr/>
                </p:nvCxnSpPr>
                <p:spPr>
                  <a:xfrm>
                    <a:off x="862869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4" name="直線接點 763"/>
                  <p:cNvCxnSpPr/>
                  <p:nvPr/>
                </p:nvCxnSpPr>
                <p:spPr>
                  <a:xfrm>
                    <a:off x="866894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5" name="直線接點 764"/>
                  <p:cNvCxnSpPr/>
                  <p:nvPr/>
                </p:nvCxnSpPr>
                <p:spPr>
                  <a:xfrm>
                    <a:off x="870918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6" name="直線接點 765"/>
                  <p:cNvCxnSpPr/>
                  <p:nvPr/>
                </p:nvCxnSpPr>
                <p:spPr>
                  <a:xfrm>
                    <a:off x="8749433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643" name="群組 642"/>
            <p:cNvGrpSpPr/>
            <p:nvPr/>
          </p:nvGrpSpPr>
          <p:grpSpPr>
            <a:xfrm>
              <a:off x="10122859" y="1977229"/>
              <a:ext cx="1158717" cy="536707"/>
              <a:chOff x="9019556" y="1977229"/>
              <a:chExt cx="1158717" cy="536707"/>
            </a:xfrm>
          </p:grpSpPr>
          <p:grpSp>
            <p:nvGrpSpPr>
              <p:cNvPr id="644" name="群組 643"/>
              <p:cNvGrpSpPr/>
              <p:nvPr/>
            </p:nvGrpSpPr>
            <p:grpSpPr>
              <a:xfrm>
                <a:off x="9019556" y="1978115"/>
                <a:ext cx="608812" cy="535821"/>
                <a:chOff x="8303107" y="1982407"/>
                <a:chExt cx="608812" cy="535821"/>
              </a:xfrm>
            </p:grpSpPr>
            <p:sp>
              <p:nvSpPr>
                <p:cNvPr id="774" name="圓角矩形 773"/>
                <p:cNvSpPr/>
                <p:nvPr/>
              </p:nvSpPr>
              <p:spPr>
                <a:xfrm>
                  <a:off x="8303107" y="2128373"/>
                  <a:ext cx="608812" cy="389855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775" name="橢圓 774"/>
                <p:cNvSpPr/>
                <p:nvPr/>
              </p:nvSpPr>
              <p:spPr>
                <a:xfrm>
                  <a:off x="8426026" y="1986083"/>
                  <a:ext cx="104549" cy="109560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776" name="橢圓 775"/>
                <p:cNvSpPr/>
                <p:nvPr/>
              </p:nvSpPr>
              <p:spPr>
                <a:xfrm>
                  <a:off x="8673704" y="1982407"/>
                  <a:ext cx="104549" cy="109560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777" name="圓角矩形 776"/>
                <p:cNvSpPr/>
                <p:nvPr/>
              </p:nvSpPr>
              <p:spPr>
                <a:xfrm>
                  <a:off x="8365664" y="2172472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778" name="群組 777"/>
                <p:cNvGrpSpPr/>
                <p:nvPr/>
              </p:nvGrpSpPr>
              <p:grpSpPr>
                <a:xfrm>
                  <a:off x="8430143" y="2380845"/>
                  <a:ext cx="360000" cy="110762"/>
                  <a:chOff x="8430143" y="2380845"/>
                  <a:chExt cx="360000" cy="110762"/>
                </a:xfrm>
              </p:grpSpPr>
              <p:sp>
                <p:nvSpPr>
                  <p:cNvPr id="779" name="圓角矩形 778"/>
                  <p:cNvSpPr/>
                  <p:nvPr/>
                </p:nvSpPr>
                <p:spPr>
                  <a:xfrm>
                    <a:off x="8430143" y="2380845"/>
                    <a:ext cx="360000" cy="110761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780" name="直線接點 779"/>
                  <p:cNvCxnSpPr/>
                  <p:nvPr/>
                </p:nvCxnSpPr>
                <p:spPr>
                  <a:xfrm>
                    <a:off x="8467716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1" name="直線接點 780"/>
                  <p:cNvCxnSpPr/>
                  <p:nvPr/>
                </p:nvCxnSpPr>
                <p:spPr>
                  <a:xfrm>
                    <a:off x="8507961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2" name="直線接點 781"/>
                  <p:cNvCxnSpPr/>
                  <p:nvPr/>
                </p:nvCxnSpPr>
                <p:spPr>
                  <a:xfrm>
                    <a:off x="854820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3" name="直線接點 782"/>
                  <p:cNvCxnSpPr/>
                  <p:nvPr/>
                </p:nvCxnSpPr>
                <p:spPr>
                  <a:xfrm>
                    <a:off x="858845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4" name="直線接點 783"/>
                  <p:cNvCxnSpPr/>
                  <p:nvPr/>
                </p:nvCxnSpPr>
                <p:spPr>
                  <a:xfrm>
                    <a:off x="862869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5" name="直線接點 784"/>
                  <p:cNvCxnSpPr/>
                  <p:nvPr/>
                </p:nvCxnSpPr>
                <p:spPr>
                  <a:xfrm>
                    <a:off x="866894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6" name="直線接點 785"/>
                  <p:cNvCxnSpPr/>
                  <p:nvPr/>
                </p:nvCxnSpPr>
                <p:spPr>
                  <a:xfrm>
                    <a:off x="870918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7" name="直線接點 786"/>
                  <p:cNvCxnSpPr/>
                  <p:nvPr/>
                </p:nvCxnSpPr>
                <p:spPr>
                  <a:xfrm>
                    <a:off x="8749433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645" name="群組 644"/>
              <p:cNvGrpSpPr/>
              <p:nvPr/>
            </p:nvGrpSpPr>
            <p:grpSpPr>
              <a:xfrm>
                <a:off x="9569461" y="1977229"/>
                <a:ext cx="608812" cy="536707"/>
                <a:chOff x="8303107" y="1982407"/>
                <a:chExt cx="608812" cy="536707"/>
              </a:xfrm>
            </p:grpSpPr>
            <p:sp>
              <p:nvSpPr>
                <p:cNvPr id="646" name="圓角矩形 645"/>
                <p:cNvSpPr/>
                <p:nvPr/>
              </p:nvSpPr>
              <p:spPr>
                <a:xfrm>
                  <a:off x="8303107" y="2129259"/>
                  <a:ext cx="608812" cy="389855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647" name="橢圓 646"/>
                <p:cNvSpPr/>
                <p:nvPr/>
              </p:nvSpPr>
              <p:spPr>
                <a:xfrm>
                  <a:off x="8426026" y="1986083"/>
                  <a:ext cx="104549" cy="109560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687" name="橢圓 686"/>
                <p:cNvSpPr/>
                <p:nvPr/>
              </p:nvSpPr>
              <p:spPr>
                <a:xfrm>
                  <a:off x="8673704" y="1982407"/>
                  <a:ext cx="104549" cy="109560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690" name="圓角矩形 689"/>
                <p:cNvSpPr/>
                <p:nvPr/>
              </p:nvSpPr>
              <p:spPr>
                <a:xfrm>
                  <a:off x="8365664" y="2172472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706" name="群組 705"/>
                <p:cNvGrpSpPr/>
                <p:nvPr/>
              </p:nvGrpSpPr>
              <p:grpSpPr>
                <a:xfrm>
                  <a:off x="8430143" y="2380845"/>
                  <a:ext cx="360000" cy="110762"/>
                  <a:chOff x="8430143" y="2380845"/>
                  <a:chExt cx="360000" cy="110762"/>
                </a:xfrm>
              </p:grpSpPr>
              <p:sp>
                <p:nvSpPr>
                  <p:cNvPr id="707" name="圓角矩形 706"/>
                  <p:cNvSpPr/>
                  <p:nvPr/>
                </p:nvSpPr>
                <p:spPr>
                  <a:xfrm>
                    <a:off x="8430143" y="2380845"/>
                    <a:ext cx="360000" cy="110761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724" name="直線接點 723"/>
                  <p:cNvCxnSpPr/>
                  <p:nvPr/>
                </p:nvCxnSpPr>
                <p:spPr>
                  <a:xfrm>
                    <a:off x="8467716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7" name="直線接點 766"/>
                  <p:cNvCxnSpPr/>
                  <p:nvPr/>
                </p:nvCxnSpPr>
                <p:spPr>
                  <a:xfrm>
                    <a:off x="8507961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8" name="直線接點 767"/>
                  <p:cNvCxnSpPr/>
                  <p:nvPr/>
                </p:nvCxnSpPr>
                <p:spPr>
                  <a:xfrm>
                    <a:off x="854820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9" name="直線接點 768"/>
                  <p:cNvCxnSpPr/>
                  <p:nvPr/>
                </p:nvCxnSpPr>
                <p:spPr>
                  <a:xfrm>
                    <a:off x="858845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0" name="直線接點 769"/>
                  <p:cNvCxnSpPr/>
                  <p:nvPr/>
                </p:nvCxnSpPr>
                <p:spPr>
                  <a:xfrm>
                    <a:off x="862869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1" name="直線接點 770"/>
                  <p:cNvCxnSpPr/>
                  <p:nvPr/>
                </p:nvCxnSpPr>
                <p:spPr>
                  <a:xfrm>
                    <a:off x="866894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2" name="直線接點 771"/>
                  <p:cNvCxnSpPr/>
                  <p:nvPr/>
                </p:nvCxnSpPr>
                <p:spPr>
                  <a:xfrm>
                    <a:off x="870918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3" name="直線接點 772"/>
                  <p:cNvCxnSpPr/>
                  <p:nvPr/>
                </p:nvCxnSpPr>
                <p:spPr>
                  <a:xfrm>
                    <a:off x="8749433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3" name="群組 2"/>
          <p:cNvGrpSpPr>
            <a:grpSpLocks noChangeAspect="1"/>
          </p:cNvGrpSpPr>
          <p:nvPr/>
        </p:nvGrpSpPr>
        <p:grpSpPr>
          <a:xfrm>
            <a:off x="7189745" y="1057125"/>
            <a:ext cx="637976" cy="543839"/>
            <a:chOff x="9292936" y="2747160"/>
            <a:chExt cx="1154689" cy="984306"/>
          </a:xfrm>
        </p:grpSpPr>
        <p:grpSp>
          <p:nvGrpSpPr>
            <p:cNvPr id="788" name="群組 787"/>
            <p:cNvGrpSpPr/>
            <p:nvPr/>
          </p:nvGrpSpPr>
          <p:grpSpPr>
            <a:xfrm>
              <a:off x="9292936" y="2747850"/>
              <a:ext cx="608812" cy="983616"/>
              <a:chOff x="8325303" y="2746757"/>
              <a:chExt cx="608812" cy="983616"/>
            </a:xfrm>
          </p:grpSpPr>
          <p:grpSp>
            <p:nvGrpSpPr>
              <p:cNvPr id="789" name="群組 788"/>
              <p:cNvGrpSpPr/>
              <p:nvPr/>
            </p:nvGrpSpPr>
            <p:grpSpPr>
              <a:xfrm>
                <a:off x="8325303" y="2746757"/>
                <a:ext cx="608812" cy="983616"/>
                <a:chOff x="8312631" y="2128373"/>
                <a:chExt cx="608812" cy="983616"/>
              </a:xfrm>
            </p:grpSpPr>
            <p:sp>
              <p:nvSpPr>
                <p:cNvPr id="806" name="圓角矩形 805"/>
                <p:cNvSpPr/>
                <p:nvPr/>
              </p:nvSpPr>
              <p:spPr>
                <a:xfrm>
                  <a:off x="8312631" y="2128373"/>
                  <a:ext cx="608812" cy="983616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07" name="圓角矩形 806"/>
                <p:cNvSpPr/>
                <p:nvPr/>
              </p:nvSpPr>
              <p:spPr>
                <a:xfrm>
                  <a:off x="8365664" y="2172472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808" name="群組 807"/>
                <p:cNvGrpSpPr/>
                <p:nvPr/>
              </p:nvGrpSpPr>
              <p:grpSpPr>
                <a:xfrm>
                  <a:off x="8430143" y="2380845"/>
                  <a:ext cx="360000" cy="110762"/>
                  <a:chOff x="8430143" y="2380845"/>
                  <a:chExt cx="360000" cy="110762"/>
                </a:xfrm>
              </p:grpSpPr>
              <p:sp>
                <p:nvSpPr>
                  <p:cNvPr id="809" name="圓角矩形 808"/>
                  <p:cNvSpPr/>
                  <p:nvPr/>
                </p:nvSpPr>
                <p:spPr>
                  <a:xfrm>
                    <a:off x="8430143" y="2380845"/>
                    <a:ext cx="360000" cy="110761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810" name="直線接點 809"/>
                  <p:cNvCxnSpPr/>
                  <p:nvPr/>
                </p:nvCxnSpPr>
                <p:spPr>
                  <a:xfrm>
                    <a:off x="8467716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1" name="直線接點 810"/>
                  <p:cNvCxnSpPr/>
                  <p:nvPr/>
                </p:nvCxnSpPr>
                <p:spPr>
                  <a:xfrm>
                    <a:off x="8507961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2" name="直線接點 811"/>
                  <p:cNvCxnSpPr/>
                  <p:nvPr/>
                </p:nvCxnSpPr>
                <p:spPr>
                  <a:xfrm>
                    <a:off x="854820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3" name="直線接點 812"/>
                  <p:cNvCxnSpPr/>
                  <p:nvPr/>
                </p:nvCxnSpPr>
                <p:spPr>
                  <a:xfrm>
                    <a:off x="858845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4" name="直線接點 813"/>
                  <p:cNvCxnSpPr/>
                  <p:nvPr/>
                </p:nvCxnSpPr>
                <p:spPr>
                  <a:xfrm>
                    <a:off x="862869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5" name="直線接點 814"/>
                  <p:cNvCxnSpPr/>
                  <p:nvPr/>
                </p:nvCxnSpPr>
                <p:spPr>
                  <a:xfrm>
                    <a:off x="866894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6" name="直線接點 815"/>
                  <p:cNvCxnSpPr/>
                  <p:nvPr/>
                </p:nvCxnSpPr>
                <p:spPr>
                  <a:xfrm>
                    <a:off x="870918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7" name="直線接點 816"/>
                  <p:cNvCxnSpPr/>
                  <p:nvPr/>
                </p:nvCxnSpPr>
                <p:spPr>
                  <a:xfrm>
                    <a:off x="8749433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90" name="等腰三角形 789"/>
              <p:cNvSpPr/>
              <p:nvPr/>
            </p:nvSpPr>
            <p:spPr>
              <a:xfrm>
                <a:off x="8381160" y="3156986"/>
                <a:ext cx="124364" cy="149456"/>
              </a:xfrm>
              <a:prstGeom prst="triangle">
                <a:avLst/>
              </a:prstGeom>
              <a:solidFill>
                <a:srgbClr val="548235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791" name="等腰三角形 790"/>
              <p:cNvSpPr/>
              <p:nvPr/>
            </p:nvSpPr>
            <p:spPr>
              <a:xfrm rot="10800000">
                <a:off x="8499831" y="3158578"/>
                <a:ext cx="124364" cy="149456"/>
              </a:xfrm>
              <a:prstGeom prst="triangle">
                <a:avLst/>
              </a:prstGeom>
              <a:solidFill>
                <a:srgbClr val="548235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792" name="等腰三角形 791"/>
              <p:cNvSpPr/>
              <p:nvPr/>
            </p:nvSpPr>
            <p:spPr>
              <a:xfrm>
                <a:off x="8626462" y="3154154"/>
                <a:ext cx="124364" cy="149456"/>
              </a:xfrm>
              <a:prstGeom prst="triangle">
                <a:avLst/>
              </a:prstGeom>
              <a:solidFill>
                <a:srgbClr val="548235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793" name="等腰三角形 792"/>
              <p:cNvSpPr/>
              <p:nvPr/>
            </p:nvSpPr>
            <p:spPr>
              <a:xfrm rot="10800000">
                <a:off x="8742752" y="3155746"/>
                <a:ext cx="124364" cy="149456"/>
              </a:xfrm>
              <a:prstGeom prst="triangle">
                <a:avLst/>
              </a:prstGeom>
              <a:solidFill>
                <a:srgbClr val="548235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grpSp>
            <p:nvGrpSpPr>
              <p:cNvPr id="794" name="群組 793"/>
              <p:cNvGrpSpPr/>
              <p:nvPr/>
            </p:nvGrpSpPr>
            <p:grpSpPr>
              <a:xfrm rot="10800000">
                <a:off x="8374410" y="3367443"/>
                <a:ext cx="489721" cy="319135"/>
                <a:chOff x="8365664" y="2172472"/>
                <a:chExt cx="489721" cy="319135"/>
              </a:xfrm>
            </p:grpSpPr>
            <p:sp>
              <p:nvSpPr>
                <p:cNvPr id="795" name="圓角矩形 794"/>
                <p:cNvSpPr/>
                <p:nvPr/>
              </p:nvSpPr>
              <p:spPr>
                <a:xfrm>
                  <a:off x="8365664" y="2172472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796" name="群組 795"/>
                <p:cNvGrpSpPr/>
                <p:nvPr/>
              </p:nvGrpSpPr>
              <p:grpSpPr>
                <a:xfrm>
                  <a:off x="8430143" y="2380845"/>
                  <a:ext cx="360000" cy="110762"/>
                  <a:chOff x="8430143" y="2380845"/>
                  <a:chExt cx="360000" cy="110762"/>
                </a:xfrm>
              </p:grpSpPr>
              <p:sp>
                <p:nvSpPr>
                  <p:cNvPr id="797" name="圓角矩形 796"/>
                  <p:cNvSpPr/>
                  <p:nvPr/>
                </p:nvSpPr>
                <p:spPr>
                  <a:xfrm>
                    <a:off x="8430143" y="2380845"/>
                    <a:ext cx="360000" cy="110761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798" name="直線接點 797"/>
                  <p:cNvCxnSpPr/>
                  <p:nvPr/>
                </p:nvCxnSpPr>
                <p:spPr>
                  <a:xfrm>
                    <a:off x="8467716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9" name="直線接點 798"/>
                  <p:cNvCxnSpPr/>
                  <p:nvPr/>
                </p:nvCxnSpPr>
                <p:spPr>
                  <a:xfrm>
                    <a:off x="8507961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0" name="直線接點 799"/>
                  <p:cNvCxnSpPr/>
                  <p:nvPr/>
                </p:nvCxnSpPr>
                <p:spPr>
                  <a:xfrm>
                    <a:off x="854820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1" name="直線接點 800"/>
                  <p:cNvCxnSpPr/>
                  <p:nvPr/>
                </p:nvCxnSpPr>
                <p:spPr>
                  <a:xfrm>
                    <a:off x="858845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2" name="直線接點 801"/>
                  <p:cNvCxnSpPr/>
                  <p:nvPr/>
                </p:nvCxnSpPr>
                <p:spPr>
                  <a:xfrm>
                    <a:off x="862869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3" name="直線接點 802"/>
                  <p:cNvCxnSpPr/>
                  <p:nvPr/>
                </p:nvCxnSpPr>
                <p:spPr>
                  <a:xfrm>
                    <a:off x="866894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4" name="直線接點 803"/>
                  <p:cNvCxnSpPr/>
                  <p:nvPr/>
                </p:nvCxnSpPr>
                <p:spPr>
                  <a:xfrm>
                    <a:off x="870918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5" name="直線接點 804"/>
                  <p:cNvCxnSpPr/>
                  <p:nvPr/>
                </p:nvCxnSpPr>
                <p:spPr>
                  <a:xfrm>
                    <a:off x="8749433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818" name="群組 817"/>
            <p:cNvGrpSpPr/>
            <p:nvPr/>
          </p:nvGrpSpPr>
          <p:grpSpPr>
            <a:xfrm>
              <a:off x="9838813" y="2747160"/>
              <a:ext cx="608812" cy="983616"/>
              <a:chOff x="8325303" y="2746757"/>
              <a:chExt cx="608812" cy="983616"/>
            </a:xfrm>
          </p:grpSpPr>
          <p:grpSp>
            <p:nvGrpSpPr>
              <p:cNvPr id="819" name="群組 818"/>
              <p:cNvGrpSpPr/>
              <p:nvPr/>
            </p:nvGrpSpPr>
            <p:grpSpPr>
              <a:xfrm>
                <a:off x="8325303" y="2746757"/>
                <a:ext cx="608812" cy="983616"/>
                <a:chOff x="8312631" y="2128373"/>
                <a:chExt cx="608812" cy="983616"/>
              </a:xfrm>
            </p:grpSpPr>
            <p:sp>
              <p:nvSpPr>
                <p:cNvPr id="837" name="圓角矩形 836"/>
                <p:cNvSpPr/>
                <p:nvPr/>
              </p:nvSpPr>
              <p:spPr>
                <a:xfrm>
                  <a:off x="8312631" y="2128373"/>
                  <a:ext cx="608812" cy="983616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38" name="圓角矩形 837"/>
                <p:cNvSpPr/>
                <p:nvPr/>
              </p:nvSpPr>
              <p:spPr>
                <a:xfrm>
                  <a:off x="8365664" y="2172472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839" name="群組 838"/>
                <p:cNvGrpSpPr/>
                <p:nvPr/>
              </p:nvGrpSpPr>
              <p:grpSpPr>
                <a:xfrm>
                  <a:off x="8430143" y="2380845"/>
                  <a:ext cx="360000" cy="110762"/>
                  <a:chOff x="8430143" y="2380845"/>
                  <a:chExt cx="360000" cy="110762"/>
                </a:xfrm>
              </p:grpSpPr>
              <p:sp>
                <p:nvSpPr>
                  <p:cNvPr id="840" name="圓角矩形 839"/>
                  <p:cNvSpPr/>
                  <p:nvPr/>
                </p:nvSpPr>
                <p:spPr>
                  <a:xfrm>
                    <a:off x="8430143" y="2380845"/>
                    <a:ext cx="360000" cy="110761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841" name="直線接點 840"/>
                  <p:cNvCxnSpPr/>
                  <p:nvPr/>
                </p:nvCxnSpPr>
                <p:spPr>
                  <a:xfrm>
                    <a:off x="8467716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2" name="直線接點 841"/>
                  <p:cNvCxnSpPr/>
                  <p:nvPr/>
                </p:nvCxnSpPr>
                <p:spPr>
                  <a:xfrm>
                    <a:off x="8507961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3" name="直線接點 842"/>
                  <p:cNvCxnSpPr/>
                  <p:nvPr/>
                </p:nvCxnSpPr>
                <p:spPr>
                  <a:xfrm>
                    <a:off x="854820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4" name="直線接點 843"/>
                  <p:cNvCxnSpPr/>
                  <p:nvPr/>
                </p:nvCxnSpPr>
                <p:spPr>
                  <a:xfrm>
                    <a:off x="858845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5" name="直線接點 844"/>
                  <p:cNvCxnSpPr/>
                  <p:nvPr/>
                </p:nvCxnSpPr>
                <p:spPr>
                  <a:xfrm>
                    <a:off x="862869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6" name="直線接點 845"/>
                  <p:cNvCxnSpPr/>
                  <p:nvPr/>
                </p:nvCxnSpPr>
                <p:spPr>
                  <a:xfrm>
                    <a:off x="866894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7" name="直線接點 846"/>
                  <p:cNvCxnSpPr/>
                  <p:nvPr/>
                </p:nvCxnSpPr>
                <p:spPr>
                  <a:xfrm>
                    <a:off x="870918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48" name="直線接點 847"/>
                  <p:cNvCxnSpPr/>
                  <p:nvPr/>
                </p:nvCxnSpPr>
                <p:spPr>
                  <a:xfrm>
                    <a:off x="8749433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820" name="等腰三角形 819"/>
              <p:cNvSpPr/>
              <p:nvPr/>
            </p:nvSpPr>
            <p:spPr>
              <a:xfrm>
                <a:off x="8381160" y="3156986"/>
                <a:ext cx="124364" cy="149456"/>
              </a:xfrm>
              <a:prstGeom prst="triangle">
                <a:avLst/>
              </a:prstGeom>
              <a:solidFill>
                <a:srgbClr val="548235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821" name="等腰三角形 820"/>
              <p:cNvSpPr/>
              <p:nvPr/>
            </p:nvSpPr>
            <p:spPr>
              <a:xfrm rot="10800000">
                <a:off x="8499831" y="3158578"/>
                <a:ext cx="124364" cy="149456"/>
              </a:xfrm>
              <a:prstGeom prst="triangle">
                <a:avLst/>
              </a:prstGeom>
              <a:solidFill>
                <a:srgbClr val="548235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822" name="等腰三角形 821"/>
              <p:cNvSpPr/>
              <p:nvPr/>
            </p:nvSpPr>
            <p:spPr>
              <a:xfrm>
                <a:off x="8626462" y="3154154"/>
                <a:ext cx="124364" cy="149456"/>
              </a:xfrm>
              <a:prstGeom prst="triangle">
                <a:avLst/>
              </a:prstGeom>
              <a:solidFill>
                <a:srgbClr val="548235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823" name="等腰三角形 822"/>
              <p:cNvSpPr/>
              <p:nvPr/>
            </p:nvSpPr>
            <p:spPr>
              <a:xfrm rot="10800000">
                <a:off x="8742752" y="3155746"/>
                <a:ext cx="124364" cy="149456"/>
              </a:xfrm>
              <a:prstGeom prst="triangle">
                <a:avLst/>
              </a:prstGeom>
              <a:solidFill>
                <a:srgbClr val="548235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grpSp>
            <p:nvGrpSpPr>
              <p:cNvPr id="824" name="群組 823"/>
              <p:cNvGrpSpPr/>
              <p:nvPr/>
            </p:nvGrpSpPr>
            <p:grpSpPr>
              <a:xfrm rot="10800000">
                <a:off x="8374410" y="3367443"/>
                <a:ext cx="489721" cy="319135"/>
                <a:chOff x="8365664" y="2172472"/>
                <a:chExt cx="489721" cy="319135"/>
              </a:xfrm>
            </p:grpSpPr>
            <p:sp>
              <p:nvSpPr>
                <p:cNvPr id="825" name="圓角矩形 824"/>
                <p:cNvSpPr/>
                <p:nvPr/>
              </p:nvSpPr>
              <p:spPr>
                <a:xfrm>
                  <a:off x="8365664" y="2172472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826" name="群組 825"/>
                <p:cNvGrpSpPr/>
                <p:nvPr/>
              </p:nvGrpSpPr>
              <p:grpSpPr>
                <a:xfrm>
                  <a:off x="8430143" y="2380845"/>
                  <a:ext cx="360000" cy="110762"/>
                  <a:chOff x="8430143" y="2380845"/>
                  <a:chExt cx="360000" cy="110762"/>
                </a:xfrm>
              </p:grpSpPr>
              <p:sp>
                <p:nvSpPr>
                  <p:cNvPr id="827" name="圓角矩形 826"/>
                  <p:cNvSpPr/>
                  <p:nvPr/>
                </p:nvSpPr>
                <p:spPr>
                  <a:xfrm>
                    <a:off x="8430143" y="2380845"/>
                    <a:ext cx="360000" cy="110761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828" name="直線接點 827"/>
                  <p:cNvCxnSpPr/>
                  <p:nvPr/>
                </p:nvCxnSpPr>
                <p:spPr>
                  <a:xfrm>
                    <a:off x="8467716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9" name="直線接點 828"/>
                  <p:cNvCxnSpPr/>
                  <p:nvPr/>
                </p:nvCxnSpPr>
                <p:spPr>
                  <a:xfrm>
                    <a:off x="8507961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1" name="直線接點 830"/>
                  <p:cNvCxnSpPr/>
                  <p:nvPr/>
                </p:nvCxnSpPr>
                <p:spPr>
                  <a:xfrm>
                    <a:off x="854820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2" name="直線接點 831"/>
                  <p:cNvCxnSpPr/>
                  <p:nvPr/>
                </p:nvCxnSpPr>
                <p:spPr>
                  <a:xfrm>
                    <a:off x="858845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3" name="直線接點 832"/>
                  <p:cNvCxnSpPr/>
                  <p:nvPr/>
                </p:nvCxnSpPr>
                <p:spPr>
                  <a:xfrm>
                    <a:off x="862869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4" name="直線接點 833"/>
                  <p:cNvCxnSpPr/>
                  <p:nvPr/>
                </p:nvCxnSpPr>
                <p:spPr>
                  <a:xfrm>
                    <a:off x="866894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5" name="直線接點 834"/>
                  <p:cNvCxnSpPr/>
                  <p:nvPr/>
                </p:nvCxnSpPr>
                <p:spPr>
                  <a:xfrm>
                    <a:off x="870918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6" name="直線接點 835"/>
                  <p:cNvCxnSpPr/>
                  <p:nvPr/>
                </p:nvCxnSpPr>
                <p:spPr>
                  <a:xfrm>
                    <a:off x="8749433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147" name="群組 146"/>
          <p:cNvGrpSpPr/>
          <p:nvPr/>
        </p:nvGrpSpPr>
        <p:grpSpPr>
          <a:xfrm>
            <a:off x="843421" y="4311026"/>
            <a:ext cx="676582" cy="964688"/>
            <a:chOff x="4359126" y="4487255"/>
            <a:chExt cx="582828" cy="1283809"/>
          </a:xfrm>
        </p:grpSpPr>
        <p:grpSp>
          <p:nvGrpSpPr>
            <p:cNvPr id="142" name="群組 141"/>
            <p:cNvGrpSpPr>
              <a:grpSpLocks noChangeAspect="1"/>
            </p:cNvGrpSpPr>
            <p:nvPr/>
          </p:nvGrpSpPr>
          <p:grpSpPr>
            <a:xfrm>
              <a:off x="4583287" y="4845240"/>
              <a:ext cx="145043" cy="925824"/>
              <a:chOff x="4552215" y="4833713"/>
              <a:chExt cx="214892" cy="1371675"/>
            </a:xfrm>
          </p:grpSpPr>
          <p:sp>
            <p:nvSpPr>
              <p:cNvPr id="140" name="圓角矩形 139"/>
              <p:cNvSpPr/>
              <p:nvPr/>
            </p:nvSpPr>
            <p:spPr>
              <a:xfrm>
                <a:off x="4552215" y="6052988"/>
                <a:ext cx="214892" cy="152400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41" name="圓角矩形 140"/>
              <p:cNvSpPr/>
              <p:nvPr/>
            </p:nvSpPr>
            <p:spPr>
              <a:xfrm>
                <a:off x="4586451" y="5781042"/>
                <a:ext cx="146421" cy="399623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324" name="圓角矩形 1323"/>
              <p:cNvSpPr/>
              <p:nvPr/>
            </p:nvSpPr>
            <p:spPr>
              <a:xfrm>
                <a:off x="4628415" y="4833713"/>
                <a:ext cx="62492" cy="96002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146" name="群組 145"/>
            <p:cNvGrpSpPr/>
            <p:nvPr/>
          </p:nvGrpSpPr>
          <p:grpSpPr>
            <a:xfrm>
              <a:off x="4537997" y="4487255"/>
              <a:ext cx="403957" cy="659463"/>
              <a:chOff x="4794958" y="4380107"/>
              <a:chExt cx="403957" cy="659463"/>
            </a:xfrm>
          </p:grpSpPr>
          <p:grpSp>
            <p:nvGrpSpPr>
              <p:cNvPr id="144" name="群組 143"/>
              <p:cNvGrpSpPr/>
              <p:nvPr/>
            </p:nvGrpSpPr>
            <p:grpSpPr>
              <a:xfrm>
                <a:off x="4860946" y="4413579"/>
                <a:ext cx="337969" cy="625991"/>
                <a:chOff x="4860946" y="4413579"/>
                <a:chExt cx="337969" cy="625991"/>
              </a:xfrm>
            </p:grpSpPr>
            <p:sp>
              <p:nvSpPr>
                <p:cNvPr id="143" name="拱形 142"/>
                <p:cNvSpPr/>
                <p:nvPr/>
              </p:nvSpPr>
              <p:spPr>
                <a:xfrm rot="5051326">
                  <a:off x="4703784" y="4570741"/>
                  <a:ext cx="584200" cy="269875"/>
                </a:xfrm>
                <a:prstGeom prst="blockArc">
                  <a:avLst>
                    <a:gd name="adj1" fmla="val 14271482"/>
                    <a:gd name="adj2" fmla="val 20002194"/>
                    <a:gd name="adj3" fmla="val 6787"/>
                  </a:avLst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25" name="拱形 1324"/>
                <p:cNvSpPr/>
                <p:nvPr/>
              </p:nvSpPr>
              <p:spPr>
                <a:xfrm rot="5400000">
                  <a:off x="4771878" y="4612532"/>
                  <a:ext cx="584200" cy="269875"/>
                </a:xfrm>
                <a:prstGeom prst="blockArc">
                  <a:avLst>
                    <a:gd name="adj1" fmla="val 12170049"/>
                    <a:gd name="adj2" fmla="val 20391069"/>
                    <a:gd name="adj3" fmla="val 8863"/>
                  </a:avLst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326" name="拱形 1325"/>
              <p:cNvSpPr/>
              <p:nvPr/>
            </p:nvSpPr>
            <p:spPr>
              <a:xfrm rot="4780604">
                <a:off x="4637796" y="4537269"/>
                <a:ext cx="584200" cy="269875"/>
              </a:xfrm>
              <a:prstGeom prst="blockArc">
                <a:avLst>
                  <a:gd name="adj1" fmla="val 16398127"/>
                  <a:gd name="adj2" fmla="val 20002194"/>
                  <a:gd name="adj3" fmla="val 6787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5" name="群組 144"/>
            <p:cNvGrpSpPr/>
            <p:nvPr/>
          </p:nvGrpSpPr>
          <p:grpSpPr>
            <a:xfrm rot="10800000">
              <a:off x="4359126" y="4580817"/>
              <a:ext cx="403957" cy="659463"/>
              <a:chOff x="5530598" y="4446782"/>
              <a:chExt cx="403957" cy="659463"/>
            </a:xfrm>
          </p:grpSpPr>
          <p:grpSp>
            <p:nvGrpSpPr>
              <p:cNvPr id="1330" name="群組 1329"/>
              <p:cNvGrpSpPr/>
              <p:nvPr/>
            </p:nvGrpSpPr>
            <p:grpSpPr>
              <a:xfrm>
                <a:off x="5596586" y="4480254"/>
                <a:ext cx="337969" cy="625991"/>
                <a:chOff x="4860946" y="4413579"/>
                <a:chExt cx="337969" cy="625991"/>
              </a:xfrm>
            </p:grpSpPr>
            <p:sp>
              <p:nvSpPr>
                <p:cNvPr id="1331" name="拱形 1330"/>
                <p:cNvSpPr/>
                <p:nvPr/>
              </p:nvSpPr>
              <p:spPr>
                <a:xfrm rot="5051326">
                  <a:off x="4703784" y="4570741"/>
                  <a:ext cx="584200" cy="269875"/>
                </a:xfrm>
                <a:prstGeom prst="blockArc">
                  <a:avLst>
                    <a:gd name="adj1" fmla="val 14271482"/>
                    <a:gd name="adj2" fmla="val 20002194"/>
                    <a:gd name="adj3" fmla="val 6787"/>
                  </a:avLst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32" name="拱形 1331"/>
                <p:cNvSpPr/>
                <p:nvPr/>
              </p:nvSpPr>
              <p:spPr>
                <a:xfrm rot="5400000">
                  <a:off x="4771878" y="4612532"/>
                  <a:ext cx="584200" cy="269875"/>
                </a:xfrm>
                <a:prstGeom prst="blockArc">
                  <a:avLst>
                    <a:gd name="adj1" fmla="val 12170049"/>
                    <a:gd name="adj2" fmla="val 20391069"/>
                    <a:gd name="adj3" fmla="val 8863"/>
                  </a:avLst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333" name="拱形 1332"/>
              <p:cNvSpPr/>
              <p:nvPr/>
            </p:nvSpPr>
            <p:spPr>
              <a:xfrm rot="4780604">
                <a:off x="5373436" y="4603944"/>
                <a:ext cx="584200" cy="269875"/>
              </a:xfrm>
              <a:prstGeom prst="blockArc">
                <a:avLst>
                  <a:gd name="adj1" fmla="val 16398127"/>
                  <a:gd name="adj2" fmla="val 20002194"/>
                  <a:gd name="adj3" fmla="val 6787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7" name="群組 26"/>
          <p:cNvGrpSpPr/>
          <p:nvPr/>
        </p:nvGrpSpPr>
        <p:grpSpPr>
          <a:xfrm>
            <a:off x="1056431" y="2635442"/>
            <a:ext cx="220903" cy="850490"/>
            <a:chOff x="2247482" y="4175887"/>
            <a:chExt cx="220903" cy="850490"/>
          </a:xfrm>
        </p:grpSpPr>
        <p:sp>
          <p:nvSpPr>
            <p:cNvPr id="122" name="矩形 121"/>
            <p:cNvSpPr/>
            <p:nvPr/>
          </p:nvSpPr>
          <p:spPr>
            <a:xfrm>
              <a:off x="2247482" y="4175887"/>
              <a:ext cx="220903" cy="85049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8" name="橢圓 147"/>
            <p:cNvSpPr/>
            <p:nvPr/>
          </p:nvSpPr>
          <p:spPr>
            <a:xfrm>
              <a:off x="2296283" y="4266764"/>
              <a:ext cx="123300" cy="123300"/>
            </a:xfrm>
            <a:prstGeom prst="ellipse">
              <a:avLst/>
            </a:prstGeom>
            <a:solidFill>
              <a:srgbClr val="00B050"/>
            </a:solidFill>
            <a:ln w="3175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35" name="橢圓 1334"/>
            <p:cNvSpPr/>
            <p:nvPr/>
          </p:nvSpPr>
          <p:spPr>
            <a:xfrm>
              <a:off x="2296283" y="4448974"/>
              <a:ext cx="123300" cy="123300"/>
            </a:xfrm>
            <a:prstGeom prst="ellipse">
              <a:avLst/>
            </a:prstGeom>
            <a:solidFill>
              <a:srgbClr val="00B050"/>
            </a:solidFill>
            <a:ln w="3175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36" name="橢圓 1335"/>
            <p:cNvSpPr/>
            <p:nvPr/>
          </p:nvSpPr>
          <p:spPr>
            <a:xfrm>
              <a:off x="2296283" y="4631184"/>
              <a:ext cx="123300" cy="123300"/>
            </a:xfrm>
            <a:prstGeom prst="ellipse">
              <a:avLst/>
            </a:prstGeom>
            <a:solidFill>
              <a:srgbClr val="00B050"/>
            </a:solidFill>
            <a:ln w="3175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37" name="橢圓 1336"/>
            <p:cNvSpPr/>
            <p:nvPr/>
          </p:nvSpPr>
          <p:spPr>
            <a:xfrm>
              <a:off x="2296283" y="4813394"/>
              <a:ext cx="123300" cy="123300"/>
            </a:xfrm>
            <a:prstGeom prst="ellipse">
              <a:avLst/>
            </a:prstGeom>
            <a:solidFill>
              <a:srgbClr val="00B050"/>
            </a:solidFill>
            <a:ln w="3175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26" name="群組 25"/>
          <p:cNvGrpSpPr/>
          <p:nvPr/>
        </p:nvGrpSpPr>
        <p:grpSpPr>
          <a:xfrm>
            <a:off x="1317983" y="2635442"/>
            <a:ext cx="220903" cy="850490"/>
            <a:chOff x="2509034" y="4175887"/>
            <a:chExt cx="220903" cy="850490"/>
          </a:xfrm>
        </p:grpSpPr>
        <p:sp>
          <p:nvSpPr>
            <p:cNvPr id="1339" name="矩形 1338"/>
            <p:cNvSpPr/>
            <p:nvPr/>
          </p:nvSpPr>
          <p:spPr>
            <a:xfrm>
              <a:off x="2509034" y="4175887"/>
              <a:ext cx="220903" cy="85049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40" name="橢圓 1339"/>
            <p:cNvSpPr/>
            <p:nvPr/>
          </p:nvSpPr>
          <p:spPr>
            <a:xfrm>
              <a:off x="2557835" y="4266764"/>
              <a:ext cx="123300" cy="123300"/>
            </a:xfrm>
            <a:prstGeom prst="ellipse">
              <a:avLst/>
            </a:prstGeom>
            <a:solidFill>
              <a:srgbClr val="FF6600"/>
            </a:solidFill>
            <a:ln w="3175">
              <a:solidFill>
                <a:srgbClr val="FF66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41" name="橢圓 1340"/>
            <p:cNvSpPr/>
            <p:nvPr/>
          </p:nvSpPr>
          <p:spPr>
            <a:xfrm>
              <a:off x="2557835" y="4448974"/>
              <a:ext cx="123300" cy="123300"/>
            </a:xfrm>
            <a:prstGeom prst="ellipse">
              <a:avLst/>
            </a:prstGeom>
            <a:solidFill>
              <a:srgbClr val="FF6600"/>
            </a:solidFill>
            <a:ln w="3175">
              <a:solidFill>
                <a:srgbClr val="FF66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42" name="橢圓 1341"/>
            <p:cNvSpPr/>
            <p:nvPr/>
          </p:nvSpPr>
          <p:spPr>
            <a:xfrm>
              <a:off x="2557835" y="4631184"/>
              <a:ext cx="123300" cy="123300"/>
            </a:xfrm>
            <a:prstGeom prst="ellipse">
              <a:avLst/>
            </a:prstGeom>
            <a:solidFill>
              <a:srgbClr val="FF6600"/>
            </a:solidFill>
            <a:ln w="3175">
              <a:solidFill>
                <a:srgbClr val="FF66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43" name="橢圓 1342"/>
            <p:cNvSpPr/>
            <p:nvPr/>
          </p:nvSpPr>
          <p:spPr>
            <a:xfrm>
              <a:off x="2557835" y="4813394"/>
              <a:ext cx="123300" cy="123300"/>
            </a:xfrm>
            <a:prstGeom prst="ellipse">
              <a:avLst/>
            </a:prstGeom>
            <a:solidFill>
              <a:srgbClr val="FF6600"/>
            </a:solidFill>
            <a:ln w="3175">
              <a:solidFill>
                <a:srgbClr val="FF660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88" name="群組 187"/>
          <p:cNvGrpSpPr/>
          <p:nvPr/>
        </p:nvGrpSpPr>
        <p:grpSpPr>
          <a:xfrm>
            <a:off x="5669887" y="3489711"/>
            <a:ext cx="1324729" cy="325781"/>
            <a:chOff x="9626920" y="1799186"/>
            <a:chExt cx="1547129" cy="380474"/>
          </a:xfrm>
        </p:grpSpPr>
        <p:grpSp>
          <p:nvGrpSpPr>
            <p:cNvPr id="1415" name="群組 1414"/>
            <p:cNvGrpSpPr/>
            <p:nvPr/>
          </p:nvGrpSpPr>
          <p:grpSpPr>
            <a:xfrm>
              <a:off x="9626920" y="1799186"/>
              <a:ext cx="1547129" cy="380474"/>
              <a:chOff x="8157771" y="4322270"/>
              <a:chExt cx="2397658" cy="589636"/>
            </a:xfrm>
          </p:grpSpPr>
          <p:grpSp>
            <p:nvGrpSpPr>
              <p:cNvPr id="1488" name="群組 1487"/>
              <p:cNvGrpSpPr/>
              <p:nvPr/>
            </p:nvGrpSpPr>
            <p:grpSpPr>
              <a:xfrm>
                <a:off x="8157771" y="4322271"/>
                <a:ext cx="1205566" cy="589635"/>
                <a:chOff x="8157771" y="3276363"/>
                <a:chExt cx="1205566" cy="589635"/>
              </a:xfrm>
            </p:grpSpPr>
            <p:grpSp>
              <p:nvGrpSpPr>
                <p:cNvPr id="1548" name="群組 1547"/>
                <p:cNvGrpSpPr/>
                <p:nvPr/>
              </p:nvGrpSpPr>
              <p:grpSpPr>
                <a:xfrm>
                  <a:off x="8157771" y="3276363"/>
                  <a:ext cx="608812" cy="589635"/>
                  <a:chOff x="7413476" y="3279836"/>
                  <a:chExt cx="608812" cy="589635"/>
                </a:xfrm>
              </p:grpSpPr>
              <p:grpSp>
                <p:nvGrpSpPr>
                  <p:cNvPr id="1578" name="群組 1577"/>
                  <p:cNvGrpSpPr/>
                  <p:nvPr/>
                </p:nvGrpSpPr>
                <p:grpSpPr>
                  <a:xfrm>
                    <a:off x="7413476" y="3279836"/>
                    <a:ext cx="608812" cy="497924"/>
                    <a:chOff x="7287413" y="2593332"/>
                    <a:chExt cx="608812" cy="497924"/>
                  </a:xfrm>
                </p:grpSpPr>
                <p:sp>
                  <p:nvSpPr>
                    <p:cNvPr id="1593" name="圓角矩形 1592"/>
                    <p:cNvSpPr/>
                    <p:nvPr/>
                  </p:nvSpPr>
                  <p:spPr>
                    <a:xfrm>
                      <a:off x="7287413" y="2593332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94" name="圓角矩形 1593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95" name="圓角矩形 1594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96" name="圓角矩形 1595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97" name="圓角矩形 1596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598" name="直線接點 1597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99" name="直線接點 1598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00" name="直線接點 1599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01" name="直線接點 1600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02" name="直線接點 1601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03" name="直線接點 1602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04" name="直線接點 1603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05" name="直線接點 1604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79" name="群組 1578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1585" name="直線接點 1584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86" name="直線接點 1585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87" name="直線接點 1586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88" name="直線接點 1587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89" name="直線接點 1588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90" name="直線接點 1589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91" name="直線接點 1590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92" name="直線接點 1591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549" name="群組 1548"/>
                <p:cNvGrpSpPr/>
                <p:nvPr/>
              </p:nvGrpSpPr>
              <p:grpSpPr>
                <a:xfrm>
                  <a:off x="8754525" y="3276363"/>
                  <a:ext cx="608812" cy="588300"/>
                  <a:chOff x="7413476" y="3281171"/>
                  <a:chExt cx="608812" cy="588300"/>
                </a:xfrm>
              </p:grpSpPr>
              <p:grpSp>
                <p:nvGrpSpPr>
                  <p:cNvPr id="1550" name="群組 1549"/>
                  <p:cNvGrpSpPr/>
                  <p:nvPr/>
                </p:nvGrpSpPr>
                <p:grpSpPr>
                  <a:xfrm>
                    <a:off x="7413476" y="3281171"/>
                    <a:ext cx="608812" cy="497924"/>
                    <a:chOff x="7287413" y="2594667"/>
                    <a:chExt cx="608812" cy="497924"/>
                  </a:xfrm>
                </p:grpSpPr>
                <p:sp>
                  <p:nvSpPr>
                    <p:cNvPr id="1565" name="圓角矩形 1564"/>
                    <p:cNvSpPr/>
                    <p:nvPr/>
                  </p:nvSpPr>
                  <p:spPr>
                    <a:xfrm>
                      <a:off x="7287413" y="2594667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66" name="圓角矩形 1565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67" name="圓角矩形 1566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68" name="圓角矩形 1567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69" name="圓角矩形 1568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570" name="直線接點 1569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1" name="直線接點 1570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2" name="直線接點 1571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3" name="直線接點 1572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4" name="直線接點 1573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5" name="直線接點 1574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6" name="直線接點 1575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7" name="直線接點 1576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51" name="群組 1550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1557" name="直線接點 1556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8" name="直線接點 1557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9" name="直線接點 1558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60" name="直線接點 1559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61" name="直線接點 1560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62" name="直線接點 1561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63" name="直線接點 1562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64" name="直線接點 1563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489" name="群組 1488"/>
              <p:cNvGrpSpPr/>
              <p:nvPr/>
            </p:nvGrpSpPr>
            <p:grpSpPr>
              <a:xfrm>
                <a:off x="9349862" y="4322270"/>
                <a:ext cx="1205567" cy="585422"/>
                <a:chOff x="8157770" y="3280576"/>
                <a:chExt cx="1205567" cy="585422"/>
              </a:xfrm>
            </p:grpSpPr>
            <p:grpSp>
              <p:nvGrpSpPr>
                <p:cNvPr id="1490" name="群組 1489"/>
                <p:cNvGrpSpPr/>
                <p:nvPr/>
              </p:nvGrpSpPr>
              <p:grpSpPr>
                <a:xfrm>
                  <a:off x="8157770" y="3280582"/>
                  <a:ext cx="608812" cy="585416"/>
                  <a:chOff x="7413475" y="3284055"/>
                  <a:chExt cx="608812" cy="585416"/>
                </a:xfrm>
              </p:grpSpPr>
              <p:grpSp>
                <p:nvGrpSpPr>
                  <p:cNvPr id="1520" name="群組 1519"/>
                  <p:cNvGrpSpPr/>
                  <p:nvPr/>
                </p:nvGrpSpPr>
                <p:grpSpPr>
                  <a:xfrm>
                    <a:off x="7413475" y="3284055"/>
                    <a:ext cx="608812" cy="497924"/>
                    <a:chOff x="7287412" y="2597551"/>
                    <a:chExt cx="608812" cy="497924"/>
                  </a:xfrm>
                </p:grpSpPr>
                <p:sp>
                  <p:nvSpPr>
                    <p:cNvPr id="1535" name="圓角矩形 1534"/>
                    <p:cNvSpPr/>
                    <p:nvPr/>
                  </p:nvSpPr>
                  <p:spPr>
                    <a:xfrm>
                      <a:off x="7287412" y="2597551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36" name="圓角矩形 1535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37" name="圓角矩形 1536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38" name="圓角矩形 1537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39" name="圓角矩形 1538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540" name="直線接點 1539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1" name="直線接點 1540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2" name="直線接點 1541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3" name="直線接點 1542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4" name="直線接點 1543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5" name="直線接點 1544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6" name="直線接點 1545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7" name="直線接點 1546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21" name="群組 1520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1527" name="直線接點 1526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8" name="直線接點 1527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9" name="直線接點 1528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0" name="直線接點 1529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1" name="直線接點 1530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2" name="直線接點 1531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3" name="直線接點 1532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4" name="直線接點 1533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491" name="群組 1490"/>
                <p:cNvGrpSpPr/>
                <p:nvPr/>
              </p:nvGrpSpPr>
              <p:grpSpPr>
                <a:xfrm>
                  <a:off x="8754525" y="3280576"/>
                  <a:ext cx="608812" cy="584087"/>
                  <a:chOff x="7413476" y="3285384"/>
                  <a:chExt cx="608812" cy="584087"/>
                </a:xfrm>
              </p:grpSpPr>
              <p:grpSp>
                <p:nvGrpSpPr>
                  <p:cNvPr id="1492" name="群組 1491"/>
                  <p:cNvGrpSpPr/>
                  <p:nvPr/>
                </p:nvGrpSpPr>
                <p:grpSpPr>
                  <a:xfrm>
                    <a:off x="7413476" y="3285384"/>
                    <a:ext cx="608812" cy="497924"/>
                    <a:chOff x="7287413" y="2598880"/>
                    <a:chExt cx="608812" cy="497924"/>
                  </a:xfrm>
                </p:grpSpPr>
                <p:sp>
                  <p:nvSpPr>
                    <p:cNvPr id="1507" name="圓角矩形 1506"/>
                    <p:cNvSpPr/>
                    <p:nvPr/>
                  </p:nvSpPr>
                  <p:spPr>
                    <a:xfrm>
                      <a:off x="7287413" y="2598880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08" name="圓角矩形 1507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09" name="圓角矩形 1508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10" name="圓角矩形 1509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11" name="圓角矩形 1510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512" name="直線接點 1511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3" name="直線接點 1512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4" name="直線接點 1513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5" name="直線接點 1514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6" name="直線接點 1515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7" name="直線接點 1516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8" name="直線接點 1517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9" name="直線接點 1518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493" name="群組 1492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1499" name="直線接點 1498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0" name="直線接點 1499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1" name="直線接點 1500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2" name="直線接點 1501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3" name="直線接點 1502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4" name="直線接點 1503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5" name="直線接點 1504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6" name="直線接點 1505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grpSp>
          <p:nvGrpSpPr>
            <p:cNvPr id="1416" name="群組 1415"/>
            <p:cNvGrpSpPr/>
            <p:nvPr/>
          </p:nvGrpSpPr>
          <p:grpSpPr>
            <a:xfrm>
              <a:off x="9727533" y="2041660"/>
              <a:ext cx="181783" cy="54011"/>
              <a:chOff x="8400565" y="3029365"/>
              <a:chExt cx="281717" cy="83704"/>
            </a:xfrm>
          </p:grpSpPr>
          <p:cxnSp>
            <p:nvCxnSpPr>
              <p:cNvPr id="1480" name="直線接點 1479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1" name="直線接點 1480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2" name="直線接點 1481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3" name="直線接點 1482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4" name="直線接點 1483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5" name="直線接點 1484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6" name="直線接點 1485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7" name="直線接點 1486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18" name="群組 1417"/>
            <p:cNvGrpSpPr/>
            <p:nvPr/>
          </p:nvGrpSpPr>
          <p:grpSpPr>
            <a:xfrm>
              <a:off x="10111521" y="2038609"/>
              <a:ext cx="181783" cy="54011"/>
              <a:chOff x="8400565" y="3029365"/>
              <a:chExt cx="281717" cy="83704"/>
            </a:xfrm>
          </p:grpSpPr>
          <p:cxnSp>
            <p:nvCxnSpPr>
              <p:cNvPr id="1464" name="直線接點 1463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5" name="直線接點 1464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6" name="直線接點 1465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7" name="直線接點 1466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8" name="直線接點 1467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9" name="直線接點 1468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0" name="直線接點 1469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1" name="直線接點 1470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20" name="群組 1419"/>
            <p:cNvGrpSpPr/>
            <p:nvPr/>
          </p:nvGrpSpPr>
          <p:grpSpPr>
            <a:xfrm>
              <a:off x="10501111" y="2041733"/>
              <a:ext cx="181783" cy="54011"/>
              <a:chOff x="8400565" y="3029365"/>
              <a:chExt cx="281717" cy="83704"/>
            </a:xfrm>
          </p:grpSpPr>
          <p:cxnSp>
            <p:nvCxnSpPr>
              <p:cNvPr id="1448" name="直線接點 1447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9" name="直線接點 1448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0" name="直線接點 1449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1" name="直線接點 1450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2" name="直線接點 1451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3" name="直線接點 1452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4" name="直線接點 1453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5" name="直線接點 1454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22" name="群組 1421"/>
            <p:cNvGrpSpPr/>
            <p:nvPr/>
          </p:nvGrpSpPr>
          <p:grpSpPr>
            <a:xfrm>
              <a:off x="10882025" y="2038682"/>
              <a:ext cx="181783" cy="54011"/>
              <a:chOff x="8400565" y="3029365"/>
              <a:chExt cx="281717" cy="83704"/>
            </a:xfrm>
          </p:grpSpPr>
          <p:cxnSp>
            <p:nvCxnSpPr>
              <p:cNvPr id="1432" name="直線接點 1431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3" name="直線接點 1432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4" name="直線接點 1433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5" name="直線接點 1434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6" name="直線接點 1435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7" name="直線接點 1436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8" name="直線接點 1437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9" name="直線接點 1438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55" name="矩形 1854"/>
          <p:cNvSpPr/>
          <p:nvPr/>
        </p:nvSpPr>
        <p:spPr>
          <a:xfrm>
            <a:off x="5159868" y="4002438"/>
            <a:ext cx="4788880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RJ45</a:t>
            </a:r>
            <a:endParaRPr lang="zh-TW" altLang="en-US" sz="1050" dirty="0"/>
          </a:p>
        </p:txBody>
      </p:sp>
      <p:sp>
        <p:nvSpPr>
          <p:cNvPr id="1856" name="矩形 1855"/>
          <p:cNvSpPr/>
          <p:nvPr/>
        </p:nvSpPr>
        <p:spPr>
          <a:xfrm>
            <a:off x="687277" y="5413636"/>
            <a:ext cx="1000059" cy="237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 err="1"/>
              <a:t>WiFi</a:t>
            </a:r>
            <a:r>
              <a:rPr lang="en-US" altLang="zh-TW" sz="1050" dirty="0"/>
              <a:t> Antenna</a:t>
            </a:r>
            <a:endParaRPr lang="zh-TW" altLang="en-US" sz="1050" dirty="0"/>
          </a:p>
        </p:txBody>
      </p:sp>
      <p:sp>
        <p:nvSpPr>
          <p:cNvPr id="1857" name="矩形 1856"/>
          <p:cNvSpPr/>
          <p:nvPr/>
        </p:nvSpPr>
        <p:spPr>
          <a:xfrm>
            <a:off x="781763" y="3659191"/>
            <a:ext cx="779789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LED</a:t>
            </a:r>
            <a:endParaRPr lang="zh-TW" altLang="en-US" sz="1050" dirty="0"/>
          </a:p>
        </p:txBody>
      </p:sp>
      <p:sp>
        <p:nvSpPr>
          <p:cNvPr id="1858" name="矩形 1857"/>
          <p:cNvSpPr/>
          <p:nvPr/>
        </p:nvSpPr>
        <p:spPr>
          <a:xfrm>
            <a:off x="9148444" y="2800752"/>
            <a:ext cx="796218" cy="2236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Console</a:t>
            </a:r>
            <a:endParaRPr lang="zh-TW" altLang="en-US" sz="1050" dirty="0"/>
          </a:p>
        </p:txBody>
      </p:sp>
      <p:sp>
        <p:nvSpPr>
          <p:cNvPr id="1859" name="矩形 1858"/>
          <p:cNvSpPr/>
          <p:nvPr/>
        </p:nvSpPr>
        <p:spPr>
          <a:xfrm>
            <a:off x="8877956" y="5427895"/>
            <a:ext cx="808151" cy="2236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Bypass</a:t>
            </a:r>
            <a:endParaRPr lang="zh-TW" altLang="en-US" sz="1050" dirty="0"/>
          </a:p>
        </p:txBody>
      </p:sp>
      <p:grpSp>
        <p:nvGrpSpPr>
          <p:cNvPr id="10" name="群組 9"/>
          <p:cNvGrpSpPr>
            <a:grpSpLocks noChangeAspect="1"/>
          </p:cNvGrpSpPr>
          <p:nvPr/>
        </p:nvGrpSpPr>
        <p:grpSpPr>
          <a:xfrm>
            <a:off x="7656151" y="5183919"/>
            <a:ext cx="308250" cy="99689"/>
            <a:chOff x="4544890" y="5181599"/>
            <a:chExt cx="755773" cy="244415"/>
          </a:xfrm>
        </p:grpSpPr>
        <p:sp>
          <p:nvSpPr>
            <p:cNvPr id="9" name="矩形 8"/>
            <p:cNvSpPr/>
            <p:nvPr/>
          </p:nvSpPr>
          <p:spPr>
            <a:xfrm flipH="1">
              <a:off x="4626786" y="5306008"/>
              <a:ext cx="57109" cy="11191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12" name="矩形 1311"/>
            <p:cNvSpPr/>
            <p:nvPr/>
          </p:nvSpPr>
          <p:spPr>
            <a:xfrm flipH="1">
              <a:off x="4763410" y="5306008"/>
              <a:ext cx="57109" cy="11191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13" name="矩形 1312"/>
            <p:cNvSpPr/>
            <p:nvPr/>
          </p:nvSpPr>
          <p:spPr>
            <a:xfrm flipH="1">
              <a:off x="4895035" y="5306008"/>
              <a:ext cx="57109" cy="11191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14" name="矩形 1313"/>
            <p:cNvSpPr/>
            <p:nvPr/>
          </p:nvSpPr>
          <p:spPr>
            <a:xfrm flipH="1">
              <a:off x="5026660" y="5306008"/>
              <a:ext cx="57109" cy="11191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20" name="矩形 1319"/>
            <p:cNvSpPr/>
            <p:nvPr/>
          </p:nvSpPr>
          <p:spPr>
            <a:xfrm flipH="1">
              <a:off x="5155051" y="5309241"/>
              <a:ext cx="57109" cy="11191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" name="矩形 5"/>
            <p:cNvSpPr/>
            <p:nvPr/>
          </p:nvSpPr>
          <p:spPr>
            <a:xfrm>
              <a:off x="4638510" y="5350798"/>
              <a:ext cx="558732" cy="6712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" name="剪去同側角落矩形 4"/>
            <p:cNvSpPr/>
            <p:nvPr/>
          </p:nvSpPr>
          <p:spPr>
            <a:xfrm>
              <a:off x="4544890" y="5181599"/>
              <a:ext cx="755773" cy="244415"/>
            </a:xfrm>
            <a:prstGeom prst="snip2SameRect">
              <a:avLst>
                <a:gd name="adj1" fmla="val 50000"/>
                <a:gd name="adj2" fmla="val 0"/>
              </a:avLst>
            </a:prstGeom>
            <a:noFill/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1321" name="矩形 1320"/>
          <p:cNvSpPr/>
          <p:nvPr/>
        </p:nvSpPr>
        <p:spPr>
          <a:xfrm>
            <a:off x="7389371" y="5427895"/>
            <a:ext cx="872426" cy="2236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Micro USB</a:t>
            </a:r>
            <a:endParaRPr lang="zh-TW" altLang="en-US" sz="1050" dirty="0"/>
          </a:p>
        </p:txBody>
      </p:sp>
      <p:grpSp>
        <p:nvGrpSpPr>
          <p:cNvPr id="14" name="群組 13"/>
          <p:cNvGrpSpPr/>
          <p:nvPr/>
        </p:nvGrpSpPr>
        <p:grpSpPr>
          <a:xfrm>
            <a:off x="7772659" y="2142793"/>
            <a:ext cx="336374" cy="515062"/>
            <a:chOff x="6406813" y="4837243"/>
            <a:chExt cx="392846" cy="601532"/>
          </a:xfrm>
        </p:grpSpPr>
        <p:grpSp>
          <p:nvGrpSpPr>
            <p:cNvPr id="1322" name="群組 1321"/>
            <p:cNvGrpSpPr>
              <a:grpSpLocks noChangeAspect="1"/>
            </p:cNvGrpSpPr>
            <p:nvPr/>
          </p:nvGrpSpPr>
          <p:grpSpPr>
            <a:xfrm>
              <a:off x="6406813" y="4837243"/>
              <a:ext cx="392846" cy="601532"/>
              <a:chOff x="7284238" y="2593856"/>
              <a:chExt cx="608812" cy="932222"/>
            </a:xfrm>
          </p:grpSpPr>
          <p:sp>
            <p:nvSpPr>
              <p:cNvPr id="1328" name="圓角矩形 1327"/>
              <p:cNvSpPr/>
              <p:nvPr/>
            </p:nvSpPr>
            <p:spPr>
              <a:xfrm>
                <a:off x="7284238" y="2593856"/>
                <a:ext cx="608812" cy="932222"/>
              </a:xfrm>
              <a:prstGeom prst="roundRect">
                <a:avLst>
                  <a:gd name="adj" fmla="val 6250"/>
                </a:avLst>
              </a:prstGeom>
              <a:solidFill>
                <a:schemeClr val="bg1">
                  <a:lumMod val="75000"/>
                </a:schemeClr>
              </a:solidFill>
              <a:ln w="635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329" name="圓角矩形 1328"/>
              <p:cNvSpPr/>
              <p:nvPr/>
            </p:nvSpPr>
            <p:spPr>
              <a:xfrm>
                <a:off x="7344592" y="2746024"/>
                <a:ext cx="489721" cy="319134"/>
              </a:xfrm>
              <a:prstGeom prst="roundRect">
                <a:avLst>
                  <a:gd name="adj" fmla="val 6250"/>
                </a:avLst>
              </a:prstGeom>
              <a:solidFill>
                <a:schemeClr val="bg2">
                  <a:lumMod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334" name="圓角矩形 1333"/>
              <p:cNvSpPr/>
              <p:nvPr/>
            </p:nvSpPr>
            <p:spPr>
              <a:xfrm>
                <a:off x="7476751" y="2676824"/>
                <a:ext cx="225402" cy="319134"/>
              </a:xfrm>
              <a:prstGeom prst="roundRect">
                <a:avLst>
                  <a:gd name="adj" fmla="val 6250"/>
                </a:avLst>
              </a:prstGeom>
              <a:solidFill>
                <a:schemeClr val="bg2">
                  <a:lumMod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cxnSp>
            <p:nvCxnSpPr>
              <p:cNvPr id="1344" name="直線接點 1343"/>
              <p:cNvCxnSpPr/>
              <p:nvPr/>
            </p:nvCxnSpPr>
            <p:spPr>
              <a:xfrm>
                <a:off x="7448847" y="298145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5" name="直線接點 1344"/>
              <p:cNvCxnSpPr/>
              <p:nvPr/>
            </p:nvCxnSpPr>
            <p:spPr>
              <a:xfrm>
                <a:off x="7489092" y="298145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6" name="直線接點 1345"/>
              <p:cNvCxnSpPr/>
              <p:nvPr/>
            </p:nvCxnSpPr>
            <p:spPr>
              <a:xfrm>
                <a:off x="7529337" y="2981454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7" name="直線接點 1346"/>
              <p:cNvCxnSpPr/>
              <p:nvPr/>
            </p:nvCxnSpPr>
            <p:spPr>
              <a:xfrm>
                <a:off x="7569582" y="2981454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8" name="直線接點 1347"/>
              <p:cNvCxnSpPr/>
              <p:nvPr/>
            </p:nvCxnSpPr>
            <p:spPr>
              <a:xfrm>
                <a:off x="7609827" y="2981454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9" name="直線接點 1348"/>
              <p:cNvCxnSpPr/>
              <p:nvPr/>
            </p:nvCxnSpPr>
            <p:spPr>
              <a:xfrm>
                <a:off x="7650072" y="2981454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0" name="直線接點 1349"/>
              <p:cNvCxnSpPr/>
              <p:nvPr/>
            </p:nvCxnSpPr>
            <p:spPr>
              <a:xfrm>
                <a:off x="7690317" y="2981454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1" name="直線接點 1350"/>
              <p:cNvCxnSpPr/>
              <p:nvPr/>
            </p:nvCxnSpPr>
            <p:spPr>
              <a:xfrm>
                <a:off x="7730564" y="2981454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52" name="群組 1351"/>
            <p:cNvGrpSpPr>
              <a:grpSpLocks noChangeAspect="1"/>
            </p:cNvGrpSpPr>
            <p:nvPr/>
          </p:nvGrpSpPr>
          <p:grpSpPr>
            <a:xfrm>
              <a:off x="6446234" y="5173395"/>
              <a:ext cx="314005" cy="108000"/>
              <a:chOff x="4164534" y="3226383"/>
              <a:chExt cx="628011" cy="216000"/>
            </a:xfrm>
          </p:grpSpPr>
          <p:sp>
            <p:nvSpPr>
              <p:cNvPr id="1353" name="圓角矩形 1352"/>
              <p:cNvSpPr/>
              <p:nvPr/>
            </p:nvSpPr>
            <p:spPr>
              <a:xfrm>
                <a:off x="4164534" y="3226383"/>
                <a:ext cx="628011" cy="216000"/>
              </a:xfrm>
              <a:prstGeom prst="roundRect">
                <a:avLst>
                  <a:gd name="adj" fmla="val 1728"/>
                </a:avLst>
              </a:prstGeom>
              <a:solidFill>
                <a:schemeClr val="bg2">
                  <a:lumMod val="90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354" name="圓角矩形 1353"/>
              <p:cNvSpPr/>
              <p:nvPr/>
            </p:nvSpPr>
            <p:spPr>
              <a:xfrm>
                <a:off x="4190538" y="3271129"/>
                <a:ext cx="576001" cy="106256"/>
              </a:xfrm>
              <a:prstGeom prst="roundRect">
                <a:avLst>
                  <a:gd name="adj" fmla="val 1728"/>
                </a:avLst>
              </a:prstGeom>
              <a:ln w="3175">
                <a:solidFill>
                  <a:srgbClr val="00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cxnSp>
            <p:nvCxnSpPr>
              <p:cNvPr id="1355" name="直線接點 1354"/>
              <p:cNvCxnSpPr/>
              <p:nvPr/>
            </p:nvCxnSpPr>
            <p:spPr>
              <a:xfrm>
                <a:off x="4244285" y="3358275"/>
                <a:ext cx="71097" cy="0"/>
              </a:xfrm>
              <a:prstGeom prst="line">
                <a:avLst/>
              </a:prstGeom>
              <a:ln w="1905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6" name="直線接點 1355"/>
              <p:cNvCxnSpPr/>
              <p:nvPr/>
            </p:nvCxnSpPr>
            <p:spPr>
              <a:xfrm>
                <a:off x="4375836" y="3358275"/>
                <a:ext cx="71096" cy="0"/>
              </a:xfrm>
              <a:prstGeom prst="line">
                <a:avLst/>
              </a:prstGeom>
              <a:ln w="1905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7" name="直線接點 1356"/>
              <p:cNvCxnSpPr/>
              <p:nvPr/>
            </p:nvCxnSpPr>
            <p:spPr>
              <a:xfrm>
                <a:off x="4507385" y="3358275"/>
                <a:ext cx="71097" cy="0"/>
              </a:xfrm>
              <a:prstGeom prst="line">
                <a:avLst/>
              </a:prstGeom>
              <a:ln w="1905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8" name="直線接點 1357"/>
              <p:cNvCxnSpPr/>
              <p:nvPr/>
            </p:nvCxnSpPr>
            <p:spPr>
              <a:xfrm>
                <a:off x="4638935" y="3358275"/>
                <a:ext cx="71097" cy="0"/>
              </a:xfrm>
              <a:prstGeom prst="line">
                <a:avLst/>
              </a:prstGeom>
              <a:ln w="1905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59" name="群組 1358"/>
            <p:cNvGrpSpPr>
              <a:grpSpLocks noChangeAspect="1"/>
            </p:cNvGrpSpPr>
            <p:nvPr/>
          </p:nvGrpSpPr>
          <p:grpSpPr>
            <a:xfrm>
              <a:off x="6446234" y="5310453"/>
              <a:ext cx="314005" cy="108000"/>
              <a:chOff x="4164534" y="3226383"/>
              <a:chExt cx="628011" cy="216000"/>
            </a:xfrm>
          </p:grpSpPr>
          <p:sp>
            <p:nvSpPr>
              <p:cNvPr id="1360" name="圓角矩形 1359"/>
              <p:cNvSpPr/>
              <p:nvPr/>
            </p:nvSpPr>
            <p:spPr>
              <a:xfrm>
                <a:off x="4164534" y="3226383"/>
                <a:ext cx="628011" cy="216000"/>
              </a:xfrm>
              <a:prstGeom prst="roundRect">
                <a:avLst>
                  <a:gd name="adj" fmla="val 1728"/>
                </a:avLst>
              </a:prstGeom>
              <a:solidFill>
                <a:schemeClr val="bg2">
                  <a:lumMod val="90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361" name="圓角矩形 1360"/>
              <p:cNvSpPr/>
              <p:nvPr/>
            </p:nvSpPr>
            <p:spPr>
              <a:xfrm>
                <a:off x="4190538" y="3271130"/>
                <a:ext cx="576000" cy="106255"/>
              </a:xfrm>
              <a:prstGeom prst="roundRect">
                <a:avLst>
                  <a:gd name="adj" fmla="val 1728"/>
                </a:avLst>
              </a:prstGeom>
              <a:ln w="3175">
                <a:solidFill>
                  <a:srgbClr val="00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cxnSp>
            <p:nvCxnSpPr>
              <p:cNvPr id="1362" name="直線接點 1361"/>
              <p:cNvCxnSpPr/>
              <p:nvPr/>
            </p:nvCxnSpPr>
            <p:spPr>
              <a:xfrm>
                <a:off x="4244285" y="3358275"/>
                <a:ext cx="71097" cy="0"/>
              </a:xfrm>
              <a:prstGeom prst="line">
                <a:avLst/>
              </a:prstGeom>
              <a:ln w="1905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3" name="直線接點 1362"/>
              <p:cNvCxnSpPr/>
              <p:nvPr/>
            </p:nvCxnSpPr>
            <p:spPr>
              <a:xfrm>
                <a:off x="4375836" y="3358275"/>
                <a:ext cx="71096" cy="0"/>
              </a:xfrm>
              <a:prstGeom prst="line">
                <a:avLst/>
              </a:prstGeom>
              <a:ln w="1905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4" name="直線接點 1363"/>
              <p:cNvCxnSpPr/>
              <p:nvPr/>
            </p:nvCxnSpPr>
            <p:spPr>
              <a:xfrm>
                <a:off x="4507385" y="3358275"/>
                <a:ext cx="71097" cy="0"/>
              </a:xfrm>
              <a:prstGeom prst="line">
                <a:avLst/>
              </a:prstGeom>
              <a:ln w="1905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5" name="直線接點 1364"/>
              <p:cNvCxnSpPr/>
              <p:nvPr/>
            </p:nvCxnSpPr>
            <p:spPr>
              <a:xfrm>
                <a:off x="4638935" y="3358275"/>
                <a:ext cx="71097" cy="0"/>
              </a:xfrm>
              <a:prstGeom prst="line">
                <a:avLst/>
              </a:prstGeom>
              <a:ln w="1905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群組 6"/>
          <p:cNvGrpSpPr/>
          <p:nvPr/>
        </p:nvGrpSpPr>
        <p:grpSpPr>
          <a:xfrm>
            <a:off x="7891476" y="1051775"/>
            <a:ext cx="1237809" cy="543458"/>
            <a:chOff x="9825631" y="2103734"/>
            <a:chExt cx="1445616" cy="634696"/>
          </a:xfrm>
        </p:grpSpPr>
        <p:grpSp>
          <p:nvGrpSpPr>
            <p:cNvPr id="1385" name="群組 1384"/>
            <p:cNvGrpSpPr>
              <a:grpSpLocks noChangeAspect="1"/>
            </p:cNvGrpSpPr>
            <p:nvPr/>
          </p:nvGrpSpPr>
          <p:grpSpPr>
            <a:xfrm>
              <a:off x="9825631" y="2103734"/>
              <a:ext cx="745082" cy="634696"/>
              <a:chOff x="9292936" y="2747158"/>
              <a:chExt cx="1154689" cy="983618"/>
            </a:xfrm>
          </p:grpSpPr>
          <p:grpSp>
            <p:nvGrpSpPr>
              <p:cNvPr id="1386" name="群組 1385"/>
              <p:cNvGrpSpPr/>
              <p:nvPr/>
            </p:nvGrpSpPr>
            <p:grpSpPr>
              <a:xfrm>
                <a:off x="9292936" y="2747160"/>
                <a:ext cx="608812" cy="983616"/>
                <a:chOff x="8325303" y="2746067"/>
                <a:chExt cx="608812" cy="983616"/>
              </a:xfrm>
            </p:grpSpPr>
            <p:grpSp>
              <p:nvGrpSpPr>
                <p:cNvPr id="1427" name="群組 1426"/>
                <p:cNvGrpSpPr/>
                <p:nvPr/>
              </p:nvGrpSpPr>
              <p:grpSpPr>
                <a:xfrm>
                  <a:off x="8325303" y="2746067"/>
                  <a:ext cx="608812" cy="983616"/>
                  <a:chOff x="8312631" y="2127683"/>
                  <a:chExt cx="608812" cy="983616"/>
                </a:xfrm>
              </p:grpSpPr>
              <p:sp>
                <p:nvSpPr>
                  <p:cNvPr id="1798" name="圓角矩形 1797"/>
                  <p:cNvSpPr/>
                  <p:nvPr/>
                </p:nvSpPr>
                <p:spPr>
                  <a:xfrm>
                    <a:off x="8312631" y="2127683"/>
                    <a:ext cx="608812" cy="983616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1799" name="圓角矩形 1798"/>
                  <p:cNvSpPr/>
                  <p:nvPr/>
                </p:nvSpPr>
                <p:spPr>
                  <a:xfrm>
                    <a:off x="8365664" y="2172472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grpSp>
                <p:nvGrpSpPr>
                  <p:cNvPr id="1800" name="群組 1799"/>
                  <p:cNvGrpSpPr/>
                  <p:nvPr/>
                </p:nvGrpSpPr>
                <p:grpSpPr>
                  <a:xfrm>
                    <a:off x="8430143" y="2380845"/>
                    <a:ext cx="360000" cy="110762"/>
                    <a:chOff x="8430143" y="2380845"/>
                    <a:chExt cx="360000" cy="110762"/>
                  </a:xfrm>
                </p:grpSpPr>
                <p:sp>
                  <p:nvSpPr>
                    <p:cNvPr id="1801" name="圓角矩形 1800"/>
                    <p:cNvSpPr/>
                    <p:nvPr/>
                  </p:nvSpPr>
                  <p:spPr>
                    <a:xfrm>
                      <a:off x="8430143" y="2380845"/>
                      <a:ext cx="360000" cy="110761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802" name="直線接點 1801"/>
                    <p:cNvCxnSpPr/>
                    <p:nvPr/>
                  </p:nvCxnSpPr>
                  <p:spPr>
                    <a:xfrm>
                      <a:off x="8467716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3" name="直線接點 1802"/>
                    <p:cNvCxnSpPr/>
                    <p:nvPr/>
                  </p:nvCxnSpPr>
                  <p:spPr>
                    <a:xfrm>
                      <a:off x="8507961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4" name="直線接點 1803"/>
                    <p:cNvCxnSpPr/>
                    <p:nvPr/>
                  </p:nvCxnSpPr>
                  <p:spPr>
                    <a:xfrm>
                      <a:off x="854820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5" name="直線接點 1804"/>
                    <p:cNvCxnSpPr/>
                    <p:nvPr/>
                  </p:nvCxnSpPr>
                  <p:spPr>
                    <a:xfrm>
                      <a:off x="858845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6" name="直線接點 1805"/>
                    <p:cNvCxnSpPr/>
                    <p:nvPr/>
                  </p:nvCxnSpPr>
                  <p:spPr>
                    <a:xfrm>
                      <a:off x="862869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7" name="直線接點 1806"/>
                    <p:cNvCxnSpPr/>
                    <p:nvPr/>
                  </p:nvCxnSpPr>
                  <p:spPr>
                    <a:xfrm>
                      <a:off x="866894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8" name="直線接點 1807"/>
                    <p:cNvCxnSpPr/>
                    <p:nvPr/>
                  </p:nvCxnSpPr>
                  <p:spPr>
                    <a:xfrm>
                      <a:off x="870918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9" name="直線接點 1808"/>
                    <p:cNvCxnSpPr/>
                    <p:nvPr/>
                  </p:nvCxnSpPr>
                  <p:spPr>
                    <a:xfrm>
                      <a:off x="8749433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428" name="等腰三角形 1427"/>
                <p:cNvSpPr/>
                <p:nvPr/>
              </p:nvSpPr>
              <p:spPr>
                <a:xfrm>
                  <a:off x="8381160" y="3156986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429" name="等腰三角形 1428"/>
                <p:cNvSpPr/>
                <p:nvPr/>
              </p:nvSpPr>
              <p:spPr>
                <a:xfrm rot="10800000">
                  <a:off x="8499831" y="3158578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430" name="等腰三角形 1429"/>
                <p:cNvSpPr/>
                <p:nvPr/>
              </p:nvSpPr>
              <p:spPr>
                <a:xfrm>
                  <a:off x="8626462" y="3154154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431" name="等腰三角形 1430"/>
                <p:cNvSpPr/>
                <p:nvPr/>
              </p:nvSpPr>
              <p:spPr>
                <a:xfrm rot="10800000">
                  <a:off x="8742752" y="3155746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1786" name="群組 1785"/>
                <p:cNvGrpSpPr/>
                <p:nvPr/>
              </p:nvGrpSpPr>
              <p:grpSpPr>
                <a:xfrm rot="10800000">
                  <a:off x="8374410" y="3367443"/>
                  <a:ext cx="489721" cy="319135"/>
                  <a:chOff x="8365664" y="2172472"/>
                  <a:chExt cx="489721" cy="319135"/>
                </a:xfrm>
              </p:grpSpPr>
              <p:sp>
                <p:nvSpPr>
                  <p:cNvPr id="1787" name="圓角矩形 1786"/>
                  <p:cNvSpPr/>
                  <p:nvPr/>
                </p:nvSpPr>
                <p:spPr>
                  <a:xfrm>
                    <a:off x="8365664" y="2172472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grpSp>
                <p:nvGrpSpPr>
                  <p:cNvPr id="1788" name="群組 1787"/>
                  <p:cNvGrpSpPr/>
                  <p:nvPr/>
                </p:nvGrpSpPr>
                <p:grpSpPr>
                  <a:xfrm>
                    <a:off x="8430143" y="2380845"/>
                    <a:ext cx="360000" cy="110762"/>
                    <a:chOff x="8430143" y="2380845"/>
                    <a:chExt cx="360000" cy="110762"/>
                  </a:xfrm>
                </p:grpSpPr>
                <p:sp>
                  <p:nvSpPr>
                    <p:cNvPr id="1789" name="圓角矩形 1788"/>
                    <p:cNvSpPr/>
                    <p:nvPr/>
                  </p:nvSpPr>
                  <p:spPr>
                    <a:xfrm>
                      <a:off x="8430143" y="2380845"/>
                      <a:ext cx="360000" cy="110761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790" name="直線接點 1789"/>
                    <p:cNvCxnSpPr/>
                    <p:nvPr/>
                  </p:nvCxnSpPr>
                  <p:spPr>
                    <a:xfrm>
                      <a:off x="8467716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91" name="直線接點 1790"/>
                    <p:cNvCxnSpPr/>
                    <p:nvPr/>
                  </p:nvCxnSpPr>
                  <p:spPr>
                    <a:xfrm>
                      <a:off x="8507961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92" name="直線接點 1791"/>
                    <p:cNvCxnSpPr/>
                    <p:nvPr/>
                  </p:nvCxnSpPr>
                  <p:spPr>
                    <a:xfrm>
                      <a:off x="854820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93" name="直線接點 1792"/>
                    <p:cNvCxnSpPr/>
                    <p:nvPr/>
                  </p:nvCxnSpPr>
                  <p:spPr>
                    <a:xfrm>
                      <a:off x="858845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94" name="直線接點 1793"/>
                    <p:cNvCxnSpPr/>
                    <p:nvPr/>
                  </p:nvCxnSpPr>
                  <p:spPr>
                    <a:xfrm>
                      <a:off x="862869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95" name="直線接點 1794"/>
                    <p:cNvCxnSpPr/>
                    <p:nvPr/>
                  </p:nvCxnSpPr>
                  <p:spPr>
                    <a:xfrm>
                      <a:off x="866894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96" name="直線接點 1795"/>
                    <p:cNvCxnSpPr/>
                    <p:nvPr/>
                  </p:nvCxnSpPr>
                  <p:spPr>
                    <a:xfrm>
                      <a:off x="870918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97" name="直線接點 1796"/>
                    <p:cNvCxnSpPr/>
                    <p:nvPr/>
                  </p:nvCxnSpPr>
                  <p:spPr>
                    <a:xfrm>
                      <a:off x="8749433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387" name="群組 1386"/>
              <p:cNvGrpSpPr/>
              <p:nvPr/>
            </p:nvGrpSpPr>
            <p:grpSpPr>
              <a:xfrm>
                <a:off x="9838813" y="2747158"/>
                <a:ext cx="608812" cy="983616"/>
                <a:chOff x="8325303" y="2746755"/>
                <a:chExt cx="608812" cy="983616"/>
              </a:xfrm>
            </p:grpSpPr>
            <p:grpSp>
              <p:nvGrpSpPr>
                <p:cNvPr id="1388" name="群組 1387"/>
                <p:cNvGrpSpPr/>
                <p:nvPr/>
              </p:nvGrpSpPr>
              <p:grpSpPr>
                <a:xfrm>
                  <a:off x="8325303" y="2746755"/>
                  <a:ext cx="608812" cy="983616"/>
                  <a:chOff x="8312631" y="2128371"/>
                  <a:chExt cx="608812" cy="983616"/>
                </a:xfrm>
              </p:grpSpPr>
              <p:sp>
                <p:nvSpPr>
                  <p:cNvPr id="1410" name="圓角矩形 1409"/>
                  <p:cNvSpPr/>
                  <p:nvPr/>
                </p:nvSpPr>
                <p:spPr>
                  <a:xfrm>
                    <a:off x="8312631" y="2128371"/>
                    <a:ext cx="608812" cy="983616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1411" name="圓角矩形 1410"/>
                  <p:cNvSpPr/>
                  <p:nvPr/>
                </p:nvSpPr>
                <p:spPr>
                  <a:xfrm>
                    <a:off x="8365664" y="2172472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grpSp>
                <p:nvGrpSpPr>
                  <p:cNvPr id="1412" name="群組 1411"/>
                  <p:cNvGrpSpPr/>
                  <p:nvPr/>
                </p:nvGrpSpPr>
                <p:grpSpPr>
                  <a:xfrm>
                    <a:off x="8430143" y="2380845"/>
                    <a:ext cx="360000" cy="110762"/>
                    <a:chOff x="8430143" y="2380845"/>
                    <a:chExt cx="360000" cy="110762"/>
                  </a:xfrm>
                </p:grpSpPr>
                <p:sp>
                  <p:nvSpPr>
                    <p:cNvPr id="1413" name="圓角矩形 1412"/>
                    <p:cNvSpPr/>
                    <p:nvPr/>
                  </p:nvSpPr>
                  <p:spPr>
                    <a:xfrm>
                      <a:off x="8430143" y="2380845"/>
                      <a:ext cx="360000" cy="110761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414" name="直線接點 1413"/>
                    <p:cNvCxnSpPr/>
                    <p:nvPr/>
                  </p:nvCxnSpPr>
                  <p:spPr>
                    <a:xfrm>
                      <a:off x="8467716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17" name="直線接點 1416"/>
                    <p:cNvCxnSpPr/>
                    <p:nvPr/>
                  </p:nvCxnSpPr>
                  <p:spPr>
                    <a:xfrm>
                      <a:off x="8507961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19" name="直線接點 1418"/>
                    <p:cNvCxnSpPr/>
                    <p:nvPr/>
                  </p:nvCxnSpPr>
                  <p:spPr>
                    <a:xfrm>
                      <a:off x="854820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1" name="直線接點 1420"/>
                    <p:cNvCxnSpPr/>
                    <p:nvPr/>
                  </p:nvCxnSpPr>
                  <p:spPr>
                    <a:xfrm>
                      <a:off x="858845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3" name="直線接點 1422"/>
                    <p:cNvCxnSpPr/>
                    <p:nvPr/>
                  </p:nvCxnSpPr>
                  <p:spPr>
                    <a:xfrm>
                      <a:off x="862869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4" name="直線接點 1423"/>
                    <p:cNvCxnSpPr/>
                    <p:nvPr/>
                  </p:nvCxnSpPr>
                  <p:spPr>
                    <a:xfrm>
                      <a:off x="866894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5" name="直線接點 1424"/>
                    <p:cNvCxnSpPr/>
                    <p:nvPr/>
                  </p:nvCxnSpPr>
                  <p:spPr>
                    <a:xfrm>
                      <a:off x="870918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26" name="直線接點 1425"/>
                    <p:cNvCxnSpPr/>
                    <p:nvPr/>
                  </p:nvCxnSpPr>
                  <p:spPr>
                    <a:xfrm>
                      <a:off x="8749433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389" name="等腰三角形 1388"/>
                <p:cNvSpPr/>
                <p:nvPr/>
              </p:nvSpPr>
              <p:spPr>
                <a:xfrm>
                  <a:off x="8381160" y="3156986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390" name="等腰三角形 1389"/>
                <p:cNvSpPr/>
                <p:nvPr/>
              </p:nvSpPr>
              <p:spPr>
                <a:xfrm rot="10800000">
                  <a:off x="8499831" y="3158578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391" name="等腰三角形 1390"/>
                <p:cNvSpPr/>
                <p:nvPr/>
              </p:nvSpPr>
              <p:spPr>
                <a:xfrm>
                  <a:off x="8626462" y="3154154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393" name="等腰三角形 1392"/>
                <p:cNvSpPr/>
                <p:nvPr/>
              </p:nvSpPr>
              <p:spPr>
                <a:xfrm rot="10800000">
                  <a:off x="8742752" y="3155746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1396" name="群組 1395"/>
                <p:cNvGrpSpPr/>
                <p:nvPr/>
              </p:nvGrpSpPr>
              <p:grpSpPr>
                <a:xfrm rot="10800000">
                  <a:off x="8374410" y="3367443"/>
                  <a:ext cx="489721" cy="319135"/>
                  <a:chOff x="8365664" y="2172472"/>
                  <a:chExt cx="489721" cy="319135"/>
                </a:xfrm>
              </p:grpSpPr>
              <p:sp>
                <p:nvSpPr>
                  <p:cNvPr id="1399" name="圓角矩形 1398"/>
                  <p:cNvSpPr/>
                  <p:nvPr/>
                </p:nvSpPr>
                <p:spPr>
                  <a:xfrm>
                    <a:off x="8365664" y="2172472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grpSp>
                <p:nvGrpSpPr>
                  <p:cNvPr id="1400" name="群組 1399"/>
                  <p:cNvGrpSpPr/>
                  <p:nvPr/>
                </p:nvGrpSpPr>
                <p:grpSpPr>
                  <a:xfrm>
                    <a:off x="8430143" y="2380845"/>
                    <a:ext cx="360000" cy="110762"/>
                    <a:chOff x="8430143" y="2380845"/>
                    <a:chExt cx="360000" cy="110762"/>
                  </a:xfrm>
                </p:grpSpPr>
                <p:sp>
                  <p:nvSpPr>
                    <p:cNvPr id="1401" name="圓角矩形 1400"/>
                    <p:cNvSpPr/>
                    <p:nvPr/>
                  </p:nvSpPr>
                  <p:spPr>
                    <a:xfrm>
                      <a:off x="8430143" y="2380845"/>
                      <a:ext cx="360000" cy="110761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402" name="直線接點 1401"/>
                    <p:cNvCxnSpPr/>
                    <p:nvPr/>
                  </p:nvCxnSpPr>
                  <p:spPr>
                    <a:xfrm>
                      <a:off x="8467716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03" name="直線接點 1402"/>
                    <p:cNvCxnSpPr/>
                    <p:nvPr/>
                  </p:nvCxnSpPr>
                  <p:spPr>
                    <a:xfrm>
                      <a:off x="8507961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04" name="直線接點 1403"/>
                    <p:cNvCxnSpPr/>
                    <p:nvPr/>
                  </p:nvCxnSpPr>
                  <p:spPr>
                    <a:xfrm>
                      <a:off x="854820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05" name="直線接點 1404"/>
                    <p:cNvCxnSpPr/>
                    <p:nvPr/>
                  </p:nvCxnSpPr>
                  <p:spPr>
                    <a:xfrm>
                      <a:off x="858845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06" name="直線接點 1405"/>
                    <p:cNvCxnSpPr/>
                    <p:nvPr/>
                  </p:nvCxnSpPr>
                  <p:spPr>
                    <a:xfrm>
                      <a:off x="862869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07" name="直線接點 1406"/>
                    <p:cNvCxnSpPr/>
                    <p:nvPr/>
                  </p:nvCxnSpPr>
                  <p:spPr>
                    <a:xfrm>
                      <a:off x="866894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08" name="直線接點 1407"/>
                    <p:cNvCxnSpPr/>
                    <p:nvPr/>
                  </p:nvCxnSpPr>
                  <p:spPr>
                    <a:xfrm>
                      <a:off x="870918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09" name="直線接點 1408"/>
                    <p:cNvCxnSpPr/>
                    <p:nvPr/>
                  </p:nvCxnSpPr>
                  <p:spPr>
                    <a:xfrm>
                      <a:off x="8749433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grpSp>
          <p:nvGrpSpPr>
            <p:cNvPr id="1810" name="群組 1809"/>
            <p:cNvGrpSpPr>
              <a:grpSpLocks noChangeAspect="1"/>
            </p:cNvGrpSpPr>
            <p:nvPr/>
          </p:nvGrpSpPr>
          <p:grpSpPr>
            <a:xfrm>
              <a:off x="10526165" y="2103734"/>
              <a:ext cx="745082" cy="634696"/>
              <a:chOff x="9292936" y="2747158"/>
              <a:chExt cx="1154689" cy="983618"/>
            </a:xfrm>
          </p:grpSpPr>
          <p:grpSp>
            <p:nvGrpSpPr>
              <p:cNvPr id="1811" name="群組 1810"/>
              <p:cNvGrpSpPr/>
              <p:nvPr/>
            </p:nvGrpSpPr>
            <p:grpSpPr>
              <a:xfrm>
                <a:off x="9292936" y="2747160"/>
                <a:ext cx="608812" cy="983616"/>
                <a:chOff x="8325303" y="2746067"/>
                <a:chExt cx="608812" cy="983616"/>
              </a:xfrm>
            </p:grpSpPr>
            <p:grpSp>
              <p:nvGrpSpPr>
                <p:cNvPr id="1842" name="群組 1841"/>
                <p:cNvGrpSpPr/>
                <p:nvPr/>
              </p:nvGrpSpPr>
              <p:grpSpPr>
                <a:xfrm>
                  <a:off x="8325303" y="2746067"/>
                  <a:ext cx="608812" cy="983616"/>
                  <a:chOff x="8312631" y="2127683"/>
                  <a:chExt cx="608812" cy="983616"/>
                </a:xfrm>
              </p:grpSpPr>
              <p:sp>
                <p:nvSpPr>
                  <p:cNvPr id="1867" name="圓角矩形 1866"/>
                  <p:cNvSpPr/>
                  <p:nvPr/>
                </p:nvSpPr>
                <p:spPr>
                  <a:xfrm>
                    <a:off x="8312631" y="2127683"/>
                    <a:ext cx="608812" cy="983616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1868" name="圓角矩形 1867"/>
                  <p:cNvSpPr/>
                  <p:nvPr/>
                </p:nvSpPr>
                <p:spPr>
                  <a:xfrm>
                    <a:off x="8365664" y="2172472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grpSp>
                <p:nvGrpSpPr>
                  <p:cNvPr id="1869" name="群組 1868"/>
                  <p:cNvGrpSpPr/>
                  <p:nvPr/>
                </p:nvGrpSpPr>
                <p:grpSpPr>
                  <a:xfrm>
                    <a:off x="8430143" y="2380845"/>
                    <a:ext cx="360000" cy="110762"/>
                    <a:chOff x="8430143" y="2380845"/>
                    <a:chExt cx="360000" cy="110762"/>
                  </a:xfrm>
                </p:grpSpPr>
                <p:sp>
                  <p:nvSpPr>
                    <p:cNvPr id="1870" name="圓角矩形 1869"/>
                    <p:cNvSpPr/>
                    <p:nvPr/>
                  </p:nvSpPr>
                  <p:spPr>
                    <a:xfrm>
                      <a:off x="8430143" y="2380845"/>
                      <a:ext cx="360000" cy="110761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871" name="直線接點 1870"/>
                    <p:cNvCxnSpPr/>
                    <p:nvPr/>
                  </p:nvCxnSpPr>
                  <p:spPr>
                    <a:xfrm>
                      <a:off x="8467716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72" name="直線接點 1871"/>
                    <p:cNvCxnSpPr/>
                    <p:nvPr/>
                  </p:nvCxnSpPr>
                  <p:spPr>
                    <a:xfrm>
                      <a:off x="8507961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73" name="直線接點 1872"/>
                    <p:cNvCxnSpPr/>
                    <p:nvPr/>
                  </p:nvCxnSpPr>
                  <p:spPr>
                    <a:xfrm>
                      <a:off x="854820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74" name="直線接點 1873"/>
                    <p:cNvCxnSpPr/>
                    <p:nvPr/>
                  </p:nvCxnSpPr>
                  <p:spPr>
                    <a:xfrm>
                      <a:off x="858845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75" name="直線接點 1874"/>
                    <p:cNvCxnSpPr/>
                    <p:nvPr/>
                  </p:nvCxnSpPr>
                  <p:spPr>
                    <a:xfrm>
                      <a:off x="862869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76" name="直線接點 1875"/>
                    <p:cNvCxnSpPr/>
                    <p:nvPr/>
                  </p:nvCxnSpPr>
                  <p:spPr>
                    <a:xfrm>
                      <a:off x="866894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77" name="直線接點 1876"/>
                    <p:cNvCxnSpPr/>
                    <p:nvPr/>
                  </p:nvCxnSpPr>
                  <p:spPr>
                    <a:xfrm>
                      <a:off x="870918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78" name="直線接點 1877"/>
                    <p:cNvCxnSpPr/>
                    <p:nvPr/>
                  </p:nvCxnSpPr>
                  <p:spPr>
                    <a:xfrm>
                      <a:off x="8749433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843" name="等腰三角形 1842"/>
                <p:cNvSpPr/>
                <p:nvPr/>
              </p:nvSpPr>
              <p:spPr>
                <a:xfrm>
                  <a:off x="8381160" y="3156986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844" name="等腰三角形 1843"/>
                <p:cNvSpPr/>
                <p:nvPr/>
              </p:nvSpPr>
              <p:spPr>
                <a:xfrm rot="10800000">
                  <a:off x="8499831" y="3158578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845" name="等腰三角形 1844"/>
                <p:cNvSpPr/>
                <p:nvPr/>
              </p:nvSpPr>
              <p:spPr>
                <a:xfrm>
                  <a:off x="8626462" y="3154154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846" name="等腰三角形 1845"/>
                <p:cNvSpPr/>
                <p:nvPr/>
              </p:nvSpPr>
              <p:spPr>
                <a:xfrm rot="10800000">
                  <a:off x="8742752" y="3155746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1847" name="群組 1846"/>
                <p:cNvGrpSpPr/>
                <p:nvPr/>
              </p:nvGrpSpPr>
              <p:grpSpPr>
                <a:xfrm rot="10800000">
                  <a:off x="8374410" y="3367443"/>
                  <a:ext cx="489721" cy="319135"/>
                  <a:chOff x="8365664" y="2172472"/>
                  <a:chExt cx="489721" cy="319135"/>
                </a:xfrm>
              </p:grpSpPr>
              <p:sp>
                <p:nvSpPr>
                  <p:cNvPr id="1848" name="圓角矩形 1847"/>
                  <p:cNvSpPr/>
                  <p:nvPr/>
                </p:nvSpPr>
                <p:spPr>
                  <a:xfrm>
                    <a:off x="8365664" y="2172472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grpSp>
                <p:nvGrpSpPr>
                  <p:cNvPr id="1849" name="群組 1848"/>
                  <p:cNvGrpSpPr/>
                  <p:nvPr/>
                </p:nvGrpSpPr>
                <p:grpSpPr>
                  <a:xfrm>
                    <a:off x="8430143" y="2380845"/>
                    <a:ext cx="360000" cy="110762"/>
                    <a:chOff x="8430143" y="2380845"/>
                    <a:chExt cx="360000" cy="110762"/>
                  </a:xfrm>
                </p:grpSpPr>
                <p:sp>
                  <p:nvSpPr>
                    <p:cNvPr id="1850" name="圓角矩形 1849"/>
                    <p:cNvSpPr/>
                    <p:nvPr/>
                  </p:nvSpPr>
                  <p:spPr>
                    <a:xfrm>
                      <a:off x="8430143" y="2380845"/>
                      <a:ext cx="360000" cy="110761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851" name="直線接點 1850"/>
                    <p:cNvCxnSpPr/>
                    <p:nvPr/>
                  </p:nvCxnSpPr>
                  <p:spPr>
                    <a:xfrm>
                      <a:off x="8467716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60" name="直線接點 1859"/>
                    <p:cNvCxnSpPr/>
                    <p:nvPr/>
                  </p:nvCxnSpPr>
                  <p:spPr>
                    <a:xfrm>
                      <a:off x="8507961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61" name="直線接點 1860"/>
                    <p:cNvCxnSpPr/>
                    <p:nvPr/>
                  </p:nvCxnSpPr>
                  <p:spPr>
                    <a:xfrm>
                      <a:off x="854820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62" name="直線接點 1861"/>
                    <p:cNvCxnSpPr/>
                    <p:nvPr/>
                  </p:nvCxnSpPr>
                  <p:spPr>
                    <a:xfrm>
                      <a:off x="858845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63" name="直線接點 1862"/>
                    <p:cNvCxnSpPr/>
                    <p:nvPr/>
                  </p:nvCxnSpPr>
                  <p:spPr>
                    <a:xfrm>
                      <a:off x="862869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64" name="直線接點 1863"/>
                    <p:cNvCxnSpPr/>
                    <p:nvPr/>
                  </p:nvCxnSpPr>
                  <p:spPr>
                    <a:xfrm>
                      <a:off x="866894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65" name="直線接點 1864"/>
                    <p:cNvCxnSpPr/>
                    <p:nvPr/>
                  </p:nvCxnSpPr>
                  <p:spPr>
                    <a:xfrm>
                      <a:off x="870918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66" name="直線接點 1865"/>
                    <p:cNvCxnSpPr/>
                    <p:nvPr/>
                  </p:nvCxnSpPr>
                  <p:spPr>
                    <a:xfrm>
                      <a:off x="8749433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812" name="群組 1811"/>
              <p:cNvGrpSpPr/>
              <p:nvPr/>
            </p:nvGrpSpPr>
            <p:grpSpPr>
              <a:xfrm>
                <a:off x="9838813" y="2747158"/>
                <a:ext cx="608812" cy="983616"/>
                <a:chOff x="8325303" y="2746755"/>
                <a:chExt cx="608812" cy="983616"/>
              </a:xfrm>
            </p:grpSpPr>
            <p:grpSp>
              <p:nvGrpSpPr>
                <p:cNvPr id="1813" name="群組 1812"/>
                <p:cNvGrpSpPr/>
                <p:nvPr/>
              </p:nvGrpSpPr>
              <p:grpSpPr>
                <a:xfrm>
                  <a:off x="8325303" y="2746755"/>
                  <a:ext cx="608812" cy="983616"/>
                  <a:chOff x="8312631" y="2128371"/>
                  <a:chExt cx="608812" cy="983616"/>
                </a:xfrm>
              </p:grpSpPr>
              <p:sp>
                <p:nvSpPr>
                  <p:cNvPr id="1830" name="圓角矩形 1829"/>
                  <p:cNvSpPr/>
                  <p:nvPr/>
                </p:nvSpPr>
                <p:spPr>
                  <a:xfrm>
                    <a:off x="8312631" y="2128371"/>
                    <a:ext cx="608812" cy="983616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1831" name="圓角矩形 1830"/>
                  <p:cNvSpPr/>
                  <p:nvPr/>
                </p:nvSpPr>
                <p:spPr>
                  <a:xfrm>
                    <a:off x="8365664" y="2172472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grpSp>
                <p:nvGrpSpPr>
                  <p:cNvPr id="1832" name="群組 1831"/>
                  <p:cNvGrpSpPr/>
                  <p:nvPr/>
                </p:nvGrpSpPr>
                <p:grpSpPr>
                  <a:xfrm>
                    <a:off x="8430143" y="2380845"/>
                    <a:ext cx="360000" cy="110762"/>
                    <a:chOff x="8430143" y="2380845"/>
                    <a:chExt cx="360000" cy="110762"/>
                  </a:xfrm>
                </p:grpSpPr>
                <p:sp>
                  <p:nvSpPr>
                    <p:cNvPr id="1833" name="圓角矩形 1832"/>
                    <p:cNvSpPr/>
                    <p:nvPr/>
                  </p:nvSpPr>
                  <p:spPr>
                    <a:xfrm>
                      <a:off x="8430143" y="2380845"/>
                      <a:ext cx="360000" cy="110761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834" name="直線接點 1833"/>
                    <p:cNvCxnSpPr/>
                    <p:nvPr/>
                  </p:nvCxnSpPr>
                  <p:spPr>
                    <a:xfrm>
                      <a:off x="8467716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35" name="直線接點 1834"/>
                    <p:cNvCxnSpPr/>
                    <p:nvPr/>
                  </p:nvCxnSpPr>
                  <p:spPr>
                    <a:xfrm>
                      <a:off x="8507961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36" name="直線接點 1835"/>
                    <p:cNvCxnSpPr/>
                    <p:nvPr/>
                  </p:nvCxnSpPr>
                  <p:spPr>
                    <a:xfrm>
                      <a:off x="854820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37" name="直線接點 1836"/>
                    <p:cNvCxnSpPr/>
                    <p:nvPr/>
                  </p:nvCxnSpPr>
                  <p:spPr>
                    <a:xfrm>
                      <a:off x="858845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38" name="直線接點 1837"/>
                    <p:cNvCxnSpPr/>
                    <p:nvPr/>
                  </p:nvCxnSpPr>
                  <p:spPr>
                    <a:xfrm>
                      <a:off x="862869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39" name="直線接點 1838"/>
                    <p:cNvCxnSpPr/>
                    <p:nvPr/>
                  </p:nvCxnSpPr>
                  <p:spPr>
                    <a:xfrm>
                      <a:off x="866894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40" name="直線接點 1839"/>
                    <p:cNvCxnSpPr/>
                    <p:nvPr/>
                  </p:nvCxnSpPr>
                  <p:spPr>
                    <a:xfrm>
                      <a:off x="870918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41" name="直線接點 1840"/>
                    <p:cNvCxnSpPr/>
                    <p:nvPr/>
                  </p:nvCxnSpPr>
                  <p:spPr>
                    <a:xfrm>
                      <a:off x="8749433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814" name="等腰三角形 1813"/>
                <p:cNvSpPr/>
                <p:nvPr/>
              </p:nvSpPr>
              <p:spPr>
                <a:xfrm>
                  <a:off x="8381160" y="3156986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815" name="等腰三角形 1814"/>
                <p:cNvSpPr/>
                <p:nvPr/>
              </p:nvSpPr>
              <p:spPr>
                <a:xfrm rot="10800000">
                  <a:off x="8499831" y="3158578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816" name="等腰三角形 1815"/>
                <p:cNvSpPr/>
                <p:nvPr/>
              </p:nvSpPr>
              <p:spPr>
                <a:xfrm>
                  <a:off x="8626462" y="3154154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817" name="等腰三角形 1816"/>
                <p:cNvSpPr/>
                <p:nvPr/>
              </p:nvSpPr>
              <p:spPr>
                <a:xfrm rot="10800000">
                  <a:off x="8742752" y="3155746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1818" name="群組 1817"/>
                <p:cNvGrpSpPr/>
                <p:nvPr/>
              </p:nvGrpSpPr>
              <p:grpSpPr>
                <a:xfrm rot="10800000">
                  <a:off x="8374410" y="3367443"/>
                  <a:ext cx="489721" cy="319135"/>
                  <a:chOff x="8365664" y="2172472"/>
                  <a:chExt cx="489721" cy="319135"/>
                </a:xfrm>
              </p:grpSpPr>
              <p:sp>
                <p:nvSpPr>
                  <p:cNvPr id="1819" name="圓角矩形 1818"/>
                  <p:cNvSpPr/>
                  <p:nvPr/>
                </p:nvSpPr>
                <p:spPr>
                  <a:xfrm>
                    <a:off x="8365664" y="2172472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grpSp>
                <p:nvGrpSpPr>
                  <p:cNvPr id="1820" name="群組 1819"/>
                  <p:cNvGrpSpPr/>
                  <p:nvPr/>
                </p:nvGrpSpPr>
                <p:grpSpPr>
                  <a:xfrm>
                    <a:off x="8430143" y="2380845"/>
                    <a:ext cx="360000" cy="110762"/>
                    <a:chOff x="8430143" y="2380845"/>
                    <a:chExt cx="360000" cy="110762"/>
                  </a:xfrm>
                </p:grpSpPr>
                <p:sp>
                  <p:nvSpPr>
                    <p:cNvPr id="1821" name="圓角矩形 1820"/>
                    <p:cNvSpPr/>
                    <p:nvPr/>
                  </p:nvSpPr>
                  <p:spPr>
                    <a:xfrm>
                      <a:off x="8430143" y="2380845"/>
                      <a:ext cx="360000" cy="110761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822" name="直線接點 1821"/>
                    <p:cNvCxnSpPr/>
                    <p:nvPr/>
                  </p:nvCxnSpPr>
                  <p:spPr>
                    <a:xfrm>
                      <a:off x="8467716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3" name="直線接點 1822"/>
                    <p:cNvCxnSpPr/>
                    <p:nvPr/>
                  </p:nvCxnSpPr>
                  <p:spPr>
                    <a:xfrm>
                      <a:off x="8507961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4" name="直線接點 1823"/>
                    <p:cNvCxnSpPr/>
                    <p:nvPr/>
                  </p:nvCxnSpPr>
                  <p:spPr>
                    <a:xfrm>
                      <a:off x="854820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5" name="直線接點 1824"/>
                    <p:cNvCxnSpPr/>
                    <p:nvPr/>
                  </p:nvCxnSpPr>
                  <p:spPr>
                    <a:xfrm>
                      <a:off x="858845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6" name="直線接點 1825"/>
                    <p:cNvCxnSpPr/>
                    <p:nvPr/>
                  </p:nvCxnSpPr>
                  <p:spPr>
                    <a:xfrm>
                      <a:off x="862869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7" name="直線接點 1826"/>
                    <p:cNvCxnSpPr/>
                    <p:nvPr/>
                  </p:nvCxnSpPr>
                  <p:spPr>
                    <a:xfrm>
                      <a:off x="866894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8" name="直線接點 1827"/>
                    <p:cNvCxnSpPr/>
                    <p:nvPr/>
                  </p:nvCxnSpPr>
                  <p:spPr>
                    <a:xfrm>
                      <a:off x="870918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9" name="直線接點 1828"/>
                    <p:cNvCxnSpPr/>
                    <p:nvPr/>
                  </p:nvCxnSpPr>
                  <p:spPr>
                    <a:xfrm>
                      <a:off x="8749433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  <p:grpSp>
        <p:nvGrpSpPr>
          <p:cNvPr id="23" name="群組 22"/>
          <p:cNvGrpSpPr/>
          <p:nvPr/>
        </p:nvGrpSpPr>
        <p:grpSpPr>
          <a:xfrm>
            <a:off x="5916531" y="2155191"/>
            <a:ext cx="819955" cy="543458"/>
            <a:chOff x="9610091" y="2286099"/>
            <a:chExt cx="957612" cy="634695"/>
          </a:xfrm>
        </p:grpSpPr>
        <p:grpSp>
          <p:nvGrpSpPr>
            <p:cNvPr id="21" name="群組 20"/>
            <p:cNvGrpSpPr/>
            <p:nvPr/>
          </p:nvGrpSpPr>
          <p:grpSpPr>
            <a:xfrm>
              <a:off x="9610091" y="2286099"/>
              <a:ext cx="504000" cy="634695"/>
              <a:chOff x="9610091" y="2286099"/>
              <a:chExt cx="504000" cy="634695"/>
            </a:xfrm>
          </p:grpSpPr>
          <p:grpSp>
            <p:nvGrpSpPr>
              <p:cNvPr id="1880" name="群組 1879"/>
              <p:cNvGrpSpPr/>
              <p:nvPr/>
            </p:nvGrpSpPr>
            <p:grpSpPr>
              <a:xfrm>
                <a:off x="9610091" y="2286099"/>
                <a:ext cx="504000" cy="634695"/>
                <a:chOff x="8310543" y="2746067"/>
                <a:chExt cx="608812" cy="983616"/>
              </a:xfrm>
            </p:grpSpPr>
            <p:grpSp>
              <p:nvGrpSpPr>
                <p:cNvPr id="1911" name="群組 1910"/>
                <p:cNvGrpSpPr/>
                <p:nvPr/>
              </p:nvGrpSpPr>
              <p:grpSpPr>
                <a:xfrm>
                  <a:off x="8310543" y="2746067"/>
                  <a:ext cx="608812" cy="983616"/>
                  <a:chOff x="8297871" y="2127683"/>
                  <a:chExt cx="608812" cy="983616"/>
                </a:xfrm>
              </p:grpSpPr>
              <p:sp>
                <p:nvSpPr>
                  <p:cNvPr id="1928" name="圓角矩形 1927"/>
                  <p:cNvSpPr/>
                  <p:nvPr/>
                </p:nvSpPr>
                <p:spPr>
                  <a:xfrm>
                    <a:off x="8297871" y="2127683"/>
                    <a:ext cx="608812" cy="983616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1929" name="圓角矩形 1928"/>
                  <p:cNvSpPr/>
                  <p:nvPr/>
                </p:nvSpPr>
                <p:spPr>
                  <a:xfrm>
                    <a:off x="8365664" y="2172472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grpSp>
                <p:nvGrpSpPr>
                  <p:cNvPr id="1930" name="群組 1929"/>
                  <p:cNvGrpSpPr/>
                  <p:nvPr/>
                </p:nvGrpSpPr>
                <p:grpSpPr>
                  <a:xfrm>
                    <a:off x="8430143" y="2380845"/>
                    <a:ext cx="360000" cy="110762"/>
                    <a:chOff x="8430143" y="2380845"/>
                    <a:chExt cx="360000" cy="110762"/>
                  </a:xfrm>
                </p:grpSpPr>
                <p:sp>
                  <p:nvSpPr>
                    <p:cNvPr id="1931" name="圓角矩形 1930"/>
                    <p:cNvSpPr/>
                    <p:nvPr/>
                  </p:nvSpPr>
                  <p:spPr>
                    <a:xfrm>
                      <a:off x="8430143" y="2380845"/>
                      <a:ext cx="360000" cy="110761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932" name="直線接點 1931"/>
                    <p:cNvCxnSpPr/>
                    <p:nvPr/>
                  </p:nvCxnSpPr>
                  <p:spPr>
                    <a:xfrm>
                      <a:off x="8467716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33" name="直線接點 1932"/>
                    <p:cNvCxnSpPr/>
                    <p:nvPr/>
                  </p:nvCxnSpPr>
                  <p:spPr>
                    <a:xfrm>
                      <a:off x="8507961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34" name="直線接點 1933"/>
                    <p:cNvCxnSpPr/>
                    <p:nvPr/>
                  </p:nvCxnSpPr>
                  <p:spPr>
                    <a:xfrm>
                      <a:off x="854820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35" name="直線接點 1934"/>
                    <p:cNvCxnSpPr/>
                    <p:nvPr/>
                  </p:nvCxnSpPr>
                  <p:spPr>
                    <a:xfrm>
                      <a:off x="858845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36" name="直線接點 1935"/>
                    <p:cNvCxnSpPr/>
                    <p:nvPr/>
                  </p:nvCxnSpPr>
                  <p:spPr>
                    <a:xfrm>
                      <a:off x="862869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37" name="直線接點 1936"/>
                    <p:cNvCxnSpPr/>
                    <p:nvPr/>
                  </p:nvCxnSpPr>
                  <p:spPr>
                    <a:xfrm>
                      <a:off x="866894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38" name="直線接點 1937"/>
                    <p:cNvCxnSpPr/>
                    <p:nvPr/>
                  </p:nvCxnSpPr>
                  <p:spPr>
                    <a:xfrm>
                      <a:off x="870918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39" name="直線接點 1938"/>
                    <p:cNvCxnSpPr/>
                    <p:nvPr/>
                  </p:nvCxnSpPr>
                  <p:spPr>
                    <a:xfrm>
                      <a:off x="8749433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912" name="等腰三角形 1911"/>
                <p:cNvSpPr/>
                <p:nvPr/>
              </p:nvSpPr>
              <p:spPr>
                <a:xfrm>
                  <a:off x="8381160" y="3156985"/>
                  <a:ext cx="86973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913" name="等腰三角形 1912"/>
                <p:cNvSpPr/>
                <p:nvPr/>
              </p:nvSpPr>
              <p:spPr>
                <a:xfrm rot="10800000">
                  <a:off x="8439321" y="3154154"/>
                  <a:ext cx="86973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914" name="等腰三角形 1913"/>
                <p:cNvSpPr/>
                <p:nvPr/>
              </p:nvSpPr>
              <p:spPr>
                <a:xfrm>
                  <a:off x="8722200" y="3154154"/>
                  <a:ext cx="86973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915" name="等腰三角形 1914"/>
                <p:cNvSpPr/>
                <p:nvPr/>
              </p:nvSpPr>
              <p:spPr>
                <a:xfrm rot="10800000">
                  <a:off x="8780144" y="3155745"/>
                  <a:ext cx="86973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1916" name="群組 1915"/>
                <p:cNvGrpSpPr/>
                <p:nvPr/>
              </p:nvGrpSpPr>
              <p:grpSpPr>
                <a:xfrm rot="10800000">
                  <a:off x="8374410" y="3367443"/>
                  <a:ext cx="489721" cy="319135"/>
                  <a:chOff x="8365664" y="2172472"/>
                  <a:chExt cx="489721" cy="319135"/>
                </a:xfrm>
              </p:grpSpPr>
              <p:sp>
                <p:nvSpPr>
                  <p:cNvPr id="1917" name="圓角矩形 1916"/>
                  <p:cNvSpPr/>
                  <p:nvPr/>
                </p:nvSpPr>
                <p:spPr>
                  <a:xfrm>
                    <a:off x="8365664" y="2172472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grpSp>
                <p:nvGrpSpPr>
                  <p:cNvPr id="1918" name="群組 1917"/>
                  <p:cNvGrpSpPr/>
                  <p:nvPr/>
                </p:nvGrpSpPr>
                <p:grpSpPr>
                  <a:xfrm>
                    <a:off x="8430143" y="2380845"/>
                    <a:ext cx="360000" cy="110762"/>
                    <a:chOff x="8430143" y="2380845"/>
                    <a:chExt cx="360000" cy="110762"/>
                  </a:xfrm>
                </p:grpSpPr>
                <p:sp>
                  <p:nvSpPr>
                    <p:cNvPr id="1919" name="圓角矩形 1918"/>
                    <p:cNvSpPr/>
                    <p:nvPr/>
                  </p:nvSpPr>
                  <p:spPr>
                    <a:xfrm>
                      <a:off x="8430143" y="2380845"/>
                      <a:ext cx="360000" cy="110761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920" name="直線接點 1919"/>
                    <p:cNvCxnSpPr/>
                    <p:nvPr/>
                  </p:nvCxnSpPr>
                  <p:spPr>
                    <a:xfrm>
                      <a:off x="8467716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21" name="直線接點 1920"/>
                    <p:cNvCxnSpPr/>
                    <p:nvPr/>
                  </p:nvCxnSpPr>
                  <p:spPr>
                    <a:xfrm>
                      <a:off x="8507961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22" name="直線接點 1921"/>
                    <p:cNvCxnSpPr/>
                    <p:nvPr/>
                  </p:nvCxnSpPr>
                  <p:spPr>
                    <a:xfrm>
                      <a:off x="854820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23" name="直線接點 1922"/>
                    <p:cNvCxnSpPr/>
                    <p:nvPr/>
                  </p:nvCxnSpPr>
                  <p:spPr>
                    <a:xfrm>
                      <a:off x="858845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24" name="直線接點 1923"/>
                    <p:cNvCxnSpPr/>
                    <p:nvPr/>
                  </p:nvCxnSpPr>
                  <p:spPr>
                    <a:xfrm>
                      <a:off x="862869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25" name="直線接點 1924"/>
                    <p:cNvCxnSpPr/>
                    <p:nvPr/>
                  </p:nvCxnSpPr>
                  <p:spPr>
                    <a:xfrm>
                      <a:off x="866894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26" name="直線接點 1925"/>
                    <p:cNvCxnSpPr/>
                    <p:nvPr/>
                  </p:nvCxnSpPr>
                  <p:spPr>
                    <a:xfrm>
                      <a:off x="870918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27" name="直線接點 1926"/>
                    <p:cNvCxnSpPr/>
                    <p:nvPr/>
                  </p:nvCxnSpPr>
                  <p:spPr>
                    <a:xfrm>
                      <a:off x="8749433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sp>
            <p:nvSpPr>
              <p:cNvPr id="8" name="橢圓 7"/>
              <p:cNvSpPr/>
              <p:nvPr/>
            </p:nvSpPr>
            <p:spPr>
              <a:xfrm>
                <a:off x="9805823" y="2581130"/>
                <a:ext cx="46800" cy="468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940" name="橢圓 1939"/>
              <p:cNvSpPr/>
              <p:nvPr/>
            </p:nvSpPr>
            <p:spPr>
              <a:xfrm>
                <a:off x="9882506" y="2581130"/>
                <a:ext cx="46800" cy="468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18" name="群組 17"/>
            <p:cNvGrpSpPr/>
            <p:nvPr/>
          </p:nvGrpSpPr>
          <p:grpSpPr>
            <a:xfrm>
              <a:off x="10063703" y="2286099"/>
              <a:ext cx="504000" cy="634695"/>
              <a:chOff x="10063703" y="2286099"/>
              <a:chExt cx="504000" cy="634695"/>
            </a:xfrm>
          </p:grpSpPr>
          <p:grpSp>
            <p:nvGrpSpPr>
              <p:cNvPr id="1881" name="群組 1880"/>
              <p:cNvGrpSpPr/>
              <p:nvPr/>
            </p:nvGrpSpPr>
            <p:grpSpPr>
              <a:xfrm>
                <a:off x="10063703" y="2286099"/>
                <a:ext cx="504000" cy="634695"/>
                <a:chOff x="8310543" y="2746755"/>
                <a:chExt cx="608812" cy="983616"/>
              </a:xfrm>
            </p:grpSpPr>
            <p:grpSp>
              <p:nvGrpSpPr>
                <p:cNvPr id="1882" name="群組 1881"/>
                <p:cNvGrpSpPr/>
                <p:nvPr/>
              </p:nvGrpSpPr>
              <p:grpSpPr>
                <a:xfrm>
                  <a:off x="8310543" y="2746755"/>
                  <a:ext cx="608812" cy="983616"/>
                  <a:chOff x="8297871" y="2128371"/>
                  <a:chExt cx="608812" cy="983616"/>
                </a:xfrm>
              </p:grpSpPr>
              <p:sp>
                <p:nvSpPr>
                  <p:cNvPr id="1899" name="圓角矩形 1898"/>
                  <p:cNvSpPr/>
                  <p:nvPr/>
                </p:nvSpPr>
                <p:spPr>
                  <a:xfrm>
                    <a:off x="8297871" y="2128371"/>
                    <a:ext cx="608812" cy="983616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1900" name="圓角矩形 1899"/>
                  <p:cNvSpPr/>
                  <p:nvPr/>
                </p:nvSpPr>
                <p:spPr>
                  <a:xfrm>
                    <a:off x="8365664" y="2172472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grpSp>
                <p:nvGrpSpPr>
                  <p:cNvPr id="1901" name="群組 1900"/>
                  <p:cNvGrpSpPr/>
                  <p:nvPr/>
                </p:nvGrpSpPr>
                <p:grpSpPr>
                  <a:xfrm>
                    <a:off x="8430143" y="2380845"/>
                    <a:ext cx="360000" cy="110762"/>
                    <a:chOff x="8430143" y="2380845"/>
                    <a:chExt cx="360000" cy="110762"/>
                  </a:xfrm>
                </p:grpSpPr>
                <p:sp>
                  <p:nvSpPr>
                    <p:cNvPr id="1902" name="圓角矩形 1901"/>
                    <p:cNvSpPr/>
                    <p:nvPr/>
                  </p:nvSpPr>
                  <p:spPr>
                    <a:xfrm>
                      <a:off x="8430143" y="2380845"/>
                      <a:ext cx="360000" cy="110761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903" name="直線接點 1902"/>
                    <p:cNvCxnSpPr/>
                    <p:nvPr/>
                  </p:nvCxnSpPr>
                  <p:spPr>
                    <a:xfrm>
                      <a:off x="8467716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04" name="直線接點 1903"/>
                    <p:cNvCxnSpPr/>
                    <p:nvPr/>
                  </p:nvCxnSpPr>
                  <p:spPr>
                    <a:xfrm>
                      <a:off x="8507961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05" name="直線接點 1904"/>
                    <p:cNvCxnSpPr/>
                    <p:nvPr/>
                  </p:nvCxnSpPr>
                  <p:spPr>
                    <a:xfrm>
                      <a:off x="854820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06" name="直線接點 1905"/>
                    <p:cNvCxnSpPr/>
                    <p:nvPr/>
                  </p:nvCxnSpPr>
                  <p:spPr>
                    <a:xfrm>
                      <a:off x="858845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07" name="直線接點 1906"/>
                    <p:cNvCxnSpPr/>
                    <p:nvPr/>
                  </p:nvCxnSpPr>
                  <p:spPr>
                    <a:xfrm>
                      <a:off x="862869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08" name="直線接點 1907"/>
                    <p:cNvCxnSpPr/>
                    <p:nvPr/>
                  </p:nvCxnSpPr>
                  <p:spPr>
                    <a:xfrm>
                      <a:off x="866894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09" name="直線接點 1908"/>
                    <p:cNvCxnSpPr/>
                    <p:nvPr/>
                  </p:nvCxnSpPr>
                  <p:spPr>
                    <a:xfrm>
                      <a:off x="870918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10" name="直線接點 1909"/>
                    <p:cNvCxnSpPr/>
                    <p:nvPr/>
                  </p:nvCxnSpPr>
                  <p:spPr>
                    <a:xfrm>
                      <a:off x="8749433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883" name="等腰三角形 1882"/>
                <p:cNvSpPr/>
                <p:nvPr/>
              </p:nvSpPr>
              <p:spPr>
                <a:xfrm>
                  <a:off x="8381160" y="3156987"/>
                  <a:ext cx="86973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884" name="等腰三角形 1883"/>
                <p:cNvSpPr/>
                <p:nvPr/>
              </p:nvSpPr>
              <p:spPr>
                <a:xfrm rot="10800000">
                  <a:off x="8445943" y="3163833"/>
                  <a:ext cx="86973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885" name="等腰三角形 1884"/>
                <p:cNvSpPr/>
                <p:nvPr/>
              </p:nvSpPr>
              <p:spPr>
                <a:xfrm>
                  <a:off x="8713872" y="3156878"/>
                  <a:ext cx="86973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886" name="等腰三角形 1885"/>
                <p:cNvSpPr/>
                <p:nvPr/>
              </p:nvSpPr>
              <p:spPr>
                <a:xfrm rot="10800000">
                  <a:off x="8780144" y="3155745"/>
                  <a:ext cx="86973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1887" name="群組 1886"/>
                <p:cNvGrpSpPr/>
                <p:nvPr/>
              </p:nvGrpSpPr>
              <p:grpSpPr>
                <a:xfrm rot="10800000">
                  <a:off x="8374410" y="3367443"/>
                  <a:ext cx="489721" cy="319135"/>
                  <a:chOff x="8365664" y="2172472"/>
                  <a:chExt cx="489721" cy="319135"/>
                </a:xfrm>
              </p:grpSpPr>
              <p:sp>
                <p:nvSpPr>
                  <p:cNvPr id="1888" name="圓角矩形 1887"/>
                  <p:cNvSpPr/>
                  <p:nvPr/>
                </p:nvSpPr>
                <p:spPr>
                  <a:xfrm>
                    <a:off x="8365664" y="2172472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grpSp>
                <p:nvGrpSpPr>
                  <p:cNvPr id="1889" name="群組 1888"/>
                  <p:cNvGrpSpPr/>
                  <p:nvPr/>
                </p:nvGrpSpPr>
                <p:grpSpPr>
                  <a:xfrm>
                    <a:off x="8430143" y="2380845"/>
                    <a:ext cx="360000" cy="110762"/>
                    <a:chOff x="8430143" y="2380845"/>
                    <a:chExt cx="360000" cy="110762"/>
                  </a:xfrm>
                </p:grpSpPr>
                <p:sp>
                  <p:nvSpPr>
                    <p:cNvPr id="1890" name="圓角矩形 1889"/>
                    <p:cNvSpPr/>
                    <p:nvPr/>
                  </p:nvSpPr>
                  <p:spPr>
                    <a:xfrm>
                      <a:off x="8430143" y="2380845"/>
                      <a:ext cx="360000" cy="110761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891" name="直線接點 1890"/>
                    <p:cNvCxnSpPr/>
                    <p:nvPr/>
                  </p:nvCxnSpPr>
                  <p:spPr>
                    <a:xfrm>
                      <a:off x="8467716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92" name="直線接點 1891"/>
                    <p:cNvCxnSpPr/>
                    <p:nvPr/>
                  </p:nvCxnSpPr>
                  <p:spPr>
                    <a:xfrm>
                      <a:off x="8507961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93" name="直線接點 1892"/>
                    <p:cNvCxnSpPr/>
                    <p:nvPr/>
                  </p:nvCxnSpPr>
                  <p:spPr>
                    <a:xfrm>
                      <a:off x="854820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94" name="直線接點 1893"/>
                    <p:cNvCxnSpPr/>
                    <p:nvPr/>
                  </p:nvCxnSpPr>
                  <p:spPr>
                    <a:xfrm>
                      <a:off x="858845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95" name="直線接點 1894"/>
                    <p:cNvCxnSpPr/>
                    <p:nvPr/>
                  </p:nvCxnSpPr>
                  <p:spPr>
                    <a:xfrm>
                      <a:off x="862869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96" name="直線接點 1895"/>
                    <p:cNvCxnSpPr/>
                    <p:nvPr/>
                  </p:nvCxnSpPr>
                  <p:spPr>
                    <a:xfrm>
                      <a:off x="866894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97" name="直線接點 1896"/>
                    <p:cNvCxnSpPr/>
                    <p:nvPr/>
                  </p:nvCxnSpPr>
                  <p:spPr>
                    <a:xfrm>
                      <a:off x="870918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98" name="直線接點 1897"/>
                    <p:cNvCxnSpPr/>
                    <p:nvPr/>
                  </p:nvCxnSpPr>
                  <p:spPr>
                    <a:xfrm>
                      <a:off x="8749433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rgbClr val="FFCC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sp>
            <p:nvSpPr>
              <p:cNvPr id="1941" name="橢圓 1940"/>
              <p:cNvSpPr/>
              <p:nvPr/>
            </p:nvSpPr>
            <p:spPr>
              <a:xfrm>
                <a:off x="10267007" y="2577856"/>
                <a:ext cx="46800" cy="468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942" name="橢圓 1941"/>
              <p:cNvSpPr/>
              <p:nvPr/>
            </p:nvSpPr>
            <p:spPr>
              <a:xfrm>
                <a:off x="10343690" y="2577856"/>
                <a:ext cx="46800" cy="468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</p:grpSp>
      <p:grpSp>
        <p:nvGrpSpPr>
          <p:cNvPr id="16" name="群組 15"/>
          <p:cNvGrpSpPr/>
          <p:nvPr/>
        </p:nvGrpSpPr>
        <p:grpSpPr>
          <a:xfrm>
            <a:off x="9283560" y="793284"/>
            <a:ext cx="640202" cy="805360"/>
            <a:chOff x="5819080" y="2156790"/>
            <a:chExt cx="747681" cy="940567"/>
          </a:xfrm>
        </p:grpSpPr>
        <p:grpSp>
          <p:nvGrpSpPr>
            <p:cNvPr id="1879" name="群組 1878"/>
            <p:cNvGrpSpPr>
              <a:grpSpLocks noChangeAspect="1"/>
            </p:cNvGrpSpPr>
            <p:nvPr/>
          </p:nvGrpSpPr>
          <p:grpSpPr>
            <a:xfrm>
              <a:off x="5819080" y="2156790"/>
              <a:ext cx="745082" cy="635140"/>
              <a:chOff x="9292936" y="2747160"/>
              <a:chExt cx="1154689" cy="984306"/>
            </a:xfrm>
          </p:grpSpPr>
          <p:grpSp>
            <p:nvGrpSpPr>
              <p:cNvPr id="1943" name="群組 1942"/>
              <p:cNvGrpSpPr/>
              <p:nvPr/>
            </p:nvGrpSpPr>
            <p:grpSpPr>
              <a:xfrm>
                <a:off x="9292936" y="2747850"/>
                <a:ext cx="608812" cy="983616"/>
                <a:chOff x="8325303" y="2746757"/>
                <a:chExt cx="608812" cy="983616"/>
              </a:xfrm>
            </p:grpSpPr>
            <p:grpSp>
              <p:nvGrpSpPr>
                <p:cNvPr id="1974" name="群組 1973"/>
                <p:cNvGrpSpPr/>
                <p:nvPr/>
              </p:nvGrpSpPr>
              <p:grpSpPr>
                <a:xfrm>
                  <a:off x="8325303" y="2746757"/>
                  <a:ext cx="608812" cy="983616"/>
                  <a:chOff x="8312631" y="2128373"/>
                  <a:chExt cx="608812" cy="983616"/>
                </a:xfrm>
              </p:grpSpPr>
              <p:sp>
                <p:nvSpPr>
                  <p:cNvPr id="1991" name="圓角矩形 1990"/>
                  <p:cNvSpPr/>
                  <p:nvPr/>
                </p:nvSpPr>
                <p:spPr>
                  <a:xfrm>
                    <a:off x="8312631" y="2128373"/>
                    <a:ext cx="608812" cy="983616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1992" name="圓角矩形 1991"/>
                  <p:cNvSpPr/>
                  <p:nvPr/>
                </p:nvSpPr>
                <p:spPr>
                  <a:xfrm>
                    <a:off x="8365664" y="2172472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grpSp>
                <p:nvGrpSpPr>
                  <p:cNvPr id="1993" name="群組 1992"/>
                  <p:cNvGrpSpPr/>
                  <p:nvPr/>
                </p:nvGrpSpPr>
                <p:grpSpPr>
                  <a:xfrm>
                    <a:off x="8430143" y="2380845"/>
                    <a:ext cx="360000" cy="110762"/>
                    <a:chOff x="8430143" y="2380845"/>
                    <a:chExt cx="360000" cy="110762"/>
                  </a:xfrm>
                </p:grpSpPr>
                <p:sp>
                  <p:nvSpPr>
                    <p:cNvPr id="1994" name="圓角矩形 1993"/>
                    <p:cNvSpPr/>
                    <p:nvPr/>
                  </p:nvSpPr>
                  <p:spPr>
                    <a:xfrm>
                      <a:off x="8430143" y="2380845"/>
                      <a:ext cx="360000" cy="110761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995" name="直線接點 1994"/>
                    <p:cNvCxnSpPr/>
                    <p:nvPr/>
                  </p:nvCxnSpPr>
                  <p:spPr>
                    <a:xfrm>
                      <a:off x="8467716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96" name="直線接點 1995"/>
                    <p:cNvCxnSpPr/>
                    <p:nvPr/>
                  </p:nvCxnSpPr>
                  <p:spPr>
                    <a:xfrm>
                      <a:off x="8507961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97" name="直線接點 1996"/>
                    <p:cNvCxnSpPr/>
                    <p:nvPr/>
                  </p:nvCxnSpPr>
                  <p:spPr>
                    <a:xfrm>
                      <a:off x="854820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98" name="直線接點 1997"/>
                    <p:cNvCxnSpPr/>
                    <p:nvPr/>
                  </p:nvCxnSpPr>
                  <p:spPr>
                    <a:xfrm>
                      <a:off x="858845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99" name="直線接點 1998"/>
                    <p:cNvCxnSpPr/>
                    <p:nvPr/>
                  </p:nvCxnSpPr>
                  <p:spPr>
                    <a:xfrm>
                      <a:off x="862869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00" name="直線接點 1999"/>
                    <p:cNvCxnSpPr/>
                    <p:nvPr/>
                  </p:nvCxnSpPr>
                  <p:spPr>
                    <a:xfrm>
                      <a:off x="866894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01" name="直線接點 2000"/>
                    <p:cNvCxnSpPr/>
                    <p:nvPr/>
                  </p:nvCxnSpPr>
                  <p:spPr>
                    <a:xfrm>
                      <a:off x="870918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02" name="直線接點 2001"/>
                    <p:cNvCxnSpPr/>
                    <p:nvPr/>
                  </p:nvCxnSpPr>
                  <p:spPr>
                    <a:xfrm>
                      <a:off x="8749433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975" name="等腰三角形 1974"/>
                <p:cNvSpPr/>
                <p:nvPr/>
              </p:nvSpPr>
              <p:spPr>
                <a:xfrm>
                  <a:off x="8381160" y="3156986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976" name="等腰三角形 1975"/>
                <p:cNvSpPr/>
                <p:nvPr/>
              </p:nvSpPr>
              <p:spPr>
                <a:xfrm rot="10800000">
                  <a:off x="8499831" y="3158578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978" name="等腰三角形 1977"/>
                <p:cNvSpPr/>
                <p:nvPr/>
              </p:nvSpPr>
              <p:spPr>
                <a:xfrm rot="10800000">
                  <a:off x="8742752" y="3155746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1979" name="群組 1978"/>
                <p:cNvGrpSpPr/>
                <p:nvPr/>
              </p:nvGrpSpPr>
              <p:grpSpPr>
                <a:xfrm rot="10800000">
                  <a:off x="8374410" y="3367443"/>
                  <a:ext cx="489721" cy="319135"/>
                  <a:chOff x="8365664" y="2172472"/>
                  <a:chExt cx="489721" cy="319135"/>
                </a:xfrm>
              </p:grpSpPr>
              <p:sp>
                <p:nvSpPr>
                  <p:cNvPr id="1980" name="圓角矩形 1979"/>
                  <p:cNvSpPr/>
                  <p:nvPr/>
                </p:nvSpPr>
                <p:spPr>
                  <a:xfrm>
                    <a:off x="8365664" y="2172472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grpSp>
                <p:nvGrpSpPr>
                  <p:cNvPr id="1981" name="群組 1980"/>
                  <p:cNvGrpSpPr/>
                  <p:nvPr/>
                </p:nvGrpSpPr>
                <p:grpSpPr>
                  <a:xfrm>
                    <a:off x="8430143" y="2380845"/>
                    <a:ext cx="360000" cy="110762"/>
                    <a:chOff x="8430143" y="2380845"/>
                    <a:chExt cx="360000" cy="110762"/>
                  </a:xfrm>
                </p:grpSpPr>
                <p:sp>
                  <p:nvSpPr>
                    <p:cNvPr id="1982" name="圓角矩形 1981"/>
                    <p:cNvSpPr/>
                    <p:nvPr/>
                  </p:nvSpPr>
                  <p:spPr>
                    <a:xfrm>
                      <a:off x="8430143" y="2380845"/>
                      <a:ext cx="360000" cy="110761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983" name="直線接點 1982"/>
                    <p:cNvCxnSpPr/>
                    <p:nvPr/>
                  </p:nvCxnSpPr>
                  <p:spPr>
                    <a:xfrm>
                      <a:off x="8467716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84" name="直線接點 1983"/>
                    <p:cNvCxnSpPr/>
                    <p:nvPr/>
                  </p:nvCxnSpPr>
                  <p:spPr>
                    <a:xfrm>
                      <a:off x="8507961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85" name="直線接點 1984"/>
                    <p:cNvCxnSpPr/>
                    <p:nvPr/>
                  </p:nvCxnSpPr>
                  <p:spPr>
                    <a:xfrm>
                      <a:off x="854820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86" name="直線接點 1985"/>
                    <p:cNvCxnSpPr/>
                    <p:nvPr/>
                  </p:nvCxnSpPr>
                  <p:spPr>
                    <a:xfrm>
                      <a:off x="858845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87" name="直線接點 1986"/>
                    <p:cNvCxnSpPr/>
                    <p:nvPr/>
                  </p:nvCxnSpPr>
                  <p:spPr>
                    <a:xfrm>
                      <a:off x="862869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88" name="直線接點 1987"/>
                    <p:cNvCxnSpPr/>
                    <p:nvPr/>
                  </p:nvCxnSpPr>
                  <p:spPr>
                    <a:xfrm>
                      <a:off x="866894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89" name="直線接點 1988"/>
                    <p:cNvCxnSpPr/>
                    <p:nvPr/>
                  </p:nvCxnSpPr>
                  <p:spPr>
                    <a:xfrm>
                      <a:off x="870918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90" name="直線接點 1989"/>
                    <p:cNvCxnSpPr/>
                    <p:nvPr/>
                  </p:nvCxnSpPr>
                  <p:spPr>
                    <a:xfrm>
                      <a:off x="8749433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944" name="群組 1943"/>
              <p:cNvGrpSpPr/>
              <p:nvPr/>
            </p:nvGrpSpPr>
            <p:grpSpPr>
              <a:xfrm>
                <a:off x="9838813" y="2747160"/>
                <a:ext cx="608812" cy="983616"/>
                <a:chOff x="8325303" y="2746757"/>
                <a:chExt cx="608812" cy="983616"/>
              </a:xfrm>
            </p:grpSpPr>
            <p:grpSp>
              <p:nvGrpSpPr>
                <p:cNvPr id="1945" name="群組 1944"/>
                <p:cNvGrpSpPr/>
                <p:nvPr/>
              </p:nvGrpSpPr>
              <p:grpSpPr>
                <a:xfrm>
                  <a:off x="8325303" y="2746757"/>
                  <a:ext cx="608812" cy="983616"/>
                  <a:chOff x="8312631" y="2128373"/>
                  <a:chExt cx="608812" cy="983616"/>
                </a:xfrm>
              </p:grpSpPr>
              <p:sp>
                <p:nvSpPr>
                  <p:cNvPr id="1962" name="圓角矩形 1961"/>
                  <p:cNvSpPr/>
                  <p:nvPr/>
                </p:nvSpPr>
                <p:spPr>
                  <a:xfrm>
                    <a:off x="8312631" y="2128373"/>
                    <a:ext cx="608812" cy="983616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75000"/>
                    </a:schemeClr>
                  </a:solidFill>
                  <a:ln w="635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1963" name="圓角矩形 1962"/>
                  <p:cNvSpPr/>
                  <p:nvPr/>
                </p:nvSpPr>
                <p:spPr>
                  <a:xfrm>
                    <a:off x="8365664" y="2172472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grpSp>
                <p:nvGrpSpPr>
                  <p:cNvPr id="1964" name="群組 1963"/>
                  <p:cNvGrpSpPr/>
                  <p:nvPr/>
                </p:nvGrpSpPr>
                <p:grpSpPr>
                  <a:xfrm>
                    <a:off x="8430143" y="2380845"/>
                    <a:ext cx="360000" cy="110762"/>
                    <a:chOff x="8430143" y="2380845"/>
                    <a:chExt cx="360000" cy="110762"/>
                  </a:xfrm>
                </p:grpSpPr>
                <p:sp>
                  <p:nvSpPr>
                    <p:cNvPr id="1965" name="圓角矩形 1964"/>
                    <p:cNvSpPr/>
                    <p:nvPr/>
                  </p:nvSpPr>
                  <p:spPr>
                    <a:xfrm>
                      <a:off x="8430143" y="2380845"/>
                      <a:ext cx="360000" cy="110761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966" name="直線接點 1965"/>
                    <p:cNvCxnSpPr/>
                    <p:nvPr/>
                  </p:nvCxnSpPr>
                  <p:spPr>
                    <a:xfrm>
                      <a:off x="8467716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67" name="直線接點 1966"/>
                    <p:cNvCxnSpPr/>
                    <p:nvPr/>
                  </p:nvCxnSpPr>
                  <p:spPr>
                    <a:xfrm>
                      <a:off x="8507961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68" name="直線接點 1967"/>
                    <p:cNvCxnSpPr/>
                    <p:nvPr/>
                  </p:nvCxnSpPr>
                  <p:spPr>
                    <a:xfrm>
                      <a:off x="854820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69" name="直線接點 1968"/>
                    <p:cNvCxnSpPr/>
                    <p:nvPr/>
                  </p:nvCxnSpPr>
                  <p:spPr>
                    <a:xfrm>
                      <a:off x="858845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70" name="直線接點 1969"/>
                    <p:cNvCxnSpPr/>
                    <p:nvPr/>
                  </p:nvCxnSpPr>
                  <p:spPr>
                    <a:xfrm>
                      <a:off x="862869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71" name="直線接點 1970"/>
                    <p:cNvCxnSpPr/>
                    <p:nvPr/>
                  </p:nvCxnSpPr>
                  <p:spPr>
                    <a:xfrm>
                      <a:off x="866894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72" name="直線接點 1971"/>
                    <p:cNvCxnSpPr/>
                    <p:nvPr/>
                  </p:nvCxnSpPr>
                  <p:spPr>
                    <a:xfrm>
                      <a:off x="870918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73" name="直線接點 1972"/>
                    <p:cNvCxnSpPr/>
                    <p:nvPr/>
                  </p:nvCxnSpPr>
                  <p:spPr>
                    <a:xfrm>
                      <a:off x="8749433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946" name="等腰三角形 1945"/>
                <p:cNvSpPr/>
                <p:nvPr/>
              </p:nvSpPr>
              <p:spPr>
                <a:xfrm>
                  <a:off x="8381160" y="3156986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947" name="等腰三角形 1946"/>
                <p:cNvSpPr/>
                <p:nvPr/>
              </p:nvSpPr>
              <p:spPr>
                <a:xfrm rot="10800000">
                  <a:off x="8499831" y="3158578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949" name="等腰三角形 1948"/>
                <p:cNvSpPr/>
                <p:nvPr/>
              </p:nvSpPr>
              <p:spPr>
                <a:xfrm rot="10800000">
                  <a:off x="8742752" y="3155746"/>
                  <a:ext cx="124364" cy="149456"/>
                </a:xfrm>
                <a:prstGeom prst="triangl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1950" name="群組 1949"/>
                <p:cNvGrpSpPr/>
                <p:nvPr/>
              </p:nvGrpSpPr>
              <p:grpSpPr>
                <a:xfrm rot="10800000">
                  <a:off x="8374410" y="3367443"/>
                  <a:ext cx="489721" cy="319135"/>
                  <a:chOff x="8365664" y="2172472"/>
                  <a:chExt cx="489721" cy="319135"/>
                </a:xfrm>
              </p:grpSpPr>
              <p:sp>
                <p:nvSpPr>
                  <p:cNvPr id="1951" name="圓角矩形 1950"/>
                  <p:cNvSpPr/>
                  <p:nvPr/>
                </p:nvSpPr>
                <p:spPr>
                  <a:xfrm>
                    <a:off x="8365664" y="2172472"/>
                    <a:ext cx="489721" cy="319134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grpSp>
                <p:nvGrpSpPr>
                  <p:cNvPr id="1952" name="群組 1951"/>
                  <p:cNvGrpSpPr/>
                  <p:nvPr/>
                </p:nvGrpSpPr>
                <p:grpSpPr>
                  <a:xfrm>
                    <a:off x="8430143" y="2380845"/>
                    <a:ext cx="360000" cy="110762"/>
                    <a:chOff x="8430143" y="2380845"/>
                    <a:chExt cx="360000" cy="110762"/>
                  </a:xfrm>
                </p:grpSpPr>
                <p:sp>
                  <p:nvSpPr>
                    <p:cNvPr id="1953" name="圓角矩形 1952"/>
                    <p:cNvSpPr/>
                    <p:nvPr/>
                  </p:nvSpPr>
                  <p:spPr>
                    <a:xfrm>
                      <a:off x="8430143" y="2380845"/>
                      <a:ext cx="360000" cy="110761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954" name="直線接點 1953"/>
                    <p:cNvCxnSpPr/>
                    <p:nvPr/>
                  </p:nvCxnSpPr>
                  <p:spPr>
                    <a:xfrm>
                      <a:off x="8467716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55" name="直線接點 1954"/>
                    <p:cNvCxnSpPr/>
                    <p:nvPr/>
                  </p:nvCxnSpPr>
                  <p:spPr>
                    <a:xfrm>
                      <a:off x="8507961" y="2407904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56" name="直線接點 1955"/>
                    <p:cNvCxnSpPr/>
                    <p:nvPr/>
                  </p:nvCxnSpPr>
                  <p:spPr>
                    <a:xfrm>
                      <a:off x="854820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57" name="直線接點 1956"/>
                    <p:cNvCxnSpPr/>
                    <p:nvPr/>
                  </p:nvCxnSpPr>
                  <p:spPr>
                    <a:xfrm>
                      <a:off x="858845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58" name="直線接點 1957"/>
                    <p:cNvCxnSpPr/>
                    <p:nvPr/>
                  </p:nvCxnSpPr>
                  <p:spPr>
                    <a:xfrm>
                      <a:off x="862869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59" name="直線接點 1958"/>
                    <p:cNvCxnSpPr/>
                    <p:nvPr/>
                  </p:nvCxnSpPr>
                  <p:spPr>
                    <a:xfrm>
                      <a:off x="8668941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60" name="直線接點 1959"/>
                    <p:cNvCxnSpPr/>
                    <p:nvPr/>
                  </p:nvCxnSpPr>
                  <p:spPr>
                    <a:xfrm>
                      <a:off x="8709186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61" name="直線接點 1960"/>
                    <p:cNvCxnSpPr/>
                    <p:nvPr/>
                  </p:nvCxnSpPr>
                  <p:spPr>
                    <a:xfrm>
                      <a:off x="8749433" y="2407903"/>
                      <a:ext cx="0" cy="83703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grpSp>
          <p:nvGrpSpPr>
            <p:cNvPr id="2003" name="群組 2002"/>
            <p:cNvGrpSpPr>
              <a:grpSpLocks noChangeAspect="1"/>
            </p:cNvGrpSpPr>
            <p:nvPr/>
          </p:nvGrpSpPr>
          <p:grpSpPr>
            <a:xfrm rot="10800000">
              <a:off x="5819080" y="2845797"/>
              <a:ext cx="747681" cy="251560"/>
              <a:chOff x="9019556" y="2124081"/>
              <a:chExt cx="1158717" cy="389855"/>
            </a:xfrm>
          </p:grpSpPr>
          <p:grpSp>
            <p:nvGrpSpPr>
              <p:cNvPr id="2004" name="群組 2003"/>
              <p:cNvGrpSpPr/>
              <p:nvPr/>
            </p:nvGrpSpPr>
            <p:grpSpPr>
              <a:xfrm>
                <a:off x="9019556" y="2124081"/>
                <a:ext cx="608812" cy="389855"/>
                <a:chOff x="8303107" y="2128373"/>
                <a:chExt cx="608812" cy="389855"/>
              </a:xfrm>
            </p:grpSpPr>
            <p:sp>
              <p:nvSpPr>
                <p:cNvPr id="2020" name="圓角矩形 2019"/>
                <p:cNvSpPr/>
                <p:nvPr/>
              </p:nvSpPr>
              <p:spPr>
                <a:xfrm>
                  <a:off x="8303107" y="2128373"/>
                  <a:ext cx="608812" cy="389855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023" name="圓角矩形 2022"/>
                <p:cNvSpPr/>
                <p:nvPr/>
              </p:nvSpPr>
              <p:spPr>
                <a:xfrm>
                  <a:off x="8365664" y="2172472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2024" name="群組 2023"/>
                <p:cNvGrpSpPr/>
                <p:nvPr/>
              </p:nvGrpSpPr>
              <p:grpSpPr>
                <a:xfrm>
                  <a:off x="8430143" y="2380845"/>
                  <a:ext cx="360000" cy="110762"/>
                  <a:chOff x="8430143" y="2380845"/>
                  <a:chExt cx="360000" cy="110762"/>
                </a:xfrm>
              </p:grpSpPr>
              <p:sp>
                <p:nvSpPr>
                  <p:cNvPr id="2025" name="圓角矩形 2024"/>
                  <p:cNvSpPr/>
                  <p:nvPr/>
                </p:nvSpPr>
                <p:spPr>
                  <a:xfrm>
                    <a:off x="8430143" y="2380845"/>
                    <a:ext cx="360000" cy="110761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2026" name="直線接點 2025"/>
                  <p:cNvCxnSpPr/>
                  <p:nvPr/>
                </p:nvCxnSpPr>
                <p:spPr>
                  <a:xfrm>
                    <a:off x="8467716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27" name="直線接點 2026"/>
                  <p:cNvCxnSpPr/>
                  <p:nvPr/>
                </p:nvCxnSpPr>
                <p:spPr>
                  <a:xfrm>
                    <a:off x="8507961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28" name="直線接點 2027"/>
                  <p:cNvCxnSpPr/>
                  <p:nvPr/>
                </p:nvCxnSpPr>
                <p:spPr>
                  <a:xfrm>
                    <a:off x="854820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29" name="直線接點 2028"/>
                  <p:cNvCxnSpPr/>
                  <p:nvPr/>
                </p:nvCxnSpPr>
                <p:spPr>
                  <a:xfrm>
                    <a:off x="858845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30" name="直線接點 2029"/>
                  <p:cNvCxnSpPr/>
                  <p:nvPr/>
                </p:nvCxnSpPr>
                <p:spPr>
                  <a:xfrm>
                    <a:off x="862869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31" name="直線接點 2030"/>
                  <p:cNvCxnSpPr/>
                  <p:nvPr/>
                </p:nvCxnSpPr>
                <p:spPr>
                  <a:xfrm>
                    <a:off x="866894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32" name="直線接點 2031"/>
                  <p:cNvCxnSpPr/>
                  <p:nvPr/>
                </p:nvCxnSpPr>
                <p:spPr>
                  <a:xfrm>
                    <a:off x="870918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33" name="直線接點 2032"/>
                  <p:cNvCxnSpPr/>
                  <p:nvPr/>
                </p:nvCxnSpPr>
                <p:spPr>
                  <a:xfrm>
                    <a:off x="8749433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05" name="群組 2004"/>
              <p:cNvGrpSpPr/>
              <p:nvPr/>
            </p:nvGrpSpPr>
            <p:grpSpPr>
              <a:xfrm>
                <a:off x="9569461" y="2124081"/>
                <a:ext cx="608812" cy="389855"/>
                <a:chOff x="8303107" y="2129259"/>
                <a:chExt cx="608812" cy="389855"/>
              </a:xfrm>
            </p:grpSpPr>
            <p:sp>
              <p:nvSpPr>
                <p:cNvPr id="2006" name="圓角矩形 2005"/>
                <p:cNvSpPr/>
                <p:nvPr/>
              </p:nvSpPr>
              <p:spPr>
                <a:xfrm>
                  <a:off x="8303107" y="2129259"/>
                  <a:ext cx="608812" cy="389855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009" name="圓角矩形 2008"/>
                <p:cNvSpPr/>
                <p:nvPr/>
              </p:nvSpPr>
              <p:spPr>
                <a:xfrm>
                  <a:off x="8365664" y="2172472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2010" name="群組 2009"/>
                <p:cNvGrpSpPr/>
                <p:nvPr/>
              </p:nvGrpSpPr>
              <p:grpSpPr>
                <a:xfrm>
                  <a:off x="8430143" y="2380845"/>
                  <a:ext cx="360000" cy="110762"/>
                  <a:chOff x="8430143" y="2380845"/>
                  <a:chExt cx="360000" cy="110762"/>
                </a:xfrm>
              </p:grpSpPr>
              <p:sp>
                <p:nvSpPr>
                  <p:cNvPr id="2011" name="圓角矩形 2010"/>
                  <p:cNvSpPr/>
                  <p:nvPr/>
                </p:nvSpPr>
                <p:spPr>
                  <a:xfrm>
                    <a:off x="8430143" y="2380845"/>
                    <a:ext cx="360000" cy="110761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2012" name="直線接點 2011"/>
                  <p:cNvCxnSpPr/>
                  <p:nvPr/>
                </p:nvCxnSpPr>
                <p:spPr>
                  <a:xfrm>
                    <a:off x="8467716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13" name="直線接點 2012"/>
                  <p:cNvCxnSpPr/>
                  <p:nvPr/>
                </p:nvCxnSpPr>
                <p:spPr>
                  <a:xfrm>
                    <a:off x="8507961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14" name="直線接點 2013"/>
                  <p:cNvCxnSpPr/>
                  <p:nvPr/>
                </p:nvCxnSpPr>
                <p:spPr>
                  <a:xfrm>
                    <a:off x="854820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15" name="直線接點 2014"/>
                  <p:cNvCxnSpPr/>
                  <p:nvPr/>
                </p:nvCxnSpPr>
                <p:spPr>
                  <a:xfrm>
                    <a:off x="858845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16" name="直線接點 2015"/>
                  <p:cNvCxnSpPr/>
                  <p:nvPr/>
                </p:nvCxnSpPr>
                <p:spPr>
                  <a:xfrm>
                    <a:off x="862869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17" name="直線接點 2016"/>
                  <p:cNvCxnSpPr/>
                  <p:nvPr/>
                </p:nvCxnSpPr>
                <p:spPr>
                  <a:xfrm>
                    <a:off x="866894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18" name="直線接點 2017"/>
                  <p:cNvCxnSpPr/>
                  <p:nvPr/>
                </p:nvCxnSpPr>
                <p:spPr>
                  <a:xfrm>
                    <a:off x="870918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19" name="直線接點 2018"/>
                  <p:cNvCxnSpPr/>
                  <p:nvPr/>
                </p:nvCxnSpPr>
                <p:spPr>
                  <a:xfrm>
                    <a:off x="8749433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24" name="群組 23"/>
          <p:cNvGrpSpPr/>
          <p:nvPr/>
        </p:nvGrpSpPr>
        <p:grpSpPr>
          <a:xfrm>
            <a:off x="4719786" y="2044865"/>
            <a:ext cx="819419" cy="648295"/>
            <a:chOff x="8169665" y="2500680"/>
            <a:chExt cx="956986" cy="757133"/>
          </a:xfrm>
        </p:grpSpPr>
        <p:grpSp>
          <p:nvGrpSpPr>
            <p:cNvPr id="612" name="群組 611"/>
            <p:cNvGrpSpPr>
              <a:grpSpLocks/>
            </p:cNvGrpSpPr>
            <p:nvPr/>
          </p:nvGrpSpPr>
          <p:grpSpPr>
            <a:xfrm>
              <a:off x="8169665" y="2614427"/>
              <a:ext cx="956986" cy="346319"/>
              <a:chOff x="9019556" y="1977229"/>
              <a:chExt cx="1158717" cy="536707"/>
            </a:xfrm>
          </p:grpSpPr>
          <p:grpSp>
            <p:nvGrpSpPr>
              <p:cNvPr id="613" name="群組 612"/>
              <p:cNvGrpSpPr/>
              <p:nvPr/>
            </p:nvGrpSpPr>
            <p:grpSpPr>
              <a:xfrm>
                <a:off x="9019556" y="1978115"/>
                <a:ext cx="608812" cy="535821"/>
                <a:chOff x="8303107" y="1982407"/>
                <a:chExt cx="608812" cy="535821"/>
              </a:xfrm>
            </p:grpSpPr>
            <p:sp>
              <p:nvSpPr>
                <p:cNvPr id="629" name="圓角矩形 628"/>
                <p:cNvSpPr/>
                <p:nvPr/>
              </p:nvSpPr>
              <p:spPr>
                <a:xfrm>
                  <a:off x="8303107" y="2128373"/>
                  <a:ext cx="608812" cy="389855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630" name="橢圓 629"/>
                <p:cNvSpPr/>
                <p:nvPr/>
              </p:nvSpPr>
              <p:spPr>
                <a:xfrm>
                  <a:off x="8426026" y="1986083"/>
                  <a:ext cx="87177" cy="109559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631" name="橢圓 630"/>
                <p:cNvSpPr/>
                <p:nvPr/>
              </p:nvSpPr>
              <p:spPr>
                <a:xfrm>
                  <a:off x="8673704" y="1982407"/>
                  <a:ext cx="87177" cy="109559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632" name="圓角矩形 631"/>
                <p:cNvSpPr/>
                <p:nvPr/>
              </p:nvSpPr>
              <p:spPr>
                <a:xfrm>
                  <a:off x="8365664" y="2172472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633" name="群組 632"/>
                <p:cNvGrpSpPr/>
                <p:nvPr/>
              </p:nvGrpSpPr>
              <p:grpSpPr>
                <a:xfrm>
                  <a:off x="8430143" y="2380845"/>
                  <a:ext cx="360000" cy="110762"/>
                  <a:chOff x="8430143" y="2380845"/>
                  <a:chExt cx="360000" cy="110762"/>
                </a:xfrm>
              </p:grpSpPr>
              <p:sp>
                <p:nvSpPr>
                  <p:cNvPr id="634" name="圓角矩形 633"/>
                  <p:cNvSpPr/>
                  <p:nvPr/>
                </p:nvSpPr>
                <p:spPr>
                  <a:xfrm>
                    <a:off x="8430143" y="2380845"/>
                    <a:ext cx="360000" cy="110761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635" name="直線接點 634"/>
                  <p:cNvCxnSpPr/>
                  <p:nvPr/>
                </p:nvCxnSpPr>
                <p:spPr>
                  <a:xfrm>
                    <a:off x="8467716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6" name="直線接點 635"/>
                  <p:cNvCxnSpPr/>
                  <p:nvPr/>
                </p:nvCxnSpPr>
                <p:spPr>
                  <a:xfrm>
                    <a:off x="8507961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7" name="直線接點 636"/>
                  <p:cNvCxnSpPr/>
                  <p:nvPr/>
                </p:nvCxnSpPr>
                <p:spPr>
                  <a:xfrm>
                    <a:off x="854820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8" name="直線接點 637"/>
                  <p:cNvCxnSpPr/>
                  <p:nvPr/>
                </p:nvCxnSpPr>
                <p:spPr>
                  <a:xfrm>
                    <a:off x="858845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9" name="直線接點 638"/>
                  <p:cNvCxnSpPr/>
                  <p:nvPr/>
                </p:nvCxnSpPr>
                <p:spPr>
                  <a:xfrm>
                    <a:off x="862869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0" name="直線接點 639"/>
                  <p:cNvCxnSpPr/>
                  <p:nvPr/>
                </p:nvCxnSpPr>
                <p:spPr>
                  <a:xfrm>
                    <a:off x="866894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1" name="直線接點 640"/>
                  <p:cNvCxnSpPr/>
                  <p:nvPr/>
                </p:nvCxnSpPr>
                <p:spPr>
                  <a:xfrm>
                    <a:off x="870918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2" name="直線接點 641"/>
                  <p:cNvCxnSpPr/>
                  <p:nvPr/>
                </p:nvCxnSpPr>
                <p:spPr>
                  <a:xfrm>
                    <a:off x="8749433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614" name="群組 613"/>
              <p:cNvGrpSpPr/>
              <p:nvPr/>
            </p:nvGrpSpPr>
            <p:grpSpPr>
              <a:xfrm>
                <a:off x="9569461" y="1977229"/>
                <a:ext cx="608812" cy="536707"/>
                <a:chOff x="8303107" y="1982407"/>
                <a:chExt cx="608812" cy="536707"/>
              </a:xfrm>
            </p:grpSpPr>
            <p:sp>
              <p:nvSpPr>
                <p:cNvPr id="615" name="圓角矩形 614"/>
                <p:cNvSpPr/>
                <p:nvPr/>
              </p:nvSpPr>
              <p:spPr>
                <a:xfrm>
                  <a:off x="8303107" y="2129259"/>
                  <a:ext cx="608812" cy="389855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616" name="橢圓 615"/>
                <p:cNvSpPr/>
                <p:nvPr/>
              </p:nvSpPr>
              <p:spPr>
                <a:xfrm>
                  <a:off x="8426026" y="1986083"/>
                  <a:ext cx="87177" cy="109559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617" name="橢圓 616"/>
                <p:cNvSpPr/>
                <p:nvPr/>
              </p:nvSpPr>
              <p:spPr>
                <a:xfrm>
                  <a:off x="8673704" y="1982407"/>
                  <a:ext cx="87177" cy="109559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618" name="圓角矩形 617"/>
                <p:cNvSpPr/>
                <p:nvPr/>
              </p:nvSpPr>
              <p:spPr>
                <a:xfrm>
                  <a:off x="8365664" y="2172472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619" name="群組 618"/>
                <p:cNvGrpSpPr/>
                <p:nvPr/>
              </p:nvGrpSpPr>
              <p:grpSpPr>
                <a:xfrm>
                  <a:off x="8430143" y="2380845"/>
                  <a:ext cx="360000" cy="110762"/>
                  <a:chOff x="8430143" y="2380845"/>
                  <a:chExt cx="360000" cy="110762"/>
                </a:xfrm>
              </p:grpSpPr>
              <p:sp>
                <p:nvSpPr>
                  <p:cNvPr id="620" name="圓角矩形 619"/>
                  <p:cNvSpPr/>
                  <p:nvPr/>
                </p:nvSpPr>
                <p:spPr>
                  <a:xfrm>
                    <a:off x="8430143" y="2380845"/>
                    <a:ext cx="360000" cy="110761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621" name="直線接點 620"/>
                  <p:cNvCxnSpPr/>
                  <p:nvPr/>
                </p:nvCxnSpPr>
                <p:spPr>
                  <a:xfrm>
                    <a:off x="8467716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2" name="直線接點 621"/>
                  <p:cNvCxnSpPr/>
                  <p:nvPr/>
                </p:nvCxnSpPr>
                <p:spPr>
                  <a:xfrm>
                    <a:off x="8507961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3" name="直線接點 622"/>
                  <p:cNvCxnSpPr/>
                  <p:nvPr/>
                </p:nvCxnSpPr>
                <p:spPr>
                  <a:xfrm>
                    <a:off x="854820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4" name="直線接點 623"/>
                  <p:cNvCxnSpPr/>
                  <p:nvPr/>
                </p:nvCxnSpPr>
                <p:spPr>
                  <a:xfrm>
                    <a:off x="858845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5" name="直線接點 624"/>
                  <p:cNvCxnSpPr/>
                  <p:nvPr/>
                </p:nvCxnSpPr>
                <p:spPr>
                  <a:xfrm>
                    <a:off x="862869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6" name="直線接點 625"/>
                  <p:cNvCxnSpPr/>
                  <p:nvPr/>
                </p:nvCxnSpPr>
                <p:spPr>
                  <a:xfrm>
                    <a:off x="866894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7" name="直線接點 626"/>
                  <p:cNvCxnSpPr/>
                  <p:nvPr/>
                </p:nvCxnSpPr>
                <p:spPr>
                  <a:xfrm>
                    <a:off x="870918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8" name="直線接點 627"/>
                  <p:cNvCxnSpPr/>
                  <p:nvPr/>
                </p:nvCxnSpPr>
                <p:spPr>
                  <a:xfrm>
                    <a:off x="8749433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095" name="群組 2094"/>
            <p:cNvGrpSpPr>
              <a:grpSpLocks/>
            </p:cNvGrpSpPr>
            <p:nvPr/>
          </p:nvGrpSpPr>
          <p:grpSpPr>
            <a:xfrm rot="10800000">
              <a:off x="8169665" y="3006253"/>
              <a:ext cx="956986" cy="251560"/>
              <a:chOff x="9019556" y="2124081"/>
              <a:chExt cx="1158717" cy="389855"/>
            </a:xfrm>
          </p:grpSpPr>
          <p:grpSp>
            <p:nvGrpSpPr>
              <p:cNvPr id="2096" name="群組 2095"/>
              <p:cNvGrpSpPr/>
              <p:nvPr/>
            </p:nvGrpSpPr>
            <p:grpSpPr>
              <a:xfrm>
                <a:off x="9019556" y="2124081"/>
                <a:ext cx="608812" cy="389855"/>
                <a:chOff x="8303107" y="2128373"/>
                <a:chExt cx="608812" cy="389855"/>
              </a:xfrm>
            </p:grpSpPr>
            <p:sp>
              <p:nvSpPr>
                <p:cNvPr id="2112" name="圓角矩形 2111"/>
                <p:cNvSpPr/>
                <p:nvPr/>
              </p:nvSpPr>
              <p:spPr>
                <a:xfrm>
                  <a:off x="8303107" y="2128373"/>
                  <a:ext cx="608812" cy="389855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115" name="圓角矩形 2114"/>
                <p:cNvSpPr/>
                <p:nvPr/>
              </p:nvSpPr>
              <p:spPr>
                <a:xfrm>
                  <a:off x="8365664" y="2172472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2116" name="群組 2115"/>
                <p:cNvGrpSpPr/>
                <p:nvPr/>
              </p:nvGrpSpPr>
              <p:grpSpPr>
                <a:xfrm>
                  <a:off x="8430143" y="2380845"/>
                  <a:ext cx="360000" cy="110762"/>
                  <a:chOff x="8430143" y="2380845"/>
                  <a:chExt cx="360000" cy="110762"/>
                </a:xfrm>
              </p:grpSpPr>
              <p:sp>
                <p:nvSpPr>
                  <p:cNvPr id="2117" name="圓角矩形 2116"/>
                  <p:cNvSpPr/>
                  <p:nvPr/>
                </p:nvSpPr>
                <p:spPr>
                  <a:xfrm>
                    <a:off x="8430143" y="2380845"/>
                    <a:ext cx="360000" cy="110761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2118" name="直線接點 2117"/>
                  <p:cNvCxnSpPr/>
                  <p:nvPr/>
                </p:nvCxnSpPr>
                <p:spPr>
                  <a:xfrm>
                    <a:off x="8467716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9" name="直線接點 2118"/>
                  <p:cNvCxnSpPr/>
                  <p:nvPr/>
                </p:nvCxnSpPr>
                <p:spPr>
                  <a:xfrm>
                    <a:off x="8507961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0" name="直線接點 2119"/>
                  <p:cNvCxnSpPr/>
                  <p:nvPr/>
                </p:nvCxnSpPr>
                <p:spPr>
                  <a:xfrm>
                    <a:off x="854820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1" name="直線接點 2120"/>
                  <p:cNvCxnSpPr/>
                  <p:nvPr/>
                </p:nvCxnSpPr>
                <p:spPr>
                  <a:xfrm>
                    <a:off x="858845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2" name="直線接點 2121"/>
                  <p:cNvCxnSpPr/>
                  <p:nvPr/>
                </p:nvCxnSpPr>
                <p:spPr>
                  <a:xfrm>
                    <a:off x="862869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3" name="直線接點 2122"/>
                  <p:cNvCxnSpPr/>
                  <p:nvPr/>
                </p:nvCxnSpPr>
                <p:spPr>
                  <a:xfrm>
                    <a:off x="866894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4" name="直線接點 2123"/>
                  <p:cNvCxnSpPr/>
                  <p:nvPr/>
                </p:nvCxnSpPr>
                <p:spPr>
                  <a:xfrm>
                    <a:off x="870918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5" name="直線接點 2124"/>
                  <p:cNvCxnSpPr/>
                  <p:nvPr/>
                </p:nvCxnSpPr>
                <p:spPr>
                  <a:xfrm>
                    <a:off x="8749433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97" name="群組 2096"/>
              <p:cNvGrpSpPr/>
              <p:nvPr/>
            </p:nvGrpSpPr>
            <p:grpSpPr>
              <a:xfrm>
                <a:off x="9569461" y="2124081"/>
                <a:ext cx="608812" cy="389855"/>
                <a:chOff x="8303107" y="2129259"/>
                <a:chExt cx="608812" cy="389855"/>
              </a:xfrm>
            </p:grpSpPr>
            <p:sp>
              <p:nvSpPr>
                <p:cNvPr id="2098" name="圓角矩形 2097"/>
                <p:cNvSpPr/>
                <p:nvPr/>
              </p:nvSpPr>
              <p:spPr>
                <a:xfrm>
                  <a:off x="8303107" y="2129259"/>
                  <a:ext cx="608812" cy="389855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101" name="圓角矩形 2100"/>
                <p:cNvSpPr/>
                <p:nvPr/>
              </p:nvSpPr>
              <p:spPr>
                <a:xfrm>
                  <a:off x="8365664" y="2172472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2102" name="群組 2101"/>
                <p:cNvGrpSpPr/>
                <p:nvPr/>
              </p:nvGrpSpPr>
              <p:grpSpPr>
                <a:xfrm>
                  <a:off x="8430143" y="2380845"/>
                  <a:ext cx="360000" cy="110762"/>
                  <a:chOff x="8430143" y="2380845"/>
                  <a:chExt cx="360000" cy="110762"/>
                </a:xfrm>
              </p:grpSpPr>
              <p:sp>
                <p:nvSpPr>
                  <p:cNvPr id="2103" name="圓角矩形 2102"/>
                  <p:cNvSpPr/>
                  <p:nvPr/>
                </p:nvSpPr>
                <p:spPr>
                  <a:xfrm>
                    <a:off x="8430143" y="2380845"/>
                    <a:ext cx="360000" cy="110761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2104" name="直線接點 2103"/>
                  <p:cNvCxnSpPr/>
                  <p:nvPr/>
                </p:nvCxnSpPr>
                <p:spPr>
                  <a:xfrm>
                    <a:off x="8467716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5" name="直線接點 2104"/>
                  <p:cNvCxnSpPr/>
                  <p:nvPr/>
                </p:nvCxnSpPr>
                <p:spPr>
                  <a:xfrm>
                    <a:off x="8507961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6" name="直線接點 2105"/>
                  <p:cNvCxnSpPr/>
                  <p:nvPr/>
                </p:nvCxnSpPr>
                <p:spPr>
                  <a:xfrm>
                    <a:off x="854820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7" name="直線接點 2106"/>
                  <p:cNvCxnSpPr/>
                  <p:nvPr/>
                </p:nvCxnSpPr>
                <p:spPr>
                  <a:xfrm>
                    <a:off x="858845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8" name="直線接點 2107"/>
                  <p:cNvCxnSpPr/>
                  <p:nvPr/>
                </p:nvCxnSpPr>
                <p:spPr>
                  <a:xfrm>
                    <a:off x="862869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09" name="直線接點 2108"/>
                  <p:cNvCxnSpPr/>
                  <p:nvPr/>
                </p:nvCxnSpPr>
                <p:spPr>
                  <a:xfrm>
                    <a:off x="866894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0" name="直線接點 2109"/>
                  <p:cNvCxnSpPr/>
                  <p:nvPr/>
                </p:nvCxnSpPr>
                <p:spPr>
                  <a:xfrm>
                    <a:off x="870918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11" name="直線接點 2110"/>
                  <p:cNvCxnSpPr/>
                  <p:nvPr/>
                </p:nvCxnSpPr>
                <p:spPr>
                  <a:xfrm>
                    <a:off x="8749433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rgbClr val="FFCC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2126" name="橢圓 2125"/>
            <p:cNvSpPr/>
            <p:nvPr/>
          </p:nvSpPr>
          <p:spPr>
            <a:xfrm>
              <a:off x="8272425" y="2503624"/>
              <a:ext cx="72000" cy="70695"/>
            </a:xfrm>
            <a:prstGeom prst="ellips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27" name="橢圓 2126"/>
            <p:cNvSpPr/>
            <p:nvPr/>
          </p:nvSpPr>
          <p:spPr>
            <a:xfrm>
              <a:off x="8476983" y="2501252"/>
              <a:ext cx="72000" cy="70695"/>
            </a:xfrm>
            <a:prstGeom prst="ellips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28" name="橢圓 2127"/>
            <p:cNvSpPr/>
            <p:nvPr/>
          </p:nvSpPr>
          <p:spPr>
            <a:xfrm>
              <a:off x="8726592" y="2503052"/>
              <a:ext cx="72000" cy="70695"/>
            </a:xfrm>
            <a:prstGeom prst="ellips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29" name="橢圓 2128"/>
            <p:cNvSpPr/>
            <p:nvPr/>
          </p:nvSpPr>
          <p:spPr>
            <a:xfrm>
              <a:off x="8931150" y="2500680"/>
              <a:ext cx="72000" cy="70695"/>
            </a:xfrm>
            <a:prstGeom prst="ellips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1" name="群組 10"/>
          <p:cNvGrpSpPr/>
          <p:nvPr/>
        </p:nvGrpSpPr>
        <p:grpSpPr>
          <a:xfrm>
            <a:off x="4318125" y="1155476"/>
            <a:ext cx="639888" cy="296046"/>
            <a:chOff x="5787255" y="729045"/>
            <a:chExt cx="747315" cy="345747"/>
          </a:xfrm>
        </p:grpSpPr>
        <p:grpSp>
          <p:nvGrpSpPr>
            <p:cNvPr id="2008" name="群組 2007"/>
            <p:cNvGrpSpPr>
              <a:grpSpLocks noChangeAspect="1"/>
            </p:cNvGrpSpPr>
            <p:nvPr/>
          </p:nvGrpSpPr>
          <p:grpSpPr>
            <a:xfrm>
              <a:off x="5787255" y="729045"/>
              <a:ext cx="392846" cy="345747"/>
              <a:chOff x="8303107" y="1982407"/>
              <a:chExt cx="608812" cy="535821"/>
            </a:xfrm>
          </p:grpSpPr>
          <p:sp>
            <p:nvSpPr>
              <p:cNvPr id="2021" name="圓角矩形 2020"/>
              <p:cNvSpPr/>
              <p:nvPr/>
            </p:nvSpPr>
            <p:spPr>
              <a:xfrm>
                <a:off x="8303107" y="2128373"/>
                <a:ext cx="608812" cy="389855"/>
              </a:xfrm>
              <a:prstGeom prst="roundRect">
                <a:avLst>
                  <a:gd name="adj" fmla="val 6250"/>
                </a:avLst>
              </a:prstGeom>
              <a:solidFill>
                <a:schemeClr val="bg1">
                  <a:lumMod val="7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022" name="橢圓 2021"/>
              <p:cNvSpPr/>
              <p:nvPr/>
            </p:nvSpPr>
            <p:spPr>
              <a:xfrm>
                <a:off x="8426026" y="1986083"/>
                <a:ext cx="104549" cy="109560"/>
              </a:xfrm>
              <a:prstGeom prst="ellipse">
                <a:avLst/>
              </a:prstGeom>
              <a:solidFill>
                <a:srgbClr val="548235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034" name="橢圓 2033"/>
              <p:cNvSpPr/>
              <p:nvPr/>
            </p:nvSpPr>
            <p:spPr>
              <a:xfrm>
                <a:off x="8673704" y="1982407"/>
                <a:ext cx="104549" cy="109560"/>
              </a:xfrm>
              <a:prstGeom prst="ellipse">
                <a:avLst/>
              </a:prstGeom>
              <a:solidFill>
                <a:srgbClr val="548235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035" name="圓角矩形 2034"/>
              <p:cNvSpPr/>
              <p:nvPr/>
            </p:nvSpPr>
            <p:spPr>
              <a:xfrm>
                <a:off x="8365664" y="2172472"/>
                <a:ext cx="489721" cy="319134"/>
              </a:xfrm>
              <a:prstGeom prst="roundRect">
                <a:avLst>
                  <a:gd name="adj" fmla="val 6250"/>
                </a:avLst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grpSp>
            <p:nvGrpSpPr>
              <p:cNvPr id="2036" name="群組 2035"/>
              <p:cNvGrpSpPr/>
              <p:nvPr/>
            </p:nvGrpSpPr>
            <p:grpSpPr>
              <a:xfrm>
                <a:off x="8430143" y="2380845"/>
                <a:ext cx="360000" cy="110762"/>
                <a:chOff x="8430143" y="2380845"/>
                <a:chExt cx="360000" cy="110762"/>
              </a:xfrm>
            </p:grpSpPr>
            <p:sp>
              <p:nvSpPr>
                <p:cNvPr id="2037" name="圓角矩形 2036"/>
                <p:cNvSpPr/>
                <p:nvPr/>
              </p:nvSpPr>
              <p:spPr>
                <a:xfrm>
                  <a:off x="8430143" y="2380845"/>
                  <a:ext cx="360000" cy="110761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2">
                    <a:lumMod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cxnSp>
              <p:nvCxnSpPr>
                <p:cNvPr id="2038" name="直線接點 2037"/>
                <p:cNvCxnSpPr/>
                <p:nvPr/>
              </p:nvCxnSpPr>
              <p:spPr>
                <a:xfrm>
                  <a:off x="8467716" y="2407904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9" name="直線接點 2038"/>
                <p:cNvCxnSpPr/>
                <p:nvPr/>
              </p:nvCxnSpPr>
              <p:spPr>
                <a:xfrm>
                  <a:off x="8507961" y="2407904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0" name="直線接點 2039"/>
                <p:cNvCxnSpPr/>
                <p:nvPr/>
              </p:nvCxnSpPr>
              <p:spPr>
                <a:xfrm>
                  <a:off x="8548206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1" name="直線接點 2040"/>
                <p:cNvCxnSpPr/>
                <p:nvPr/>
              </p:nvCxnSpPr>
              <p:spPr>
                <a:xfrm>
                  <a:off x="8588451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2" name="直線接點 2041"/>
                <p:cNvCxnSpPr/>
                <p:nvPr/>
              </p:nvCxnSpPr>
              <p:spPr>
                <a:xfrm>
                  <a:off x="8628696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3" name="直線接點 2042"/>
                <p:cNvCxnSpPr/>
                <p:nvPr/>
              </p:nvCxnSpPr>
              <p:spPr>
                <a:xfrm>
                  <a:off x="8668941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4" name="直線接點 2043"/>
                <p:cNvCxnSpPr/>
                <p:nvPr/>
              </p:nvCxnSpPr>
              <p:spPr>
                <a:xfrm>
                  <a:off x="8709186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5" name="直線接點 2044"/>
                <p:cNvCxnSpPr/>
                <p:nvPr/>
              </p:nvCxnSpPr>
              <p:spPr>
                <a:xfrm>
                  <a:off x="8749433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46" name="群組 2045"/>
            <p:cNvGrpSpPr>
              <a:grpSpLocks noChangeAspect="1"/>
            </p:cNvGrpSpPr>
            <p:nvPr/>
          </p:nvGrpSpPr>
          <p:grpSpPr>
            <a:xfrm>
              <a:off x="6141724" y="729045"/>
              <a:ext cx="392846" cy="345747"/>
              <a:chOff x="8303107" y="1982407"/>
              <a:chExt cx="608812" cy="535821"/>
            </a:xfrm>
          </p:grpSpPr>
          <p:sp>
            <p:nvSpPr>
              <p:cNvPr id="2047" name="圓角矩形 2046"/>
              <p:cNvSpPr/>
              <p:nvPr/>
            </p:nvSpPr>
            <p:spPr>
              <a:xfrm>
                <a:off x="8303107" y="2128373"/>
                <a:ext cx="608812" cy="389855"/>
              </a:xfrm>
              <a:prstGeom prst="roundRect">
                <a:avLst>
                  <a:gd name="adj" fmla="val 6250"/>
                </a:avLst>
              </a:prstGeom>
              <a:solidFill>
                <a:schemeClr val="bg1">
                  <a:lumMod val="7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048" name="橢圓 2047"/>
              <p:cNvSpPr/>
              <p:nvPr/>
            </p:nvSpPr>
            <p:spPr>
              <a:xfrm>
                <a:off x="8426026" y="1986083"/>
                <a:ext cx="104549" cy="109560"/>
              </a:xfrm>
              <a:prstGeom prst="ellipse">
                <a:avLst/>
              </a:prstGeom>
              <a:solidFill>
                <a:srgbClr val="548235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049" name="橢圓 2048"/>
              <p:cNvSpPr/>
              <p:nvPr/>
            </p:nvSpPr>
            <p:spPr>
              <a:xfrm>
                <a:off x="8673704" y="1982407"/>
                <a:ext cx="104549" cy="109560"/>
              </a:xfrm>
              <a:prstGeom prst="ellipse">
                <a:avLst/>
              </a:prstGeom>
              <a:solidFill>
                <a:srgbClr val="548235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050" name="圓角矩形 2049"/>
              <p:cNvSpPr/>
              <p:nvPr/>
            </p:nvSpPr>
            <p:spPr>
              <a:xfrm>
                <a:off x="8365664" y="2172472"/>
                <a:ext cx="489721" cy="319134"/>
              </a:xfrm>
              <a:prstGeom prst="roundRect">
                <a:avLst>
                  <a:gd name="adj" fmla="val 6250"/>
                </a:avLst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grpSp>
            <p:nvGrpSpPr>
              <p:cNvPr id="2051" name="群組 2050"/>
              <p:cNvGrpSpPr/>
              <p:nvPr/>
            </p:nvGrpSpPr>
            <p:grpSpPr>
              <a:xfrm>
                <a:off x="8430143" y="2380845"/>
                <a:ext cx="360000" cy="110762"/>
                <a:chOff x="8430143" y="2380845"/>
                <a:chExt cx="360000" cy="110762"/>
              </a:xfrm>
            </p:grpSpPr>
            <p:sp>
              <p:nvSpPr>
                <p:cNvPr id="2052" name="圓角矩形 2051"/>
                <p:cNvSpPr/>
                <p:nvPr/>
              </p:nvSpPr>
              <p:spPr>
                <a:xfrm>
                  <a:off x="8430143" y="2380845"/>
                  <a:ext cx="360000" cy="110761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2">
                    <a:lumMod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cxnSp>
              <p:nvCxnSpPr>
                <p:cNvPr id="2053" name="直線接點 2052"/>
                <p:cNvCxnSpPr/>
                <p:nvPr/>
              </p:nvCxnSpPr>
              <p:spPr>
                <a:xfrm>
                  <a:off x="8467716" y="2407904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4" name="直線接點 2053"/>
                <p:cNvCxnSpPr/>
                <p:nvPr/>
              </p:nvCxnSpPr>
              <p:spPr>
                <a:xfrm>
                  <a:off x="8507961" y="2407904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5" name="直線接點 2054"/>
                <p:cNvCxnSpPr/>
                <p:nvPr/>
              </p:nvCxnSpPr>
              <p:spPr>
                <a:xfrm>
                  <a:off x="8548206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6" name="直線接點 2055"/>
                <p:cNvCxnSpPr/>
                <p:nvPr/>
              </p:nvCxnSpPr>
              <p:spPr>
                <a:xfrm>
                  <a:off x="8588451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7" name="直線接點 2056"/>
                <p:cNvCxnSpPr/>
                <p:nvPr/>
              </p:nvCxnSpPr>
              <p:spPr>
                <a:xfrm>
                  <a:off x="8628696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8" name="直線接點 2057"/>
                <p:cNvCxnSpPr/>
                <p:nvPr/>
              </p:nvCxnSpPr>
              <p:spPr>
                <a:xfrm>
                  <a:off x="8668941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9" name="直線接點 2058"/>
                <p:cNvCxnSpPr/>
                <p:nvPr/>
              </p:nvCxnSpPr>
              <p:spPr>
                <a:xfrm>
                  <a:off x="8709186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0" name="直線接點 2059"/>
                <p:cNvCxnSpPr/>
                <p:nvPr/>
              </p:nvCxnSpPr>
              <p:spPr>
                <a:xfrm>
                  <a:off x="8749433" y="2407903"/>
                  <a:ext cx="0" cy="83703"/>
                </a:xfrm>
                <a:prstGeom prst="line">
                  <a:avLst/>
                </a:prstGeom>
                <a:ln>
                  <a:solidFill>
                    <a:schemeClr val="accent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8" name="群組 27"/>
          <p:cNvGrpSpPr/>
          <p:nvPr/>
        </p:nvGrpSpPr>
        <p:grpSpPr>
          <a:xfrm>
            <a:off x="784346" y="2635442"/>
            <a:ext cx="220903" cy="850490"/>
            <a:chOff x="1975397" y="4175887"/>
            <a:chExt cx="220903" cy="850490"/>
          </a:xfrm>
        </p:grpSpPr>
        <p:sp>
          <p:nvSpPr>
            <p:cNvPr id="2061" name="矩形 2060"/>
            <p:cNvSpPr/>
            <p:nvPr/>
          </p:nvSpPr>
          <p:spPr>
            <a:xfrm>
              <a:off x="1975397" y="4175887"/>
              <a:ext cx="220903" cy="85049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62" name="橢圓 2061"/>
            <p:cNvSpPr/>
            <p:nvPr/>
          </p:nvSpPr>
          <p:spPr>
            <a:xfrm>
              <a:off x="2028226" y="4266764"/>
              <a:ext cx="123300" cy="123300"/>
            </a:xfrm>
            <a:prstGeom prst="ellipse">
              <a:avLst/>
            </a:prstGeom>
            <a:gradFill flip="none" rotWithShape="1">
              <a:gsLst>
                <a:gs pos="55065">
                  <a:srgbClr val="FF0000"/>
                </a:gs>
                <a:gs pos="45000">
                  <a:srgbClr val="92D050"/>
                </a:gs>
                <a:gs pos="0">
                  <a:srgbClr val="92D050"/>
                </a:gs>
                <a:gs pos="100000">
                  <a:srgbClr val="C00000"/>
                </a:gs>
              </a:gsLst>
              <a:lin ang="0" scaled="1"/>
              <a:tileRect/>
            </a:gradFill>
            <a:ln w="3175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66" name="橢圓 2065"/>
            <p:cNvSpPr/>
            <p:nvPr/>
          </p:nvSpPr>
          <p:spPr>
            <a:xfrm>
              <a:off x="2028226" y="4448974"/>
              <a:ext cx="123300" cy="123300"/>
            </a:xfrm>
            <a:prstGeom prst="ellipse">
              <a:avLst/>
            </a:prstGeom>
            <a:gradFill flip="none" rotWithShape="1">
              <a:gsLst>
                <a:gs pos="55065">
                  <a:srgbClr val="FF0000"/>
                </a:gs>
                <a:gs pos="45000">
                  <a:srgbClr val="92D050"/>
                </a:gs>
                <a:gs pos="0">
                  <a:srgbClr val="92D050"/>
                </a:gs>
                <a:gs pos="100000">
                  <a:srgbClr val="C00000"/>
                </a:gs>
              </a:gsLst>
              <a:lin ang="0" scaled="1"/>
              <a:tileRect/>
            </a:gradFill>
            <a:ln w="3175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67" name="橢圓 2066"/>
            <p:cNvSpPr/>
            <p:nvPr/>
          </p:nvSpPr>
          <p:spPr>
            <a:xfrm>
              <a:off x="2028226" y="4628169"/>
              <a:ext cx="123300" cy="123300"/>
            </a:xfrm>
            <a:prstGeom prst="ellipse">
              <a:avLst/>
            </a:prstGeom>
            <a:gradFill flip="none" rotWithShape="1">
              <a:gsLst>
                <a:gs pos="55065">
                  <a:srgbClr val="FF0000"/>
                </a:gs>
                <a:gs pos="45000">
                  <a:srgbClr val="92D050"/>
                </a:gs>
                <a:gs pos="0">
                  <a:srgbClr val="92D050"/>
                </a:gs>
                <a:gs pos="100000">
                  <a:srgbClr val="C00000"/>
                </a:gs>
              </a:gsLst>
              <a:lin ang="0" scaled="1"/>
              <a:tileRect/>
            </a:gradFill>
            <a:ln w="3175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73" name="橢圓 2072"/>
            <p:cNvSpPr/>
            <p:nvPr/>
          </p:nvSpPr>
          <p:spPr>
            <a:xfrm>
              <a:off x="2028226" y="4813394"/>
              <a:ext cx="123300" cy="123300"/>
            </a:xfrm>
            <a:prstGeom prst="ellipse">
              <a:avLst/>
            </a:prstGeom>
            <a:gradFill flip="none" rotWithShape="1">
              <a:gsLst>
                <a:gs pos="55065">
                  <a:srgbClr val="FF0000"/>
                </a:gs>
                <a:gs pos="45000">
                  <a:srgbClr val="92D050"/>
                </a:gs>
                <a:gs pos="0">
                  <a:srgbClr val="92D050"/>
                </a:gs>
                <a:gs pos="100000">
                  <a:srgbClr val="C00000"/>
                </a:gs>
              </a:gsLst>
              <a:lin ang="0" scaled="1"/>
              <a:tileRect/>
            </a:gradFill>
            <a:ln w="3175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493732" y="2635442"/>
            <a:ext cx="220903" cy="850490"/>
            <a:chOff x="1684783" y="4175887"/>
            <a:chExt cx="220903" cy="850490"/>
          </a:xfrm>
        </p:grpSpPr>
        <p:sp>
          <p:nvSpPr>
            <p:cNvPr id="2081" name="矩形 2080"/>
            <p:cNvSpPr/>
            <p:nvPr/>
          </p:nvSpPr>
          <p:spPr>
            <a:xfrm>
              <a:off x="1684783" y="4175887"/>
              <a:ext cx="220903" cy="85049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82" name="橢圓 2081"/>
            <p:cNvSpPr/>
            <p:nvPr/>
          </p:nvSpPr>
          <p:spPr>
            <a:xfrm>
              <a:off x="1733584" y="4266764"/>
              <a:ext cx="123300" cy="123300"/>
            </a:xfrm>
            <a:prstGeom prst="ellipse">
              <a:avLst/>
            </a:prstGeom>
            <a:solidFill>
              <a:srgbClr val="FF0000"/>
            </a:solidFill>
            <a:ln w="3175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83" name="橢圓 2082"/>
            <p:cNvSpPr/>
            <p:nvPr/>
          </p:nvSpPr>
          <p:spPr>
            <a:xfrm>
              <a:off x="1733584" y="4448974"/>
              <a:ext cx="123300" cy="123300"/>
            </a:xfrm>
            <a:prstGeom prst="ellipse">
              <a:avLst/>
            </a:prstGeom>
            <a:solidFill>
              <a:srgbClr val="FF0000"/>
            </a:solidFill>
            <a:ln w="3175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84" name="橢圓 2083"/>
            <p:cNvSpPr/>
            <p:nvPr/>
          </p:nvSpPr>
          <p:spPr>
            <a:xfrm>
              <a:off x="1733584" y="4631184"/>
              <a:ext cx="123300" cy="123300"/>
            </a:xfrm>
            <a:prstGeom prst="ellipse">
              <a:avLst/>
            </a:prstGeom>
            <a:solidFill>
              <a:srgbClr val="FF0000"/>
            </a:solidFill>
            <a:ln w="3175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85" name="橢圓 2084"/>
            <p:cNvSpPr/>
            <p:nvPr/>
          </p:nvSpPr>
          <p:spPr>
            <a:xfrm>
              <a:off x="1733584" y="4813394"/>
              <a:ext cx="123300" cy="123300"/>
            </a:xfrm>
            <a:prstGeom prst="ellipse">
              <a:avLst/>
            </a:prstGeom>
            <a:solidFill>
              <a:srgbClr val="FF0000"/>
            </a:solidFill>
            <a:ln w="3175"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2068" name="矩形 2067"/>
          <p:cNvSpPr/>
          <p:nvPr/>
        </p:nvSpPr>
        <p:spPr>
          <a:xfrm>
            <a:off x="3354611" y="5425834"/>
            <a:ext cx="646364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SIM</a:t>
            </a:r>
            <a:endParaRPr lang="zh-TW" altLang="en-US" sz="1050" dirty="0"/>
          </a:p>
        </p:txBody>
      </p:sp>
      <p:sp>
        <p:nvSpPr>
          <p:cNvPr id="2069" name="矩形 2068"/>
          <p:cNvSpPr/>
          <p:nvPr/>
        </p:nvSpPr>
        <p:spPr>
          <a:xfrm>
            <a:off x="3736551" y="1661836"/>
            <a:ext cx="6205429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SFP / SFP+</a:t>
            </a:r>
            <a:endParaRPr lang="zh-TW" altLang="en-US" sz="1050" dirty="0"/>
          </a:p>
        </p:txBody>
      </p:sp>
      <p:sp>
        <p:nvSpPr>
          <p:cNvPr id="2070" name="矩形 2069"/>
          <p:cNvSpPr/>
          <p:nvPr/>
        </p:nvSpPr>
        <p:spPr>
          <a:xfrm>
            <a:off x="7571970" y="2804111"/>
            <a:ext cx="1350997" cy="2236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 err="1"/>
              <a:t>Console+USB</a:t>
            </a:r>
            <a:endParaRPr lang="zh-TW" altLang="en-US" sz="1050" dirty="0"/>
          </a:p>
        </p:txBody>
      </p:sp>
      <p:sp>
        <p:nvSpPr>
          <p:cNvPr id="2071" name="矩形 2070"/>
          <p:cNvSpPr/>
          <p:nvPr/>
        </p:nvSpPr>
        <p:spPr>
          <a:xfrm>
            <a:off x="4636533" y="2797594"/>
            <a:ext cx="2684320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QSFP28</a:t>
            </a:r>
            <a:endParaRPr lang="zh-TW" altLang="en-US" sz="1050" dirty="0"/>
          </a:p>
        </p:txBody>
      </p:sp>
      <p:grpSp>
        <p:nvGrpSpPr>
          <p:cNvPr id="2100" name="群組 2099"/>
          <p:cNvGrpSpPr/>
          <p:nvPr/>
        </p:nvGrpSpPr>
        <p:grpSpPr>
          <a:xfrm>
            <a:off x="8353525" y="2142791"/>
            <a:ext cx="336374" cy="405186"/>
            <a:chOff x="6406813" y="4837244"/>
            <a:chExt cx="392846" cy="473210"/>
          </a:xfrm>
        </p:grpSpPr>
        <p:grpSp>
          <p:nvGrpSpPr>
            <p:cNvPr id="2113" name="群組 2112"/>
            <p:cNvGrpSpPr>
              <a:grpSpLocks noChangeAspect="1"/>
            </p:cNvGrpSpPr>
            <p:nvPr/>
          </p:nvGrpSpPr>
          <p:grpSpPr>
            <a:xfrm>
              <a:off x="6406813" y="4837244"/>
              <a:ext cx="392846" cy="473210"/>
              <a:chOff x="7284238" y="2593856"/>
              <a:chExt cx="608812" cy="733355"/>
            </a:xfrm>
          </p:grpSpPr>
          <p:sp>
            <p:nvSpPr>
              <p:cNvPr id="2143" name="圓角矩形 2142"/>
              <p:cNvSpPr/>
              <p:nvPr/>
            </p:nvSpPr>
            <p:spPr>
              <a:xfrm>
                <a:off x="7284238" y="2593856"/>
                <a:ext cx="608812" cy="733355"/>
              </a:xfrm>
              <a:prstGeom prst="roundRect">
                <a:avLst>
                  <a:gd name="adj" fmla="val 6250"/>
                </a:avLst>
              </a:prstGeom>
              <a:solidFill>
                <a:schemeClr val="bg1">
                  <a:lumMod val="75000"/>
                </a:schemeClr>
              </a:solidFill>
              <a:ln w="635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144" name="圓角矩形 2143"/>
              <p:cNvSpPr/>
              <p:nvPr/>
            </p:nvSpPr>
            <p:spPr>
              <a:xfrm>
                <a:off x="7344592" y="2746024"/>
                <a:ext cx="489721" cy="319134"/>
              </a:xfrm>
              <a:prstGeom prst="roundRect">
                <a:avLst>
                  <a:gd name="adj" fmla="val 6250"/>
                </a:avLst>
              </a:prstGeom>
              <a:solidFill>
                <a:schemeClr val="bg2">
                  <a:lumMod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145" name="圓角矩形 2144"/>
              <p:cNvSpPr/>
              <p:nvPr/>
            </p:nvSpPr>
            <p:spPr>
              <a:xfrm>
                <a:off x="7476751" y="2676824"/>
                <a:ext cx="225402" cy="319134"/>
              </a:xfrm>
              <a:prstGeom prst="roundRect">
                <a:avLst>
                  <a:gd name="adj" fmla="val 6250"/>
                </a:avLst>
              </a:prstGeom>
              <a:solidFill>
                <a:schemeClr val="bg2">
                  <a:lumMod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cxnSp>
            <p:nvCxnSpPr>
              <p:cNvPr id="2146" name="直線接點 2145"/>
              <p:cNvCxnSpPr/>
              <p:nvPr/>
            </p:nvCxnSpPr>
            <p:spPr>
              <a:xfrm>
                <a:off x="7448847" y="298145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7" name="直線接點 2146"/>
              <p:cNvCxnSpPr/>
              <p:nvPr/>
            </p:nvCxnSpPr>
            <p:spPr>
              <a:xfrm>
                <a:off x="7489092" y="298145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8" name="直線接點 2147"/>
              <p:cNvCxnSpPr/>
              <p:nvPr/>
            </p:nvCxnSpPr>
            <p:spPr>
              <a:xfrm>
                <a:off x="7529337" y="2981454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9" name="直線接點 2148"/>
              <p:cNvCxnSpPr/>
              <p:nvPr/>
            </p:nvCxnSpPr>
            <p:spPr>
              <a:xfrm>
                <a:off x="7569582" y="2981454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0" name="直線接點 2149"/>
              <p:cNvCxnSpPr/>
              <p:nvPr/>
            </p:nvCxnSpPr>
            <p:spPr>
              <a:xfrm>
                <a:off x="7609827" y="2981454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線接點 2150"/>
              <p:cNvCxnSpPr/>
              <p:nvPr/>
            </p:nvCxnSpPr>
            <p:spPr>
              <a:xfrm>
                <a:off x="7650072" y="2981454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線接點 2151"/>
              <p:cNvCxnSpPr/>
              <p:nvPr/>
            </p:nvCxnSpPr>
            <p:spPr>
              <a:xfrm>
                <a:off x="7690317" y="2981454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線接點 2152"/>
              <p:cNvCxnSpPr/>
              <p:nvPr/>
            </p:nvCxnSpPr>
            <p:spPr>
              <a:xfrm>
                <a:off x="7730564" y="2981454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14" name="群組 2113"/>
            <p:cNvGrpSpPr>
              <a:grpSpLocks noChangeAspect="1"/>
            </p:cNvGrpSpPr>
            <p:nvPr/>
          </p:nvGrpSpPr>
          <p:grpSpPr>
            <a:xfrm>
              <a:off x="6446234" y="5173395"/>
              <a:ext cx="314005" cy="108000"/>
              <a:chOff x="4164534" y="3226383"/>
              <a:chExt cx="628011" cy="216000"/>
            </a:xfrm>
          </p:grpSpPr>
          <p:sp>
            <p:nvSpPr>
              <p:cNvPr id="2137" name="圓角矩形 2136"/>
              <p:cNvSpPr/>
              <p:nvPr/>
            </p:nvSpPr>
            <p:spPr>
              <a:xfrm>
                <a:off x="4164534" y="3226383"/>
                <a:ext cx="628011" cy="216000"/>
              </a:xfrm>
              <a:prstGeom prst="roundRect">
                <a:avLst>
                  <a:gd name="adj" fmla="val 1728"/>
                </a:avLst>
              </a:prstGeom>
              <a:solidFill>
                <a:schemeClr val="bg2">
                  <a:lumMod val="90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138" name="圓角矩形 2137"/>
              <p:cNvSpPr/>
              <p:nvPr/>
            </p:nvSpPr>
            <p:spPr>
              <a:xfrm>
                <a:off x="4190538" y="3271129"/>
                <a:ext cx="576001" cy="106256"/>
              </a:xfrm>
              <a:prstGeom prst="roundRect">
                <a:avLst>
                  <a:gd name="adj" fmla="val 1728"/>
                </a:avLst>
              </a:prstGeom>
              <a:ln w="3175">
                <a:solidFill>
                  <a:srgbClr val="00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cxnSp>
            <p:nvCxnSpPr>
              <p:cNvPr id="2139" name="直線接點 2138"/>
              <p:cNvCxnSpPr/>
              <p:nvPr/>
            </p:nvCxnSpPr>
            <p:spPr>
              <a:xfrm>
                <a:off x="4244285" y="3358275"/>
                <a:ext cx="71097" cy="0"/>
              </a:xfrm>
              <a:prstGeom prst="line">
                <a:avLst/>
              </a:prstGeom>
              <a:ln w="1905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0" name="直線接點 2139"/>
              <p:cNvCxnSpPr/>
              <p:nvPr/>
            </p:nvCxnSpPr>
            <p:spPr>
              <a:xfrm>
                <a:off x="4375836" y="3358275"/>
                <a:ext cx="71096" cy="0"/>
              </a:xfrm>
              <a:prstGeom prst="line">
                <a:avLst/>
              </a:prstGeom>
              <a:ln w="1905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1" name="直線接點 2140"/>
              <p:cNvCxnSpPr/>
              <p:nvPr/>
            </p:nvCxnSpPr>
            <p:spPr>
              <a:xfrm>
                <a:off x="4507385" y="3358275"/>
                <a:ext cx="71097" cy="0"/>
              </a:xfrm>
              <a:prstGeom prst="line">
                <a:avLst/>
              </a:prstGeom>
              <a:ln w="1905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2" name="直線接點 2141"/>
              <p:cNvCxnSpPr/>
              <p:nvPr/>
            </p:nvCxnSpPr>
            <p:spPr>
              <a:xfrm>
                <a:off x="4638935" y="3358275"/>
                <a:ext cx="71097" cy="0"/>
              </a:xfrm>
              <a:prstGeom prst="line">
                <a:avLst/>
              </a:prstGeom>
              <a:ln w="1905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55" name="群組 2154"/>
          <p:cNvGrpSpPr>
            <a:grpSpLocks noChangeAspect="1"/>
          </p:cNvGrpSpPr>
          <p:nvPr/>
        </p:nvGrpSpPr>
        <p:grpSpPr>
          <a:xfrm>
            <a:off x="9378366" y="2264600"/>
            <a:ext cx="336374" cy="296431"/>
            <a:chOff x="7284238" y="2593856"/>
            <a:chExt cx="608812" cy="536516"/>
          </a:xfrm>
        </p:grpSpPr>
        <p:sp>
          <p:nvSpPr>
            <p:cNvPr id="2163" name="圓角矩形 2162"/>
            <p:cNvSpPr/>
            <p:nvPr/>
          </p:nvSpPr>
          <p:spPr>
            <a:xfrm>
              <a:off x="7284238" y="2593856"/>
              <a:ext cx="608812" cy="536516"/>
            </a:xfrm>
            <a:prstGeom prst="roundRect">
              <a:avLst>
                <a:gd name="adj" fmla="val 6250"/>
              </a:avLst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64" name="圓角矩形 2163"/>
            <p:cNvSpPr/>
            <p:nvPr/>
          </p:nvSpPr>
          <p:spPr>
            <a:xfrm>
              <a:off x="7344592" y="2746024"/>
              <a:ext cx="489721" cy="319134"/>
            </a:xfrm>
            <a:prstGeom prst="roundRect">
              <a:avLst>
                <a:gd name="adj" fmla="val 6250"/>
              </a:avLst>
            </a:prstGeom>
            <a:solidFill>
              <a:schemeClr val="bg2">
                <a:lumMod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65" name="圓角矩形 2164"/>
            <p:cNvSpPr/>
            <p:nvPr/>
          </p:nvSpPr>
          <p:spPr>
            <a:xfrm>
              <a:off x="7476751" y="2676824"/>
              <a:ext cx="225402" cy="319134"/>
            </a:xfrm>
            <a:prstGeom prst="roundRect">
              <a:avLst>
                <a:gd name="adj" fmla="val 6250"/>
              </a:avLst>
            </a:prstGeom>
            <a:solidFill>
              <a:schemeClr val="bg2">
                <a:lumMod val="2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cxnSp>
          <p:nvCxnSpPr>
            <p:cNvPr id="2166" name="直線接點 2165"/>
            <p:cNvCxnSpPr/>
            <p:nvPr/>
          </p:nvCxnSpPr>
          <p:spPr>
            <a:xfrm>
              <a:off x="7448847" y="298145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直線接點 2166"/>
            <p:cNvCxnSpPr/>
            <p:nvPr/>
          </p:nvCxnSpPr>
          <p:spPr>
            <a:xfrm>
              <a:off x="7489092" y="298145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8" name="直線接點 2167"/>
            <p:cNvCxnSpPr/>
            <p:nvPr/>
          </p:nvCxnSpPr>
          <p:spPr>
            <a:xfrm>
              <a:off x="7529337" y="2981454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9" name="直線接點 2168"/>
            <p:cNvCxnSpPr/>
            <p:nvPr/>
          </p:nvCxnSpPr>
          <p:spPr>
            <a:xfrm>
              <a:off x="7569582" y="2981454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0" name="直線接點 2169"/>
            <p:cNvCxnSpPr/>
            <p:nvPr/>
          </p:nvCxnSpPr>
          <p:spPr>
            <a:xfrm>
              <a:off x="7609827" y="2981454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1" name="直線接點 2170"/>
            <p:cNvCxnSpPr/>
            <p:nvPr/>
          </p:nvCxnSpPr>
          <p:spPr>
            <a:xfrm>
              <a:off x="7650072" y="2981454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2" name="直線接點 2171"/>
            <p:cNvCxnSpPr/>
            <p:nvPr/>
          </p:nvCxnSpPr>
          <p:spPr>
            <a:xfrm>
              <a:off x="7690317" y="2981454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3" name="直線接點 2172"/>
            <p:cNvCxnSpPr/>
            <p:nvPr/>
          </p:nvCxnSpPr>
          <p:spPr>
            <a:xfrm>
              <a:off x="7730564" y="2981454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88" name="群組 2587"/>
          <p:cNvGrpSpPr/>
          <p:nvPr/>
        </p:nvGrpSpPr>
        <p:grpSpPr>
          <a:xfrm>
            <a:off x="9028471" y="3634362"/>
            <a:ext cx="155651" cy="46247"/>
            <a:chOff x="8400565" y="3029365"/>
            <a:chExt cx="281717" cy="83704"/>
          </a:xfrm>
        </p:grpSpPr>
        <p:cxnSp>
          <p:nvCxnSpPr>
            <p:cNvPr id="2589" name="直線接點 2588"/>
            <p:cNvCxnSpPr/>
            <p:nvPr/>
          </p:nvCxnSpPr>
          <p:spPr>
            <a:xfrm>
              <a:off x="8400565" y="3029366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0" name="直線接點 2589"/>
            <p:cNvCxnSpPr/>
            <p:nvPr/>
          </p:nvCxnSpPr>
          <p:spPr>
            <a:xfrm>
              <a:off x="8440810" y="3029366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1" name="直線接點 2590"/>
            <p:cNvCxnSpPr/>
            <p:nvPr/>
          </p:nvCxnSpPr>
          <p:spPr>
            <a:xfrm>
              <a:off x="848105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2" name="直線接點 2591"/>
            <p:cNvCxnSpPr/>
            <p:nvPr/>
          </p:nvCxnSpPr>
          <p:spPr>
            <a:xfrm>
              <a:off x="8521300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3" name="直線接點 2592"/>
            <p:cNvCxnSpPr/>
            <p:nvPr/>
          </p:nvCxnSpPr>
          <p:spPr>
            <a:xfrm>
              <a:off x="856154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4" name="直線接點 2593"/>
            <p:cNvCxnSpPr/>
            <p:nvPr/>
          </p:nvCxnSpPr>
          <p:spPr>
            <a:xfrm>
              <a:off x="8601790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5" name="直線接點 2594"/>
            <p:cNvCxnSpPr/>
            <p:nvPr/>
          </p:nvCxnSpPr>
          <p:spPr>
            <a:xfrm>
              <a:off x="864203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6" name="直線接點 2595"/>
            <p:cNvCxnSpPr/>
            <p:nvPr/>
          </p:nvCxnSpPr>
          <p:spPr>
            <a:xfrm>
              <a:off x="8682282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97" name="群組 2596"/>
          <p:cNvGrpSpPr/>
          <p:nvPr/>
        </p:nvGrpSpPr>
        <p:grpSpPr>
          <a:xfrm>
            <a:off x="9030232" y="3567967"/>
            <a:ext cx="155651" cy="46247"/>
            <a:chOff x="8400565" y="3029365"/>
            <a:chExt cx="281717" cy="83704"/>
          </a:xfrm>
        </p:grpSpPr>
        <p:cxnSp>
          <p:nvCxnSpPr>
            <p:cNvPr id="2598" name="直線接點 2597"/>
            <p:cNvCxnSpPr/>
            <p:nvPr/>
          </p:nvCxnSpPr>
          <p:spPr>
            <a:xfrm>
              <a:off x="8400565" y="3029366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9" name="直線接點 2598"/>
            <p:cNvCxnSpPr/>
            <p:nvPr/>
          </p:nvCxnSpPr>
          <p:spPr>
            <a:xfrm>
              <a:off x="8440810" y="3029366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0" name="直線接點 2599"/>
            <p:cNvCxnSpPr/>
            <p:nvPr/>
          </p:nvCxnSpPr>
          <p:spPr>
            <a:xfrm>
              <a:off x="848105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1" name="直線接點 2600"/>
            <p:cNvCxnSpPr/>
            <p:nvPr/>
          </p:nvCxnSpPr>
          <p:spPr>
            <a:xfrm>
              <a:off x="8521300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2" name="直線接點 2601"/>
            <p:cNvCxnSpPr/>
            <p:nvPr/>
          </p:nvCxnSpPr>
          <p:spPr>
            <a:xfrm>
              <a:off x="856154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3" name="直線接點 2602"/>
            <p:cNvCxnSpPr/>
            <p:nvPr/>
          </p:nvCxnSpPr>
          <p:spPr>
            <a:xfrm>
              <a:off x="8601790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4" name="直線接點 2603"/>
            <p:cNvCxnSpPr/>
            <p:nvPr/>
          </p:nvCxnSpPr>
          <p:spPr>
            <a:xfrm>
              <a:off x="864203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5" name="直線接點 2604"/>
            <p:cNvCxnSpPr/>
            <p:nvPr/>
          </p:nvCxnSpPr>
          <p:spPr>
            <a:xfrm>
              <a:off x="8682282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06" name="群組 2605"/>
          <p:cNvGrpSpPr/>
          <p:nvPr/>
        </p:nvGrpSpPr>
        <p:grpSpPr>
          <a:xfrm>
            <a:off x="9359658" y="3636037"/>
            <a:ext cx="155651" cy="46247"/>
            <a:chOff x="8400565" y="3029365"/>
            <a:chExt cx="281717" cy="83704"/>
          </a:xfrm>
        </p:grpSpPr>
        <p:cxnSp>
          <p:nvCxnSpPr>
            <p:cNvPr id="2607" name="直線接點 2606"/>
            <p:cNvCxnSpPr/>
            <p:nvPr/>
          </p:nvCxnSpPr>
          <p:spPr>
            <a:xfrm>
              <a:off x="8400565" y="3029366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8" name="直線接點 2607"/>
            <p:cNvCxnSpPr/>
            <p:nvPr/>
          </p:nvCxnSpPr>
          <p:spPr>
            <a:xfrm>
              <a:off x="8440810" y="3029366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9" name="直線接點 2608"/>
            <p:cNvCxnSpPr/>
            <p:nvPr/>
          </p:nvCxnSpPr>
          <p:spPr>
            <a:xfrm>
              <a:off x="848105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0" name="直線接點 2609"/>
            <p:cNvCxnSpPr/>
            <p:nvPr/>
          </p:nvCxnSpPr>
          <p:spPr>
            <a:xfrm>
              <a:off x="8521300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1" name="直線接點 2610"/>
            <p:cNvCxnSpPr/>
            <p:nvPr/>
          </p:nvCxnSpPr>
          <p:spPr>
            <a:xfrm>
              <a:off x="856154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2" name="直線接點 2611"/>
            <p:cNvCxnSpPr/>
            <p:nvPr/>
          </p:nvCxnSpPr>
          <p:spPr>
            <a:xfrm>
              <a:off x="8601790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3" name="直線接點 2612"/>
            <p:cNvCxnSpPr/>
            <p:nvPr/>
          </p:nvCxnSpPr>
          <p:spPr>
            <a:xfrm>
              <a:off x="864203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4" name="直線接點 2613"/>
            <p:cNvCxnSpPr/>
            <p:nvPr/>
          </p:nvCxnSpPr>
          <p:spPr>
            <a:xfrm>
              <a:off x="8682282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15" name="群組 2614"/>
          <p:cNvGrpSpPr/>
          <p:nvPr/>
        </p:nvGrpSpPr>
        <p:grpSpPr>
          <a:xfrm>
            <a:off x="9690846" y="3634586"/>
            <a:ext cx="155651" cy="46247"/>
            <a:chOff x="8400565" y="3029365"/>
            <a:chExt cx="281717" cy="83704"/>
          </a:xfrm>
        </p:grpSpPr>
        <p:cxnSp>
          <p:nvCxnSpPr>
            <p:cNvPr id="2616" name="直線接點 2615"/>
            <p:cNvCxnSpPr/>
            <p:nvPr/>
          </p:nvCxnSpPr>
          <p:spPr>
            <a:xfrm>
              <a:off x="8400565" y="3029366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7" name="直線接點 2616"/>
            <p:cNvCxnSpPr/>
            <p:nvPr/>
          </p:nvCxnSpPr>
          <p:spPr>
            <a:xfrm>
              <a:off x="8440810" y="3029366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8" name="直線接點 2617"/>
            <p:cNvCxnSpPr/>
            <p:nvPr/>
          </p:nvCxnSpPr>
          <p:spPr>
            <a:xfrm>
              <a:off x="848105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9" name="直線接點 2618"/>
            <p:cNvCxnSpPr/>
            <p:nvPr/>
          </p:nvCxnSpPr>
          <p:spPr>
            <a:xfrm>
              <a:off x="8521300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0" name="直線接點 2619"/>
            <p:cNvCxnSpPr/>
            <p:nvPr/>
          </p:nvCxnSpPr>
          <p:spPr>
            <a:xfrm>
              <a:off x="856154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1" name="直線接點 2620"/>
            <p:cNvCxnSpPr/>
            <p:nvPr/>
          </p:nvCxnSpPr>
          <p:spPr>
            <a:xfrm>
              <a:off x="8601790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2" name="直線接點 2621"/>
            <p:cNvCxnSpPr/>
            <p:nvPr/>
          </p:nvCxnSpPr>
          <p:spPr>
            <a:xfrm>
              <a:off x="864203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3" name="直線接點 2622"/>
            <p:cNvCxnSpPr/>
            <p:nvPr/>
          </p:nvCxnSpPr>
          <p:spPr>
            <a:xfrm>
              <a:off x="8682282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24" name="群組 2623"/>
          <p:cNvGrpSpPr/>
          <p:nvPr/>
        </p:nvGrpSpPr>
        <p:grpSpPr>
          <a:xfrm>
            <a:off x="9689817" y="3567328"/>
            <a:ext cx="155651" cy="46247"/>
            <a:chOff x="8400565" y="3029365"/>
            <a:chExt cx="281717" cy="83704"/>
          </a:xfrm>
        </p:grpSpPr>
        <p:cxnSp>
          <p:nvCxnSpPr>
            <p:cNvPr id="2625" name="直線接點 2624"/>
            <p:cNvCxnSpPr/>
            <p:nvPr/>
          </p:nvCxnSpPr>
          <p:spPr>
            <a:xfrm>
              <a:off x="8400565" y="3029366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6" name="直線接點 2625"/>
            <p:cNvCxnSpPr/>
            <p:nvPr/>
          </p:nvCxnSpPr>
          <p:spPr>
            <a:xfrm>
              <a:off x="8440810" y="3029366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7" name="直線接點 2626"/>
            <p:cNvCxnSpPr/>
            <p:nvPr/>
          </p:nvCxnSpPr>
          <p:spPr>
            <a:xfrm>
              <a:off x="848105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8" name="直線接點 2627"/>
            <p:cNvCxnSpPr/>
            <p:nvPr/>
          </p:nvCxnSpPr>
          <p:spPr>
            <a:xfrm>
              <a:off x="8521300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9" name="直線接點 2628"/>
            <p:cNvCxnSpPr/>
            <p:nvPr/>
          </p:nvCxnSpPr>
          <p:spPr>
            <a:xfrm>
              <a:off x="856154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0" name="直線接點 2629"/>
            <p:cNvCxnSpPr/>
            <p:nvPr/>
          </p:nvCxnSpPr>
          <p:spPr>
            <a:xfrm>
              <a:off x="8601790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1" name="直線接點 2630"/>
            <p:cNvCxnSpPr/>
            <p:nvPr/>
          </p:nvCxnSpPr>
          <p:spPr>
            <a:xfrm>
              <a:off x="864203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2" name="直線接點 2631"/>
            <p:cNvCxnSpPr/>
            <p:nvPr/>
          </p:nvCxnSpPr>
          <p:spPr>
            <a:xfrm>
              <a:off x="8682282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33" name="群組 2632"/>
          <p:cNvGrpSpPr/>
          <p:nvPr/>
        </p:nvGrpSpPr>
        <p:grpSpPr>
          <a:xfrm>
            <a:off x="9361803" y="3562427"/>
            <a:ext cx="155651" cy="46247"/>
            <a:chOff x="8400565" y="3029365"/>
            <a:chExt cx="281717" cy="83704"/>
          </a:xfrm>
        </p:grpSpPr>
        <p:cxnSp>
          <p:nvCxnSpPr>
            <p:cNvPr id="2634" name="直線接點 2633"/>
            <p:cNvCxnSpPr/>
            <p:nvPr/>
          </p:nvCxnSpPr>
          <p:spPr>
            <a:xfrm>
              <a:off x="8400565" y="3029366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5" name="直線接點 2634"/>
            <p:cNvCxnSpPr/>
            <p:nvPr/>
          </p:nvCxnSpPr>
          <p:spPr>
            <a:xfrm>
              <a:off x="8440810" y="3029366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6" name="直線接點 2635"/>
            <p:cNvCxnSpPr/>
            <p:nvPr/>
          </p:nvCxnSpPr>
          <p:spPr>
            <a:xfrm>
              <a:off x="848105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7" name="直線接點 2636"/>
            <p:cNvCxnSpPr/>
            <p:nvPr/>
          </p:nvCxnSpPr>
          <p:spPr>
            <a:xfrm>
              <a:off x="8521300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8" name="直線接點 2637"/>
            <p:cNvCxnSpPr/>
            <p:nvPr/>
          </p:nvCxnSpPr>
          <p:spPr>
            <a:xfrm>
              <a:off x="856154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9" name="直線接點 2638"/>
            <p:cNvCxnSpPr/>
            <p:nvPr/>
          </p:nvCxnSpPr>
          <p:spPr>
            <a:xfrm>
              <a:off x="8601790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0" name="直線接點 2639"/>
            <p:cNvCxnSpPr/>
            <p:nvPr/>
          </p:nvCxnSpPr>
          <p:spPr>
            <a:xfrm>
              <a:off x="8642035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1" name="直線接點 2640"/>
            <p:cNvCxnSpPr/>
            <p:nvPr/>
          </p:nvCxnSpPr>
          <p:spPr>
            <a:xfrm>
              <a:off x="8682282" y="3029365"/>
              <a:ext cx="0" cy="83703"/>
            </a:xfrm>
            <a:prstGeom prst="line">
              <a:avLst/>
            </a:prstGeom>
            <a:ln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78" name="群組 2077">
            <a:extLst>
              <a:ext uri="{FF2B5EF4-FFF2-40B4-BE49-F238E27FC236}">
                <a16:creationId xmlns:a16="http://schemas.microsoft.com/office/drawing/2014/main" id="{A09C11A9-6BC0-414C-A805-AEBDA51920E3}"/>
              </a:ext>
            </a:extLst>
          </p:cNvPr>
          <p:cNvGrpSpPr>
            <a:grpSpLocks noChangeAspect="1"/>
          </p:cNvGrpSpPr>
          <p:nvPr/>
        </p:nvGrpSpPr>
        <p:grpSpPr>
          <a:xfrm>
            <a:off x="6525680" y="5187988"/>
            <a:ext cx="245498" cy="84437"/>
            <a:chOff x="4164534" y="3226383"/>
            <a:chExt cx="628011" cy="216000"/>
          </a:xfrm>
        </p:grpSpPr>
        <p:sp>
          <p:nvSpPr>
            <p:cNvPr id="2079" name="圓角矩形 93">
              <a:extLst>
                <a:ext uri="{FF2B5EF4-FFF2-40B4-BE49-F238E27FC236}">
                  <a16:creationId xmlns:a16="http://schemas.microsoft.com/office/drawing/2014/main" id="{92369650-30ED-4276-BB2B-30A9AD1DBABF}"/>
                </a:ext>
              </a:extLst>
            </p:cNvPr>
            <p:cNvSpPr/>
            <p:nvPr/>
          </p:nvSpPr>
          <p:spPr>
            <a:xfrm>
              <a:off x="4164534" y="3226383"/>
              <a:ext cx="628011" cy="216000"/>
            </a:xfrm>
            <a:prstGeom prst="roundRect">
              <a:avLst>
                <a:gd name="adj" fmla="val 1728"/>
              </a:avLst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86" name="圓角矩形 178">
              <a:extLst>
                <a:ext uri="{FF2B5EF4-FFF2-40B4-BE49-F238E27FC236}">
                  <a16:creationId xmlns:a16="http://schemas.microsoft.com/office/drawing/2014/main" id="{E566ECD1-B7B0-407A-A95B-2D2886DCC710}"/>
                </a:ext>
              </a:extLst>
            </p:cNvPr>
            <p:cNvSpPr/>
            <p:nvPr/>
          </p:nvSpPr>
          <p:spPr>
            <a:xfrm>
              <a:off x="4190538" y="3271130"/>
              <a:ext cx="576000" cy="106255"/>
            </a:xfrm>
            <a:prstGeom prst="roundRect">
              <a:avLst>
                <a:gd name="adj" fmla="val 1728"/>
              </a:avLst>
            </a:prstGeom>
            <a:ln w="3175">
              <a:solidFill>
                <a:srgbClr val="00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087" name="直線接點 2086">
              <a:extLst>
                <a:ext uri="{FF2B5EF4-FFF2-40B4-BE49-F238E27FC236}">
                  <a16:creationId xmlns:a16="http://schemas.microsoft.com/office/drawing/2014/main" id="{208ACA94-8CC3-4CFA-A7EE-8B6755AF54B9}"/>
                </a:ext>
              </a:extLst>
            </p:cNvPr>
            <p:cNvCxnSpPr/>
            <p:nvPr/>
          </p:nvCxnSpPr>
          <p:spPr>
            <a:xfrm>
              <a:off x="4244285" y="3358275"/>
              <a:ext cx="71097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直線接點 2087">
              <a:extLst>
                <a:ext uri="{FF2B5EF4-FFF2-40B4-BE49-F238E27FC236}">
                  <a16:creationId xmlns:a16="http://schemas.microsoft.com/office/drawing/2014/main" id="{E81DF701-61E5-4778-95F3-1B0D61D72414}"/>
                </a:ext>
              </a:extLst>
            </p:cNvPr>
            <p:cNvCxnSpPr/>
            <p:nvPr/>
          </p:nvCxnSpPr>
          <p:spPr>
            <a:xfrm>
              <a:off x="4375835" y="3358275"/>
              <a:ext cx="71097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9" name="直線接點 2088">
              <a:extLst>
                <a:ext uri="{FF2B5EF4-FFF2-40B4-BE49-F238E27FC236}">
                  <a16:creationId xmlns:a16="http://schemas.microsoft.com/office/drawing/2014/main" id="{D6B9728C-27A3-43C1-BE40-AC8CAFF245FE}"/>
                </a:ext>
              </a:extLst>
            </p:cNvPr>
            <p:cNvCxnSpPr/>
            <p:nvPr/>
          </p:nvCxnSpPr>
          <p:spPr>
            <a:xfrm>
              <a:off x="4507385" y="3358275"/>
              <a:ext cx="71097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直線接點 2089">
              <a:extLst>
                <a:ext uri="{FF2B5EF4-FFF2-40B4-BE49-F238E27FC236}">
                  <a16:creationId xmlns:a16="http://schemas.microsoft.com/office/drawing/2014/main" id="{B983B337-F973-44B8-B885-770B7939B841}"/>
                </a:ext>
              </a:extLst>
            </p:cNvPr>
            <p:cNvCxnSpPr/>
            <p:nvPr/>
          </p:nvCxnSpPr>
          <p:spPr>
            <a:xfrm>
              <a:off x="4638935" y="3358275"/>
              <a:ext cx="71097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直線接點 2090">
              <a:extLst>
                <a:ext uri="{FF2B5EF4-FFF2-40B4-BE49-F238E27FC236}">
                  <a16:creationId xmlns:a16="http://schemas.microsoft.com/office/drawing/2014/main" id="{5C89BBBC-7D52-4D82-B0EC-166ED34FF8CC}"/>
                </a:ext>
              </a:extLst>
            </p:cNvPr>
            <p:cNvCxnSpPr/>
            <p:nvPr/>
          </p:nvCxnSpPr>
          <p:spPr>
            <a:xfrm>
              <a:off x="4238724" y="3361869"/>
              <a:ext cx="71098" cy="0"/>
            </a:xfrm>
            <a:prstGeom prst="line">
              <a:avLst/>
            </a:prstGeom>
            <a:ln w="19050"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直線接點 2091">
              <a:extLst>
                <a:ext uri="{FF2B5EF4-FFF2-40B4-BE49-F238E27FC236}">
                  <a16:creationId xmlns:a16="http://schemas.microsoft.com/office/drawing/2014/main" id="{C061D62F-FC56-40FB-A59A-730408DAB6ED}"/>
                </a:ext>
              </a:extLst>
            </p:cNvPr>
            <p:cNvCxnSpPr/>
            <p:nvPr/>
          </p:nvCxnSpPr>
          <p:spPr>
            <a:xfrm>
              <a:off x="4370273" y="3361869"/>
              <a:ext cx="71098" cy="0"/>
            </a:xfrm>
            <a:prstGeom prst="line">
              <a:avLst/>
            </a:prstGeom>
            <a:ln w="19050"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直線接點 2092">
              <a:extLst>
                <a:ext uri="{FF2B5EF4-FFF2-40B4-BE49-F238E27FC236}">
                  <a16:creationId xmlns:a16="http://schemas.microsoft.com/office/drawing/2014/main" id="{CBA72CEC-0C3C-44FA-BBD7-4D66B2BF9353}"/>
                </a:ext>
              </a:extLst>
            </p:cNvPr>
            <p:cNvCxnSpPr/>
            <p:nvPr/>
          </p:nvCxnSpPr>
          <p:spPr>
            <a:xfrm>
              <a:off x="4501823" y="3361869"/>
              <a:ext cx="71098" cy="0"/>
            </a:xfrm>
            <a:prstGeom prst="line">
              <a:avLst/>
            </a:prstGeom>
            <a:ln w="19050"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4" name="直線接點 2093">
              <a:extLst>
                <a:ext uri="{FF2B5EF4-FFF2-40B4-BE49-F238E27FC236}">
                  <a16:creationId xmlns:a16="http://schemas.microsoft.com/office/drawing/2014/main" id="{D93EC955-27A0-4409-99BC-7F6BBB7FDF94}"/>
                </a:ext>
              </a:extLst>
            </p:cNvPr>
            <p:cNvCxnSpPr/>
            <p:nvPr/>
          </p:nvCxnSpPr>
          <p:spPr>
            <a:xfrm>
              <a:off x="4633374" y="3361869"/>
              <a:ext cx="71098" cy="0"/>
            </a:xfrm>
            <a:prstGeom prst="line">
              <a:avLst/>
            </a:prstGeom>
            <a:ln w="19050"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56" name="群組 2155">
            <a:extLst>
              <a:ext uri="{FF2B5EF4-FFF2-40B4-BE49-F238E27FC236}">
                <a16:creationId xmlns:a16="http://schemas.microsoft.com/office/drawing/2014/main" id="{453E2BF3-09BE-41BE-A86B-0C5A508D1713}"/>
              </a:ext>
            </a:extLst>
          </p:cNvPr>
          <p:cNvGrpSpPr>
            <a:grpSpLocks noChangeAspect="1"/>
          </p:cNvGrpSpPr>
          <p:nvPr/>
        </p:nvGrpSpPr>
        <p:grpSpPr>
          <a:xfrm>
            <a:off x="4575254" y="5112865"/>
            <a:ext cx="342009" cy="158527"/>
            <a:chOff x="5589518" y="288967"/>
            <a:chExt cx="973811" cy="451377"/>
          </a:xfrm>
        </p:grpSpPr>
        <p:sp>
          <p:nvSpPr>
            <p:cNvPr id="2157" name="圓角矩形 4">
              <a:extLst>
                <a:ext uri="{FF2B5EF4-FFF2-40B4-BE49-F238E27FC236}">
                  <a16:creationId xmlns:a16="http://schemas.microsoft.com/office/drawing/2014/main" id="{D3BAD8CD-7972-467A-91EB-D8170C6FE3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89518" y="288967"/>
              <a:ext cx="973811" cy="451377"/>
            </a:xfrm>
            <a:custGeom>
              <a:avLst/>
              <a:gdLst>
                <a:gd name="connsiteX0" fmla="*/ 0 w 2607920"/>
                <a:gd name="connsiteY0" fmla="*/ 201260 h 1207534"/>
                <a:gd name="connsiteX1" fmla="*/ 201260 w 2607920"/>
                <a:gd name="connsiteY1" fmla="*/ 0 h 1207534"/>
                <a:gd name="connsiteX2" fmla="*/ 2406660 w 2607920"/>
                <a:gd name="connsiteY2" fmla="*/ 0 h 1207534"/>
                <a:gd name="connsiteX3" fmla="*/ 2607920 w 2607920"/>
                <a:gd name="connsiteY3" fmla="*/ 201260 h 1207534"/>
                <a:gd name="connsiteX4" fmla="*/ 2607920 w 2607920"/>
                <a:gd name="connsiteY4" fmla="*/ 1006274 h 1207534"/>
                <a:gd name="connsiteX5" fmla="*/ 2406660 w 2607920"/>
                <a:gd name="connsiteY5" fmla="*/ 1207534 h 1207534"/>
                <a:gd name="connsiteX6" fmla="*/ 201260 w 2607920"/>
                <a:gd name="connsiteY6" fmla="*/ 1207534 h 1207534"/>
                <a:gd name="connsiteX7" fmla="*/ 0 w 2607920"/>
                <a:gd name="connsiteY7" fmla="*/ 1006274 h 1207534"/>
                <a:gd name="connsiteX8" fmla="*/ 0 w 2607920"/>
                <a:gd name="connsiteY8" fmla="*/ 201260 h 1207534"/>
                <a:gd name="connsiteX0" fmla="*/ 0 w 2607920"/>
                <a:gd name="connsiteY0" fmla="*/ 201260 h 1207534"/>
                <a:gd name="connsiteX1" fmla="*/ 201260 w 2607920"/>
                <a:gd name="connsiteY1" fmla="*/ 0 h 1207534"/>
                <a:gd name="connsiteX2" fmla="*/ 2406660 w 2607920"/>
                <a:gd name="connsiteY2" fmla="*/ 0 h 1207534"/>
                <a:gd name="connsiteX3" fmla="*/ 2607920 w 2607920"/>
                <a:gd name="connsiteY3" fmla="*/ 201260 h 1207534"/>
                <a:gd name="connsiteX4" fmla="*/ 2607920 w 2607920"/>
                <a:gd name="connsiteY4" fmla="*/ 1006274 h 1207534"/>
                <a:gd name="connsiteX5" fmla="*/ 2406660 w 2607920"/>
                <a:gd name="connsiteY5" fmla="*/ 1207534 h 1207534"/>
                <a:gd name="connsiteX6" fmla="*/ 201260 w 2607920"/>
                <a:gd name="connsiteY6" fmla="*/ 1207534 h 1207534"/>
                <a:gd name="connsiteX7" fmla="*/ 0 w 2607920"/>
                <a:gd name="connsiteY7" fmla="*/ 289518 h 1207534"/>
                <a:gd name="connsiteX8" fmla="*/ 0 w 2607920"/>
                <a:gd name="connsiteY8" fmla="*/ 201260 h 1207534"/>
                <a:gd name="connsiteX0" fmla="*/ 0 w 2610301"/>
                <a:gd name="connsiteY0" fmla="*/ 201260 h 1207534"/>
                <a:gd name="connsiteX1" fmla="*/ 201260 w 2610301"/>
                <a:gd name="connsiteY1" fmla="*/ 0 h 1207534"/>
                <a:gd name="connsiteX2" fmla="*/ 2406660 w 2610301"/>
                <a:gd name="connsiteY2" fmla="*/ 0 h 1207534"/>
                <a:gd name="connsiteX3" fmla="*/ 2607920 w 2610301"/>
                <a:gd name="connsiteY3" fmla="*/ 201260 h 1207534"/>
                <a:gd name="connsiteX4" fmla="*/ 2610301 w 2610301"/>
                <a:gd name="connsiteY4" fmla="*/ 289517 h 1207534"/>
                <a:gd name="connsiteX5" fmla="*/ 2406660 w 2610301"/>
                <a:gd name="connsiteY5" fmla="*/ 1207534 h 1207534"/>
                <a:gd name="connsiteX6" fmla="*/ 201260 w 2610301"/>
                <a:gd name="connsiteY6" fmla="*/ 1207534 h 1207534"/>
                <a:gd name="connsiteX7" fmla="*/ 0 w 2610301"/>
                <a:gd name="connsiteY7" fmla="*/ 289518 h 1207534"/>
                <a:gd name="connsiteX8" fmla="*/ 0 w 2610301"/>
                <a:gd name="connsiteY8" fmla="*/ 201260 h 1207534"/>
                <a:gd name="connsiteX0" fmla="*/ 0 w 2610301"/>
                <a:gd name="connsiteY0" fmla="*/ 201260 h 1209915"/>
                <a:gd name="connsiteX1" fmla="*/ 201260 w 2610301"/>
                <a:gd name="connsiteY1" fmla="*/ 0 h 1209915"/>
                <a:gd name="connsiteX2" fmla="*/ 2406660 w 2610301"/>
                <a:gd name="connsiteY2" fmla="*/ 0 h 1209915"/>
                <a:gd name="connsiteX3" fmla="*/ 2607920 w 2610301"/>
                <a:gd name="connsiteY3" fmla="*/ 201260 h 1209915"/>
                <a:gd name="connsiteX4" fmla="*/ 2610301 w 2610301"/>
                <a:gd name="connsiteY4" fmla="*/ 289517 h 1209915"/>
                <a:gd name="connsiteX5" fmla="*/ 2406660 w 2610301"/>
                <a:gd name="connsiteY5" fmla="*/ 1207534 h 1209915"/>
                <a:gd name="connsiteX6" fmla="*/ 346516 w 2610301"/>
                <a:gd name="connsiteY6" fmla="*/ 1209915 h 1209915"/>
                <a:gd name="connsiteX7" fmla="*/ 0 w 2610301"/>
                <a:gd name="connsiteY7" fmla="*/ 289518 h 1209915"/>
                <a:gd name="connsiteX8" fmla="*/ 0 w 2610301"/>
                <a:gd name="connsiteY8" fmla="*/ 201260 h 1209915"/>
                <a:gd name="connsiteX0" fmla="*/ 0 w 2610301"/>
                <a:gd name="connsiteY0" fmla="*/ 201260 h 1209916"/>
                <a:gd name="connsiteX1" fmla="*/ 201260 w 2610301"/>
                <a:gd name="connsiteY1" fmla="*/ 0 h 1209916"/>
                <a:gd name="connsiteX2" fmla="*/ 2406660 w 2610301"/>
                <a:gd name="connsiteY2" fmla="*/ 0 h 1209916"/>
                <a:gd name="connsiteX3" fmla="*/ 2607920 w 2610301"/>
                <a:gd name="connsiteY3" fmla="*/ 201260 h 1209916"/>
                <a:gd name="connsiteX4" fmla="*/ 2610301 w 2610301"/>
                <a:gd name="connsiteY4" fmla="*/ 289517 h 1209916"/>
                <a:gd name="connsiteX5" fmla="*/ 2304266 w 2610301"/>
                <a:gd name="connsiteY5" fmla="*/ 1209916 h 1209916"/>
                <a:gd name="connsiteX6" fmla="*/ 346516 w 2610301"/>
                <a:gd name="connsiteY6" fmla="*/ 1209915 h 1209916"/>
                <a:gd name="connsiteX7" fmla="*/ 0 w 2610301"/>
                <a:gd name="connsiteY7" fmla="*/ 289518 h 1209916"/>
                <a:gd name="connsiteX8" fmla="*/ 0 w 2610301"/>
                <a:gd name="connsiteY8" fmla="*/ 201260 h 1209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0301" h="1209916">
                  <a:moveTo>
                    <a:pt x="0" y="201260"/>
                  </a:moveTo>
                  <a:cubicBezTo>
                    <a:pt x="0" y="90107"/>
                    <a:pt x="90107" y="0"/>
                    <a:pt x="201260" y="0"/>
                  </a:cubicBezTo>
                  <a:lnTo>
                    <a:pt x="2406660" y="0"/>
                  </a:lnTo>
                  <a:cubicBezTo>
                    <a:pt x="2517813" y="0"/>
                    <a:pt x="2607920" y="90107"/>
                    <a:pt x="2607920" y="201260"/>
                  </a:cubicBezTo>
                  <a:cubicBezTo>
                    <a:pt x="2608714" y="230679"/>
                    <a:pt x="2609507" y="260098"/>
                    <a:pt x="2610301" y="289517"/>
                  </a:cubicBezTo>
                  <a:cubicBezTo>
                    <a:pt x="2610301" y="400670"/>
                    <a:pt x="2415419" y="1209916"/>
                    <a:pt x="2304266" y="1209916"/>
                  </a:cubicBezTo>
                  <a:lnTo>
                    <a:pt x="346516" y="1209915"/>
                  </a:lnTo>
                  <a:cubicBezTo>
                    <a:pt x="235363" y="1209915"/>
                    <a:pt x="0" y="400671"/>
                    <a:pt x="0" y="289518"/>
                  </a:cubicBezTo>
                  <a:lnTo>
                    <a:pt x="0" y="20126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58" name="橢圓 2157">
              <a:extLst>
                <a:ext uri="{FF2B5EF4-FFF2-40B4-BE49-F238E27FC236}">
                  <a16:creationId xmlns:a16="http://schemas.microsoft.com/office/drawing/2014/main" id="{00D36976-6FE9-471A-8569-92352D5E35AD}"/>
                </a:ext>
              </a:extLst>
            </p:cNvPr>
            <p:cNvSpPr/>
            <p:nvPr/>
          </p:nvSpPr>
          <p:spPr>
            <a:xfrm>
              <a:off x="5735069" y="369533"/>
              <a:ext cx="72000" cy="7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59" name="橢圓 2158">
              <a:extLst>
                <a:ext uri="{FF2B5EF4-FFF2-40B4-BE49-F238E27FC236}">
                  <a16:creationId xmlns:a16="http://schemas.microsoft.com/office/drawing/2014/main" id="{7C0FDA5D-4F81-4FD4-887D-A9C1ED4B0155}"/>
                </a:ext>
              </a:extLst>
            </p:cNvPr>
            <p:cNvSpPr/>
            <p:nvPr/>
          </p:nvSpPr>
          <p:spPr>
            <a:xfrm>
              <a:off x="5887469" y="369533"/>
              <a:ext cx="72000" cy="7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60" name="橢圓 2159">
              <a:extLst>
                <a:ext uri="{FF2B5EF4-FFF2-40B4-BE49-F238E27FC236}">
                  <a16:creationId xmlns:a16="http://schemas.microsoft.com/office/drawing/2014/main" id="{BA88CA65-1302-4F7D-A580-75E8C2EC82D4}"/>
                </a:ext>
              </a:extLst>
            </p:cNvPr>
            <p:cNvSpPr/>
            <p:nvPr/>
          </p:nvSpPr>
          <p:spPr>
            <a:xfrm>
              <a:off x="6039869" y="369533"/>
              <a:ext cx="72000" cy="7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61" name="橢圓 2160">
              <a:extLst>
                <a:ext uri="{FF2B5EF4-FFF2-40B4-BE49-F238E27FC236}">
                  <a16:creationId xmlns:a16="http://schemas.microsoft.com/office/drawing/2014/main" id="{3866CA13-2A65-4562-910B-6D6CEFA6F495}"/>
                </a:ext>
              </a:extLst>
            </p:cNvPr>
            <p:cNvSpPr/>
            <p:nvPr/>
          </p:nvSpPr>
          <p:spPr>
            <a:xfrm>
              <a:off x="6192269" y="369533"/>
              <a:ext cx="72000" cy="7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62" name="橢圓 2161">
              <a:extLst>
                <a:ext uri="{FF2B5EF4-FFF2-40B4-BE49-F238E27FC236}">
                  <a16:creationId xmlns:a16="http://schemas.microsoft.com/office/drawing/2014/main" id="{B5E49956-C4A4-420A-B960-59752065F596}"/>
                </a:ext>
              </a:extLst>
            </p:cNvPr>
            <p:cNvSpPr/>
            <p:nvPr/>
          </p:nvSpPr>
          <p:spPr>
            <a:xfrm>
              <a:off x="6344669" y="369533"/>
              <a:ext cx="72000" cy="7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74" name="橢圓 2173">
              <a:extLst>
                <a:ext uri="{FF2B5EF4-FFF2-40B4-BE49-F238E27FC236}">
                  <a16:creationId xmlns:a16="http://schemas.microsoft.com/office/drawing/2014/main" id="{A9B17C77-FE9E-4642-88B9-6DBAFB992AEE}"/>
                </a:ext>
              </a:extLst>
            </p:cNvPr>
            <p:cNvSpPr/>
            <p:nvPr/>
          </p:nvSpPr>
          <p:spPr>
            <a:xfrm>
              <a:off x="5815469" y="484665"/>
              <a:ext cx="72000" cy="7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75" name="橢圓 2174">
              <a:extLst>
                <a:ext uri="{FF2B5EF4-FFF2-40B4-BE49-F238E27FC236}">
                  <a16:creationId xmlns:a16="http://schemas.microsoft.com/office/drawing/2014/main" id="{AD05678D-2982-4ACB-8AC5-A871CB21B92E}"/>
                </a:ext>
              </a:extLst>
            </p:cNvPr>
            <p:cNvSpPr/>
            <p:nvPr/>
          </p:nvSpPr>
          <p:spPr>
            <a:xfrm>
              <a:off x="5967869" y="484665"/>
              <a:ext cx="72000" cy="7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76" name="橢圓 2175">
              <a:extLst>
                <a:ext uri="{FF2B5EF4-FFF2-40B4-BE49-F238E27FC236}">
                  <a16:creationId xmlns:a16="http://schemas.microsoft.com/office/drawing/2014/main" id="{CCC97FC5-B9AD-4C4C-9500-E3A1532CB5A6}"/>
                </a:ext>
              </a:extLst>
            </p:cNvPr>
            <p:cNvSpPr/>
            <p:nvPr/>
          </p:nvSpPr>
          <p:spPr>
            <a:xfrm>
              <a:off x="6120269" y="484665"/>
              <a:ext cx="72000" cy="7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77" name="橢圓 2176">
              <a:extLst>
                <a:ext uri="{FF2B5EF4-FFF2-40B4-BE49-F238E27FC236}">
                  <a16:creationId xmlns:a16="http://schemas.microsoft.com/office/drawing/2014/main" id="{A6A39E07-19F9-4E6A-83BA-84CFA2C758E1}"/>
                </a:ext>
              </a:extLst>
            </p:cNvPr>
            <p:cNvSpPr/>
            <p:nvPr/>
          </p:nvSpPr>
          <p:spPr>
            <a:xfrm>
              <a:off x="6272669" y="484665"/>
              <a:ext cx="72000" cy="7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78" name="橢圓 2177">
              <a:extLst>
                <a:ext uri="{FF2B5EF4-FFF2-40B4-BE49-F238E27FC236}">
                  <a16:creationId xmlns:a16="http://schemas.microsoft.com/office/drawing/2014/main" id="{476B36E5-F75F-4C66-9C87-3BD7421F2292}"/>
                </a:ext>
              </a:extLst>
            </p:cNvPr>
            <p:cNvSpPr/>
            <p:nvPr/>
          </p:nvSpPr>
          <p:spPr>
            <a:xfrm>
              <a:off x="6425069" y="484665"/>
              <a:ext cx="72000" cy="7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79" name="橢圓 2178">
              <a:extLst>
                <a:ext uri="{FF2B5EF4-FFF2-40B4-BE49-F238E27FC236}">
                  <a16:creationId xmlns:a16="http://schemas.microsoft.com/office/drawing/2014/main" id="{A0C098A2-E9D9-4F58-BDDF-2142839E0DA7}"/>
                </a:ext>
              </a:extLst>
            </p:cNvPr>
            <p:cNvSpPr/>
            <p:nvPr/>
          </p:nvSpPr>
          <p:spPr>
            <a:xfrm>
              <a:off x="5739199" y="619019"/>
              <a:ext cx="72000" cy="7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80" name="橢圓 2179">
              <a:extLst>
                <a:ext uri="{FF2B5EF4-FFF2-40B4-BE49-F238E27FC236}">
                  <a16:creationId xmlns:a16="http://schemas.microsoft.com/office/drawing/2014/main" id="{A8083345-4B6D-47E4-9C4D-E2837B27DEE6}"/>
                </a:ext>
              </a:extLst>
            </p:cNvPr>
            <p:cNvSpPr/>
            <p:nvPr/>
          </p:nvSpPr>
          <p:spPr>
            <a:xfrm>
              <a:off x="5891599" y="619019"/>
              <a:ext cx="72000" cy="7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81" name="橢圓 2180">
              <a:extLst>
                <a:ext uri="{FF2B5EF4-FFF2-40B4-BE49-F238E27FC236}">
                  <a16:creationId xmlns:a16="http://schemas.microsoft.com/office/drawing/2014/main" id="{82710D54-3993-4333-9421-4D4A0EB5A704}"/>
                </a:ext>
              </a:extLst>
            </p:cNvPr>
            <p:cNvSpPr/>
            <p:nvPr/>
          </p:nvSpPr>
          <p:spPr>
            <a:xfrm>
              <a:off x="6043999" y="619019"/>
              <a:ext cx="72000" cy="7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82" name="橢圓 2181">
              <a:extLst>
                <a:ext uri="{FF2B5EF4-FFF2-40B4-BE49-F238E27FC236}">
                  <a16:creationId xmlns:a16="http://schemas.microsoft.com/office/drawing/2014/main" id="{3F7EE899-3FA5-4ABC-BB86-EE09943F3B97}"/>
                </a:ext>
              </a:extLst>
            </p:cNvPr>
            <p:cNvSpPr/>
            <p:nvPr/>
          </p:nvSpPr>
          <p:spPr>
            <a:xfrm>
              <a:off x="6196399" y="619019"/>
              <a:ext cx="72000" cy="7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83" name="橢圓 2182">
              <a:extLst>
                <a:ext uri="{FF2B5EF4-FFF2-40B4-BE49-F238E27FC236}">
                  <a16:creationId xmlns:a16="http://schemas.microsoft.com/office/drawing/2014/main" id="{40D22136-609A-45A6-B3CC-78BD7DB6485E}"/>
                </a:ext>
              </a:extLst>
            </p:cNvPr>
            <p:cNvSpPr/>
            <p:nvPr/>
          </p:nvSpPr>
          <p:spPr>
            <a:xfrm>
              <a:off x="6348799" y="619019"/>
              <a:ext cx="72000" cy="7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2184" name="群組 2183">
            <a:extLst>
              <a:ext uri="{FF2B5EF4-FFF2-40B4-BE49-F238E27FC236}">
                <a16:creationId xmlns:a16="http://schemas.microsoft.com/office/drawing/2014/main" id="{61D84168-ADFF-44D8-9398-7FB96C9133FD}"/>
              </a:ext>
            </a:extLst>
          </p:cNvPr>
          <p:cNvGrpSpPr/>
          <p:nvPr/>
        </p:nvGrpSpPr>
        <p:grpSpPr>
          <a:xfrm>
            <a:off x="527197" y="1050881"/>
            <a:ext cx="1404405" cy="657471"/>
            <a:chOff x="9427913" y="3848004"/>
            <a:chExt cx="2244437" cy="1050732"/>
          </a:xfrm>
        </p:grpSpPr>
        <p:sp>
          <p:nvSpPr>
            <p:cNvPr id="2185" name="圓角矩形 20">
              <a:extLst>
                <a:ext uri="{FF2B5EF4-FFF2-40B4-BE49-F238E27FC236}">
                  <a16:creationId xmlns:a16="http://schemas.microsoft.com/office/drawing/2014/main" id="{11897CC9-E4E3-470C-BE6C-E06F927EA3D8}"/>
                </a:ext>
              </a:extLst>
            </p:cNvPr>
            <p:cNvSpPr/>
            <p:nvPr/>
          </p:nvSpPr>
          <p:spPr>
            <a:xfrm>
              <a:off x="9427913" y="3848004"/>
              <a:ext cx="2244437" cy="771786"/>
            </a:xfrm>
            <a:prstGeom prst="roundRect">
              <a:avLst>
                <a:gd name="adj" fmla="val 10092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86" name="圓角矩形 56">
              <a:extLst>
                <a:ext uri="{FF2B5EF4-FFF2-40B4-BE49-F238E27FC236}">
                  <a16:creationId xmlns:a16="http://schemas.microsoft.com/office/drawing/2014/main" id="{DBAAFACD-0113-4D1B-80DA-E050DAC551AE}"/>
                </a:ext>
              </a:extLst>
            </p:cNvPr>
            <p:cNvSpPr/>
            <p:nvPr/>
          </p:nvSpPr>
          <p:spPr>
            <a:xfrm>
              <a:off x="9628332" y="4718627"/>
              <a:ext cx="387927" cy="18010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87" name="圓角矩形 1327">
              <a:extLst>
                <a:ext uri="{FF2B5EF4-FFF2-40B4-BE49-F238E27FC236}">
                  <a16:creationId xmlns:a16="http://schemas.microsoft.com/office/drawing/2014/main" id="{2F569BBC-A921-4C72-BAC7-BA61F87E6489}"/>
                </a:ext>
              </a:extLst>
            </p:cNvPr>
            <p:cNvSpPr/>
            <p:nvPr/>
          </p:nvSpPr>
          <p:spPr>
            <a:xfrm>
              <a:off x="10100782" y="4718626"/>
              <a:ext cx="387927" cy="18010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88" name="圓角矩形 1328">
              <a:extLst>
                <a:ext uri="{FF2B5EF4-FFF2-40B4-BE49-F238E27FC236}">
                  <a16:creationId xmlns:a16="http://schemas.microsoft.com/office/drawing/2014/main" id="{A94F9B37-760E-4315-81F8-69E79E6D0F9D}"/>
                </a:ext>
              </a:extLst>
            </p:cNvPr>
            <p:cNvSpPr/>
            <p:nvPr/>
          </p:nvSpPr>
          <p:spPr>
            <a:xfrm>
              <a:off x="10573232" y="4718625"/>
              <a:ext cx="387927" cy="18010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89" name="圓角矩形 1333">
              <a:extLst>
                <a:ext uri="{FF2B5EF4-FFF2-40B4-BE49-F238E27FC236}">
                  <a16:creationId xmlns:a16="http://schemas.microsoft.com/office/drawing/2014/main" id="{03AD820B-D459-482E-B4F3-21368C17BE10}"/>
                </a:ext>
              </a:extLst>
            </p:cNvPr>
            <p:cNvSpPr/>
            <p:nvPr/>
          </p:nvSpPr>
          <p:spPr>
            <a:xfrm>
              <a:off x="11045681" y="4718625"/>
              <a:ext cx="387927" cy="167984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2197" name="矩形 2196">
            <a:extLst>
              <a:ext uri="{FF2B5EF4-FFF2-40B4-BE49-F238E27FC236}">
                <a16:creationId xmlns:a16="http://schemas.microsoft.com/office/drawing/2014/main" id="{C22EEB02-A54B-4BC4-B653-B5AB28C4A85A}"/>
              </a:ext>
            </a:extLst>
          </p:cNvPr>
          <p:cNvSpPr/>
          <p:nvPr/>
        </p:nvSpPr>
        <p:spPr>
          <a:xfrm>
            <a:off x="6394639" y="5425834"/>
            <a:ext cx="691817" cy="2256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USB</a:t>
            </a:r>
            <a:endParaRPr lang="zh-TW" altLang="en-US" sz="1200" dirty="0"/>
          </a:p>
        </p:txBody>
      </p:sp>
      <p:sp>
        <p:nvSpPr>
          <p:cNvPr id="2198" name="矩形 2197">
            <a:extLst>
              <a:ext uri="{FF2B5EF4-FFF2-40B4-BE49-F238E27FC236}">
                <a16:creationId xmlns:a16="http://schemas.microsoft.com/office/drawing/2014/main" id="{56F48142-D2CB-471E-8ADD-52B755DFB5C4}"/>
              </a:ext>
            </a:extLst>
          </p:cNvPr>
          <p:cNvSpPr/>
          <p:nvPr/>
        </p:nvSpPr>
        <p:spPr>
          <a:xfrm>
            <a:off x="4408625" y="5425834"/>
            <a:ext cx="691817" cy="2256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VGA</a:t>
            </a:r>
            <a:endParaRPr lang="zh-TW" altLang="en-US" sz="1200" dirty="0"/>
          </a:p>
        </p:txBody>
      </p:sp>
      <p:sp>
        <p:nvSpPr>
          <p:cNvPr id="2200" name="矩形 2199">
            <a:extLst>
              <a:ext uri="{FF2B5EF4-FFF2-40B4-BE49-F238E27FC236}">
                <a16:creationId xmlns:a16="http://schemas.microsoft.com/office/drawing/2014/main" id="{80F333C4-D449-4404-901A-82A1B34D0689}"/>
              </a:ext>
            </a:extLst>
          </p:cNvPr>
          <p:cNvSpPr/>
          <p:nvPr/>
        </p:nvSpPr>
        <p:spPr>
          <a:xfrm>
            <a:off x="706792" y="1959688"/>
            <a:ext cx="994802" cy="1878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LCM</a:t>
            </a:r>
            <a:endParaRPr lang="zh-TW" altLang="en-US" sz="1200" dirty="0"/>
          </a:p>
        </p:txBody>
      </p:sp>
      <p:grpSp>
        <p:nvGrpSpPr>
          <p:cNvPr id="2215" name="群組 2214">
            <a:extLst>
              <a:ext uri="{FF2B5EF4-FFF2-40B4-BE49-F238E27FC236}">
                <a16:creationId xmlns:a16="http://schemas.microsoft.com/office/drawing/2014/main" id="{0BEC7D42-FD37-46E1-90A3-6AE9BA85ABE9}"/>
              </a:ext>
            </a:extLst>
          </p:cNvPr>
          <p:cNvGrpSpPr>
            <a:grpSpLocks noChangeAspect="1"/>
          </p:cNvGrpSpPr>
          <p:nvPr/>
        </p:nvGrpSpPr>
        <p:grpSpPr>
          <a:xfrm>
            <a:off x="6525680" y="4964033"/>
            <a:ext cx="245498" cy="84437"/>
            <a:chOff x="4164534" y="3226383"/>
            <a:chExt cx="628011" cy="216000"/>
          </a:xfrm>
        </p:grpSpPr>
        <p:sp>
          <p:nvSpPr>
            <p:cNvPr id="2216" name="圓角矩形 305">
              <a:extLst>
                <a:ext uri="{FF2B5EF4-FFF2-40B4-BE49-F238E27FC236}">
                  <a16:creationId xmlns:a16="http://schemas.microsoft.com/office/drawing/2014/main" id="{C23CDDE9-36AF-42A3-B74A-CE3692B477BD}"/>
                </a:ext>
              </a:extLst>
            </p:cNvPr>
            <p:cNvSpPr/>
            <p:nvPr/>
          </p:nvSpPr>
          <p:spPr>
            <a:xfrm>
              <a:off x="4164534" y="3226383"/>
              <a:ext cx="628011" cy="216000"/>
            </a:xfrm>
            <a:prstGeom prst="roundRect">
              <a:avLst>
                <a:gd name="adj" fmla="val 1728"/>
              </a:avLst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17" name="圓角矩形 306">
              <a:extLst>
                <a:ext uri="{FF2B5EF4-FFF2-40B4-BE49-F238E27FC236}">
                  <a16:creationId xmlns:a16="http://schemas.microsoft.com/office/drawing/2014/main" id="{CE6C94EE-B7FC-4D85-81E7-3AE190050CD6}"/>
                </a:ext>
              </a:extLst>
            </p:cNvPr>
            <p:cNvSpPr/>
            <p:nvPr/>
          </p:nvSpPr>
          <p:spPr>
            <a:xfrm>
              <a:off x="4190538" y="3271130"/>
              <a:ext cx="576000" cy="106255"/>
            </a:xfrm>
            <a:prstGeom prst="roundRect">
              <a:avLst>
                <a:gd name="adj" fmla="val 1728"/>
              </a:avLst>
            </a:prstGeom>
            <a:solidFill>
              <a:schemeClr val="tx1"/>
            </a:solidFill>
            <a:ln w="3175">
              <a:solidFill>
                <a:srgbClr val="00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218" name="直線接點 2217">
              <a:extLst>
                <a:ext uri="{FF2B5EF4-FFF2-40B4-BE49-F238E27FC236}">
                  <a16:creationId xmlns:a16="http://schemas.microsoft.com/office/drawing/2014/main" id="{5AC62275-486A-48CA-A4CD-19657AF9D0A2}"/>
                </a:ext>
              </a:extLst>
            </p:cNvPr>
            <p:cNvCxnSpPr/>
            <p:nvPr/>
          </p:nvCxnSpPr>
          <p:spPr>
            <a:xfrm>
              <a:off x="4244285" y="3358275"/>
              <a:ext cx="71097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9" name="直線接點 2218">
              <a:extLst>
                <a:ext uri="{FF2B5EF4-FFF2-40B4-BE49-F238E27FC236}">
                  <a16:creationId xmlns:a16="http://schemas.microsoft.com/office/drawing/2014/main" id="{BC81322E-01F5-4D98-8B77-B68059A7E3FF}"/>
                </a:ext>
              </a:extLst>
            </p:cNvPr>
            <p:cNvCxnSpPr/>
            <p:nvPr/>
          </p:nvCxnSpPr>
          <p:spPr>
            <a:xfrm>
              <a:off x="4375835" y="3358275"/>
              <a:ext cx="71097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0" name="直線接點 2279">
              <a:extLst>
                <a:ext uri="{FF2B5EF4-FFF2-40B4-BE49-F238E27FC236}">
                  <a16:creationId xmlns:a16="http://schemas.microsoft.com/office/drawing/2014/main" id="{34CBA3EA-1B71-4404-AA69-6691AD361FCC}"/>
                </a:ext>
              </a:extLst>
            </p:cNvPr>
            <p:cNvCxnSpPr/>
            <p:nvPr/>
          </p:nvCxnSpPr>
          <p:spPr>
            <a:xfrm>
              <a:off x="4507385" y="3358275"/>
              <a:ext cx="71097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1" name="直線接點 2280">
              <a:extLst>
                <a:ext uri="{FF2B5EF4-FFF2-40B4-BE49-F238E27FC236}">
                  <a16:creationId xmlns:a16="http://schemas.microsoft.com/office/drawing/2014/main" id="{8D7C5312-3193-4C96-B1F2-33168BE6C968}"/>
                </a:ext>
              </a:extLst>
            </p:cNvPr>
            <p:cNvCxnSpPr/>
            <p:nvPr/>
          </p:nvCxnSpPr>
          <p:spPr>
            <a:xfrm>
              <a:off x="4638935" y="3358275"/>
              <a:ext cx="71097" cy="0"/>
            </a:xfrm>
            <a:prstGeom prst="line">
              <a:avLst/>
            </a:prstGeom>
            <a:ln w="19050"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2" name="直線接點 2281">
              <a:extLst>
                <a:ext uri="{FF2B5EF4-FFF2-40B4-BE49-F238E27FC236}">
                  <a16:creationId xmlns:a16="http://schemas.microsoft.com/office/drawing/2014/main" id="{F0B97299-CD26-4FEC-ABA8-35C2DFBA338D}"/>
                </a:ext>
              </a:extLst>
            </p:cNvPr>
            <p:cNvCxnSpPr/>
            <p:nvPr/>
          </p:nvCxnSpPr>
          <p:spPr>
            <a:xfrm>
              <a:off x="4235831" y="3355100"/>
              <a:ext cx="71098" cy="0"/>
            </a:xfrm>
            <a:prstGeom prst="line">
              <a:avLst/>
            </a:prstGeom>
            <a:ln w="19050"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3" name="直線接點 2282">
              <a:extLst>
                <a:ext uri="{FF2B5EF4-FFF2-40B4-BE49-F238E27FC236}">
                  <a16:creationId xmlns:a16="http://schemas.microsoft.com/office/drawing/2014/main" id="{3B7E4CAE-9585-4089-B4E5-DCA69B291D2E}"/>
                </a:ext>
              </a:extLst>
            </p:cNvPr>
            <p:cNvCxnSpPr/>
            <p:nvPr/>
          </p:nvCxnSpPr>
          <p:spPr>
            <a:xfrm>
              <a:off x="4367379" y="3355100"/>
              <a:ext cx="71098" cy="0"/>
            </a:xfrm>
            <a:prstGeom prst="line">
              <a:avLst/>
            </a:prstGeom>
            <a:ln w="19050"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4" name="直線接點 2283">
              <a:extLst>
                <a:ext uri="{FF2B5EF4-FFF2-40B4-BE49-F238E27FC236}">
                  <a16:creationId xmlns:a16="http://schemas.microsoft.com/office/drawing/2014/main" id="{C21D25BA-42FF-439F-B7A7-CA5EBC59CB54}"/>
                </a:ext>
              </a:extLst>
            </p:cNvPr>
            <p:cNvCxnSpPr/>
            <p:nvPr/>
          </p:nvCxnSpPr>
          <p:spPr>
            <a:xfrm>
              <a:off x="4498930" y="3355100"/>
              <a:ext cx="71098" cy="0"/>
            </a:xfrm>
            <a:prstGeom prst="line">
              <a:avLst/>
            </a:prstGeom>
            <a:ln w="19050">
              <a:solidFill>
                <a:srgbClr val="FFCC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85" name="文字方塊 2284">
            <a:extLst>
              <a:ext uri="{FF2B5EF4-FFF2-40B4-BE49-F238E27FC236}">
                <a16:creationId xmlns:a16="http://schemas.microsoft.com/office/drawing/2014/main" id="{D043641E-9724-438B-A07D-CC5D2C34F91A}"/>
              </a:ext>
            </a:extLst>
          </p:cNvPr>
          <p:cNvSpPr txBox="1"/>
          <p:nvPr/>
        </p:nvSpPr>
        <p:spPr>
          <a:xfrm>
            <a:off x="6802471" y="4906224"/>
            <a:ext cx="3048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00" dirty="0"/>
              <a:t>2.0</a:t>
            </a:r>
            <a:endParaRPr lang="zh-TW" altLang="en-US" sz="700" dirty="0"/>
          </a:p>
        </p:txBody>
      </p:sp>
      <p:sp>
        <p:nvSpPr>
          <p:cNvPr id="2286" name="文字方塊 2285">
            <a:extLst>
              <a:ext uri="{FF2B5EF4-FFF2-40B4-BE49-F238E27FC236}">
                <a16:creationId xmlns:a16="http://schemas.microsoft.com/office/drawing/2014/main" id="{027DDACA-A2D2-4D8C-9F1D-1EAEE710E104}"/>
              </a:ext>
            </a:extLst>
          </p:cNvPr>
          <p:cNvSpPr txBox="1"/>
          <p:nvPr/>
        </p:nvSpPr>
        <p:spPr>
          <a:xfrm>
            <a:off x="6802471" y="5130869"/>
            <a:ext cx="30489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00" dirty="0"/>
              <a:t>3.0</a:t>
            </a:r>
            <a:endParaRPr lang="zh-TW" altLang="en-US" sz="700" dirty="0"/>
          </a:p>
        </p:txBody>
      </p:sp>
      <p:sp>
        <p:nvSpPr>
          <p:cNvPr id="2313" name="文字方塊 2312">
            <a:extLst>
              <a:ext uri="{FF2B5EF4-FFF2-40B4-BE49-F238E27FC236}">
                <a16:creationId xmlns:a16="http://schemas.microsoft.com/office/drawing/2014/main" id="{03B286C7-A8B2-4FA6-B913-1908F4247ACF}"/>
              </a:ext>
            </a:extLst>
          </p:cNvPr>
          <p:cNvSpPr txBox="1"/>
          <p:nvPr/>
        </p:nvSpPr>
        <p:spPr>
          <a:xfrm>
            <a:off x="6802471" y="4678683"/>
            <a:ext cx="43473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00" dirty="0" err="1"/>
              <a:t>TypeC</a:t>
            </a:r>
            <a:endParaRPr lang="zh-TW" altLang="en-US" sz="700" dirty="0"/>
          </a:p>
        </p:txBody>
      </p:sp>
      <p:sp>
        <p:nvSpPr>
          <p:cNvPr id="25" name="標題 24">
            <a:extLst>
              <a:ext uri="{FF2B5EF4-FFF2-40B4-BE49-F238E27FC236}">
                <a16:creationId xmlns:a16="http://schemas.microsoft.com/office/drawing/2014/main" id="{D1495BB2-2D03-4AB3-9FBA-97C6DA72A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I/O</a:t>
            </a:r>
            <a:endParaRPr lang="zh-TW" altLang="en-US" dirty="0"/>
          </a:p>
        </p:txBody>
      </p:sp>
      <p:grpSp>
        <p:nvGrpSpPr>
          <p:cNvPr id="1663" name="群組 1662"/>
          <p:cNvGrpSpPr/>
          <p:nvPr/>
        </p:nvGrpSpPr>
        <p:grpSpPr>
          <a:xfrm>
            <a:off x="1589446" y="2635442"/>
            <a:ext cx="220903" cy="850490"/>
            <a:chOff x="2509034" y="4175887"/>
            <a:chExt cx="220903" cy="850490"/>
          </a:xfrm>
        </p:grpSpPr>
        <p:sp>
          <p:nvSpPr>
            <p:cNvPr id="1664" name="矩形 1663"/>
            <p:cNvSpPr/>
            <p:nvPr/>
          </p:nvSpPr>
          <p:spPr>
            <a:xfrm>
              <a:off x="2509034" y="4175887"/>
              <a:ext cx="220903" cy="85049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65" name="橢圓 1664"/>
            <p:cNvSpPr/>
            <p:nvPr/>
          </p:nvSpPr>
          <p:spPr>
            <a:xfrm>
              <a:off x="2557835" y="4266764"/>
              <a:ext cx="123300" cy="123300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rgbClr val="0070C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66" name="橢圓 1665"/>
            <p:cNvSpPr/>
            <p:nvPr/>
          </p:nvSpPr>
          <p:spPr>
            <a:xfrm>
              <a:off x="2557835" y="4448974"/>
              <a:ext cx="123300" cy="123300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rgbClr val="0070C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67" name="橢圓 1666"/>
            <p:cNvSpPr/>
            <p:nvPr/>
          </p:nvSpPr>
          <p:spPr>
            <a:xfrm>
              <a:off x="2557835" y="4631184"/>
              <a:ext cx="123300" cy="123300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rgbClr val="0070C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68" name="橢圓 1667"/>
            <p:cNvSpPr/>
            <p:nvPr/>
          </p:nvSpPr>
          <p:spPr>
            <a:xfrm>
              <a:off x="2557835" y="4813394"/>
              <a:ext cx="123300" cy="123300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rgbClr val="0070C0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669" name="群組 1668"/>
          <p:cNvGrpSpPr/>
          <p:nvPr/>
        </p:nvGrpSpPr>
        <p:grpSpPr>
          <a:xfrm>
            <a:off x="2658847" y="1166458"/>
            <a:ext cx="282734" cy="284400"/>
            <a:chOff x="7847895" y="3342784"/>
            <a:chExt cx="282734" cy="284400"/>
          </a:xfrm>
        </p:grpSpPr>
        <p:sp>
          <p:nvSpPr>
            <p:cNvPr id="1670" name="圓角矩形 1877">
              <a:extLst>
                <a:ext uri="{FF2B5EF4-FFF2-40B4-BE49-F238E27FC236}">
                  <a16:creationId xmlns:a16="http://schemas.microsoft.com/office/drawing/2014/main" id="{8A73A13E-4693-47FD-B5ED-4D443EAA9DC8}"/>
                </a:ext>
              </a:extLst>
            </p:cNvPr>
            <p:cNvSpPr/>
            <p:nvPr/>
          </p:nvSpPr>
          <p:spPr>
            <a:xfrm>
              <a:off x="7847895" y="3342784"/>
              <a:ext cx="282734" cy="2844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25400" h="1206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71" name="橢圓 1670">
              <a:extLst>
                <a:ext uri="{FF2B5EF4-FFF2-40B4-BE49-F238E27FC236}">
                  <a16:creationId xmlns:a16="http://schemas.microsoft.com/office/drawing/2014/main" id="{DF794F7F-13C5-49B1-A1BE-F55D06A8253A}"/>
                </a:ext>
              </a:extLst>
            </p:cNvPr>
            <p:cNvSpPr/>
            <p:nvPr/>
          </p:nvSpPr>
          <p:spPr>
            <a:xfrm>
              <a:off x="7912200" y="3407922"/>
              <a:ext cx="154125" cy="154125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9050" h="146050" prst="coolSlan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1672" name="矩形 1671">
            <a:extLst>
              <a:ext uri="{FF2B5EF4-FFF2-40B4-BE49-F238E27FC236}">
                <a16:creationId xmlns:a16="http://schemas.microsoft.com/office/drawing/2014/main" id="{668C4954-C901-4905-8C91-944EE27F8A56}"/>
              </a:ext>
            </a:extLst>
          </p:cNvPr>
          <p:cNvSpPr/>
          <p:nvPr/>
        </p:nvSpPr>
        <p:spPr>
          <a:xfrm>
            <a:off x="2198678" y="1661836"/>
            <a:ext cx="1241924" cy="325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Reset / Power Button</a:t>
            </a:r>
            <a:endParaRPr lang="zh-TW" altLang="en-US" sz="1200" dirty="0"/>
          </a:p>
        </p:txBody>
      </p:sp>
      <p:grpSp>
        <p:nvGrpSpPr>
          <p:cNvPr id="1673" name="群組 1672"/>
          <p:cNvGrpSpPr/>
          <p:nvPr/>
        </p:nvGrpSpPr>
        <p:grpSpPr>
          <a:xfrm>
            <a:off x="2684725" y="2304616"/>
            <a:ext cx="270000" cy="271013"/>
            <a:chOff x="9278676" y="3455644"/>
            <a:chExt cx="270000" cy="271013"/>
          </a:xfrm>
        </p:grpSpPr>
        <p:sp>
          <p:nvSpPr>
            <p:cNvPr id="1674" name="圓角矩形 1673"/>
            <p:cNvSpPr/>
            <p:nvPr/>
          </p:nvSpPr>
          <p:spPr>
            <a:xfrm>
              <a:off x="9278676" y="3455644"/>
              <a:ext cx="270000" cy="271013"/>
            </a:xfrm>
            <a:prstGeom prst="round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25400" h="120650" prst="coolSlant"/>
              <a:bevelB w="0" h="114300"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75" name="橢圓 1674"/>
            <p:cNvSpPr/>
            <p:nvPr/>
          </p:nvSpPr>
          <p:spPr>
            <a:xfrm>
              <a:off x="9336614" y="3514088"/>
              <a:ext cx="154125" cy="15412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9050" h="146050" prst="softRound"/>
              <a:bevelB w="0" h="114300"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76" name="橢圓 1675"/>
            <p:cNvSpPr/>
            <p:nvPr/>
          </p:nvSpPr>
          <p:spPr>
            <a:xfrm>
              <a:off x="9390557" y="3568031"/>
              <a:ext cx="46238" cy="46238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1677" name="矩形 1676"/>
          <p:cNvSpPr/>
          <p:nvPr/>
        </p:nvSpPr>
        <p:spPr>
          <a:xfrm>
            <a:off x="2247846" y="2797594"/>
            <a:ext cx="1200259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DC</a:t>
            </a:r>
            <a:r>
              <a:rPr lang="zh-TW" altLang="en-US" sz="1200" dirty="0"/>
              <a:t> </a:t>
            </a:r>
            <a:r>
              <a:rPr lang="en-US" altLang="zh-TW" sz="1200" dirty="0"/>
              <a:t>Jack</a:t>
            </a:r>
            <a:endParaRPr lang="zh-TW" altLang="en-US" sz="1200" dirty="0"/>
          </a:p>
        </p:txBody>
      </p:sp>
      <p:grpSp>
        <p:nvGrpSpPr>
          <p:cNvPr id="1678" name="群組 1677">
            <a:extLst>
              <a:ext uri="{FF2B5EF4-FFF2-40B4-BE49-F238E27FC236}">
                <a16:creationId xmlns:a16="http://schemas.microsoft.com/office/drawing/2014/main" id="{69C7F061-1504-4B82-8159-DC516602EC2E}"/>
              </a:ext>
            </a:extLst>
          </p:cNvPr>
          <p:cNvGrpSpPr>
            <a:grpSpLocks noChangeAspect="1"/>
          </p:cNvGrpSpPr>
          <p:nvPr/>
        </p:nvGrpSpPr>
        <p:grpSpPr>
          <a:xfrm>
            <a:off x="5552221" y="5193245"/>
            <a:ext cx="347391" cy="81037"/>
            <a:chOff x="6708591" y="2688432"/>
            <a:chExt cx="1925138" cy="440531"/>
          </a:xfrm>
        </p:grpSpPr>
        <p:sp>
          <p:nvSpPr>
            <p:cNvPr id="1679" name="圓角矩形 185">
              <a:extLst>
                <a:ext uri="{FF2B5EF4-FFF2-40B4-BE49-F238E27FC236}">
                  <a16:creationId xmlns:a16="http://schemas.microsoft.com/office/drawing/2014/main" id="{1E407225-F09A-464F-A0A5-1E18AD24D990}"/>
                </a:ext>
              </a:extLst>
            </p:cNvPr>
            <p:cNvSpPr/>
            <p:nvPr/>
          </p:nvSpPr>
          <p:spPr>
            <a:xfrm>
              <a:off x="6708591" y="2688432"/>
              <a:ext cx="1925138" cy="440531"/>
            </a:xfrm>
            <a:custGeom>
              <a:avLst/>
              <a:gdLst>
                <a:gd name="connsiteX0" fmla="*/ 0 w 2159828"/>
                <a:gd name="connsiteY0" fmla="*/ 126111 h 756653"/>
                <a:gd name="connsiteX1" fmla="*/ 126111 w 2159828"/>
                <a:gd name="connsiteY1" fmla="*/ 0 h 756653"/>
                <a:gd name="connsiteX2" fmla="*/ 2033717 w 2159828"/>
                <a:gd name="connsiteY2" fmla="*/ 0 h 756653"/>
                <a:gd name="connsiteX3" fmla="*/ 2159828 w 2159828"/>
                <a:gd name="connsiteY3" fmla="*/ 126111 h 756653"/>
                <a:gd name="connsiteX4" fmla="*/ 2159828 w 2159828"/>
                <a:gd name="connsiteY4" fmla="*/ 630542 h 756653"/>
                <a:gd name="connsiteX5" fmla="*/ 2033717 w 2159828"/>
                <a:gd name="connsiteY5" fmla="*/ 756653 h 756653"/>
                <a:gd name="connsiteX6" fmla="*/ 126111 w 2159828"/>
                <a:gd name="connsiteY6" fmla="*/ 756653 h 756653"/>
                <a:gd name="connsiteX7" fmla="*/ 0 w 2159828"/>
                <a:gd name="connsiteY7" fmla="*/ 630542 h 756653"/>
                <a:gd name="connsiteX8" fmla="*/ 0 w 2159828"/>
                <a:gd name="connsiteY8" fmla="*/ 126111 h 756653"/>
                <a:gd name="connsiteX0" fmla="*/ 0 w 2159828"/>
                <a:gd name="connsiteY0" fmla="*/ 126111 h 756653"/>
                <a:gd name="connsiteX1" fmla="*/ 126111 w 2159828"/>
                <a:gd name="connsiteY1" fmla="*/ 0 h 756653"/>
                <a:gd name="connsiteX2" fmla="*/ 2033717 w 2159828"/>
                <a:gd name="connsiteY2" fmla="*/ 0 h 756653"/>
                <a:gd name="connsiteX3" fmla="*/ 2159828 w 2159828"/>
                <a:gd name="connsiteY3" fmla="*/ 126111 h 756653"/>
                <a:gd name="connsiteX4" fmla="*/ 2159828 w 2159828"/>
                <a:gd name="connsiteY4" fmla="*/ 630542 h 756653"/>
                <a:gd name="connsiteX5" fmla="*/ 2033717 w 2159828"/>
                <a:gd name="connsiteY5" fmla="*/ 756653 h 756653"/>
                <a:gd name="connsiteX6" fmla="*/ 126111 w 2159828"/>
                <a:gd name="connsiteY6" fmla="*/ 756653 h 756653"/>
                <a:gd name="connsiteX7" fmla="*/ 0 w 2159828"/>
                <a:gd name="connsiteY7" fmla="*/ 630542 h 756653"/>
                <a:gd name="connsiteX8" fmla="*/ 0 w 2159828"/>
                <a:gd name="connsiteY8" fmla="*/ 126111 h 756653"/>
                <a:gd name="connsiteX0" fmla="*/ 0 w 2159828"/>
                <a:gd name="connsiteY0" fmla="*/ 126111 h 756653"/>
                <a:gd name="connsiteX1" fmla="*/ 126111 w 2159828"/>
                <a:gd name="connsiteY1" fmla="*/ 0 h 756653"/>
                <a:gd name="connsiteX2" fmla="*/ 2033717 w 2159828"/>
                <a:gd name="connsiteY2" fmla="*/ 0 h 756653"/>
                <a:gd name="connsiteX3" fmla="*/ 2159828 w 2159828"/>
                <a:gd name="connsiteY3" fmla="*/ 126111 h 756653"/>
                <a:gd name="connsiteX4" fmla="*/ 2159828 w 2159828"/>
                <a:gd name="connsiteY4" fmla="*/ 630542 h 756653"/>
                <a:gd name="connsiteX5" fmla="*/ 2033717 w 2159828"/>
                <a:gd name="connsiteY5" fmla="*/ 756653 h 756653"/>
                <a:gd name="connsiteX6" fmla="*/ 126111 w 2159828"/>
                <a:gd name="connsiteY6" fmla="*/ 756653 h 756653"/>
                <a:gd name="connsiteX7" fmla="*/ 0 w 2159828"/>
                <a:gd name="connsiteY7" fmla="*/ 630542 h 756653"/>
                <a:gd name="connsiteX8" fmla="*/ 0 w 2159828"/>
                <a:gd name="connsiteY8" fmla="*/ 126111 h 756653"/>
                <a:gd name="connsiteX0" fmla="*/ 0 w 2159828"/>
                <a:gd name="connsiteY0" fmla="*/ 126111 h 756653"/>
                <a:gd name="connsiteX1" fmla="*/ 126111 w 2159828"/>
                <a:gd name="connsiteY1" fmla="*/ 0 h 756653"/>
                <a:gd name="connsiteX2" fmla="*/ 2033717 w 2159828"/>
                <a:gd name="connsiteY2" fmla="*/ 0 h 756653"/>
                <a:gd name="connsiteX3" fmla="*/ 2159828 w 2159828"/>
                <a:gd name="connsiteY3" fmla="*/ 126111 h 756653"/>
                <a:gd name="connsiteX4" fmla="*/ 2159828 w 2159828"/>
                <a:gd name="connsiteY4" fmla="*/ 630542 h 756653"/>
                <a:gd name="connsiteX5" fmla="*/ 2033717 w 2159828"/>
                <a:gd name="connsiteY5" fmla="*/ 756653 h 756653"/>
                <a:gd name="connsiteX6" fmla="*/ 126111 w 2159828"/>
                <a:gd name="connsiteY6" fmla="*/ 756653 h 756653"/>
                <a:gd name="connsiteX7" fmla="*/ 0 w 2159828"/>
                <a:gd name="connsiteY7" fmla="*/ 396699 h 756653"/>
                <a:gd name="connsiteX8" fmla="*/ 0 w 2159828"/>
                <a:gd name="connsiteY8" fmla="*/ 126111 h 756653"/>
                <a:gd name="connsiteX0" fmla="*/ 0 w 2165163"/>
                <a:gd name="connsiteY0" fmla="*/ 126111 h 756653"/>
                <a:gd name="connsiteX1" fmla="*/ 126111 w 2165163"/>
                <a:gd name="connsiteY1" fmla="*/ 0 h 756653"/>
                <a:gd name="connsiteX2" fmla="*/ 2033717 w 2165163"/>
                <a:gd name="connsiteY2" fmla="*/ 0 h 756653"/>
                <a:gd name="connsiteX3" fmla="*/ 2159828 w 2165163"/>
                <a:gd name="connsiteY3" fmla="*/ 126111 h 756653"/>
                <a:gd name="connsiteX4" fmla="*/ 2165163 w 2165163"/>
                <a:gd name="connsiteY4" fmla="*/ 371821 h 756653"/>
                <a:gd name="connsiteX5" fmla="*/ 2033717 w 2165163"/>
                <a:gd name="connsiteY5" fmla="*/ 756653 h 756653"/>
                <a:gd name="connsiteX6" fmla="*/ 126111 w 2165163"/>
                <a:gd name="connsiteY6" fmla="*/ 756653 h 756653"/>
                <a:gd name="connsiteX7" fmla="*/ 0 w 2165163"/>
                <a:gd name="connsiteY7" fmla="*/ 396699 h 756653"/>
                <a:gd name="connsiteX8" fmla="*/ 0 w 2165163"/>
                <a:gd name="connsiteY8" fmla="*/ 126111 h 756653"/>
                <a:gd name="connsiteX0" fmla="*/ 0 w 2165163"/>
                <a:gd name="connsiteY0" fmla="*/ 126111 h 756653"/>
                <a:gd name="connsiteX1" fmla="*/ 126111 w 2165163"/>
                <a:gd name="connsiteY1" fmla="*/ 0 h 756653"/>
                <a:gd name="connsiteX2" fmla="*/ 2033717 w 2165163"/>
                <a:gd name="connsiteY2" fmla="*/ 0 h 756653"/>
                <a:gd name="connsiteX3" fmla="*/ 2159828 w 2165163"/>
                <a:gd name="connsiteY3" fmla="*/ 126111 h 756653"/>
                <a:gd name="connsiteX4" fmla="*/ 2165163 w 2165163"/>
                <a:gd name="connsiteY4" fmla="*/ 371821 h 756653"/>
                <a:gd name="connsiteX5" fmla="*/ 2033717 w 2165163"/>
                <a:gd name="connsiteY5" fmla="*/ 756653 h 756653"/>
                <a:gd name="connsiteX6" fmla="*/ 126111 w 2165163"/>
                <a:gd name="connsiteY6" fmla="*/ 756653 h 756653"/>
                <a:gd name="connsiteX7" fmla="*/ 0 w 2165163"/>
                <a:gd name="connsiteY7" fmla="*/ 381772 h 756653"/>
                <a:gd name="connsiteX8" fmla="*/ 0 w 2165163"/>
                <a:gd name="connsiteY8" fmla="*/ 126111 h 756653"/>
                <a:gd name="connsiteX0" fmla="*/ 0 w 2165163"/>
                <a:gd name="connsiteY0" fmla="*/ 126111 h 759140"/>
                <a:gd name="connsiteX1" fmla="*/ 126111 w 2165163"/>
                <a:gd name="connsiteY1" fmla="*/ 0 h 759140"/>
                <a:gd name="connsiteX2" fmla="*/ 2033717 w 2165163"/>
                <a:gd name="connsiteY2" fmla="*/ 0 h 759140"/>
                <a:gd name="connsiteX3" fmla="*/ 2159828 w 2165163"/>
                <a:gd name="connsiteY3" fmla="*/ 126111 h 759140"/>
                <a:gd name="connsiteX4" fmla="*/ 2165163 w 2165163"/>
                <a:gd name="connsiteY4" fmla="*/ 371821 h 759140"/>
                <a:gd name="connsiteX5" fmla="*/ 2033717 w 2165163"/>
                <a:gd name="connsiteY5" fmla="*/ 756653 h 759140"/>
                <a:gd name="connsiteX6" fmla="*/ 462280 w 2165163"/>
                <a:gd name="connsiteY6" fmla="*/ 759140 h 759140"/>
                <a:gd name="connsiteX7" fmla="*/ 0 w 2165163"/>
                <a:gd name="connsiteY7" fmla="*/ 381772 h 759140"/>
                <a:gd name="connsiteX8" fmla="*/ 0 w 2165163"/>
                <a:gd name="connsiteY8" fmla="*/ 126111 h 759140"/>
                <a:gd name="connsiteX0" fmla="*/ 0 w 2165163"/>
                <a:gd name="connsiteY0" fmla="*/ 126111 h 759140"/>
                <a:gd name="connsiteX1" fmla="*/ 126111 w 2165163"/>
                <a:gd name="connsiteY1" fmla="*/ 0 h 759140"/>
                <a:gd name="connsiteX2" fmla="*/ 2033717 w 2165163"/>
                <a:gd name="connsiteY2" fmla="*/ 0 h 759140"/>
                <a:gd name="connsiteX3" fmla="*/ 2159828 w 2165163"/>
                <a:gd name="connsiteY3" fmla="*/ 126111 h 759140"/>
                <a:gd name="connsiteX4" fmla="*/ 2165163 w 2165163"/>
                <a:gd name="connsiteY4" fmla="*/ 371821 h 759140"/>
                <a:gd name="connsiteX5" fmla="*/ 1740236 w 2165163"/>
                <a:gd name="connsiteY5" fmla="*/ 756653 h 759140"/>
                <a:gd name="connsiteX6" fmla="*/ 462280 w 2165163"/>
                <a:gd name="connsiteY6" fmla="*/ 759140 h 759140"/>
                <a:gd name="connsiteX7" fmla="*/ 0 w 2165163"/>
                <a:gd name="connsiteY7" fmla="*/ 381772 h 759140"/>
                <a:gd name="connsiteX8" fmla="*/ 0 w 2165163"/>
                <a:gd name="connsiteY8" fmla="*/ 126111 h 75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5163" h="759140">
                  <a:moveTo>
                    <a:pt x="0" y="126111"/>
                  </a:moveTo>
                  <a:cubicBezTo>
                    <a:pt x="0" y="56462"/>
                    <a:pt x="56462" y="0"/>
                    <a:pt x="126111" y="0"/>
                  </a:cubicBezTo>
                  <a:lnTo>
                    <a:pt x="2033717" y="0"/>
                  </a:lnTo>
                  <a:cubicBezTo>
                    <a:pt x="2103366" y="0"/>
                    <a:pt x="2159828" y="56462"/>
                    <a:pt x="2159828" y="126111"/>
                  </a:cubicBezTo>
                  <a:lnTo>
                    <a:pt x="2165163" y="371821"/>
                  </a:lnTo>
                  <a:lnTo>
                    <a:pt x="1740236" y="756653"/>
                  </a:lnTo>
                  <a:lnTo>
                    <a:pt x="462280" y="759140"/>
                  </a:lnTo>
                  <a:lnTo>
                    <a:pt x="0" y="381772"/>
                  </a:lnTo>
                  <a:lnTo>
                    <a:pt x="0" y="126111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31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80" name="圓角矩形 185">
              <a:extLst>
                <a:ext uri="{FF2B5EF4-FFF2-40B4-BE49-F238E27FC236}">
                  <a16:creationId xmlns:a16="http://schemas.microsoft.com/office/drawing/2014/main" id="{2D58A3F3-B206-4DD2-BA9D-440E51F14A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55369" y="2708188"/>
              <a:ext cx="1821893" cy="388354"/>
            </a:xfrm>
            <a:custGeom>
              <a:avLst/>
              <a:gdLst>
                <a:gd name="connsiteX0" fmla="*/ 0 w 2159828"/>
                <a:gd name="connsiteY0" fmla="*/ 126111 h 756653"/>
                <a:gd name="connsiteX1" fmla="*/ 126111 w 2159828"/>
                <a:gd name="connsiteY1" fmla="*/ 0 h 756653"/>
                <a:gd name="connsiteX2" fmla="*/ 2033717 w 2159828"/>
                <a:gd name="connsiteY2" fmla="*/ 0 h 756653"/>
                <a:gd name="connsiteX3" fmla="*/ 2159828 w 2159828"/>
                <a:gd name="connsiteY3" fmla="*/ 126111 h 756653"/>
                <a:gd name="connsiteX4" fmla="*/ 2159828 w 2159828"/>
                <a:gd name="connsiteY4" fmla="*/ 630542 h 756653"/>
                <a:gd name="connsiteX5" fmla="*/ 2033717 w 2159828"/>
                <a:gd name="connsiteY5" fmla="*/ 756653 h 756653"/>
                <a:gd name="connsiteX6" fmla="*/ 126111 w 2159828"/>
                <a:gd name="connsiteY6" fmla="*/ 756653 h 756653"/>
                <a:gd name="connsiteX7" fmla="*/ 0 w 2159828"/>
                <a:gd name="connsiteY7" fmla="*/ 630542 h 756653"/>
                <a:gd name="connsiteX8" fmla="*/ 0 w 2159828"/>
                <a:gd name="connsiteY8" fmla="*/ 126111 h 756653"/>
                <a:gd name="connsiteX0" fmla="*/ 0 w 2159828"/>
                <a:gd name="connsiteY0" fmla="*/ 126111 h 756653"/>
                <a:gd name="connsiteX1" fmla="*/ 126111 w 2159828"/>
                <a:gd name="connsiteY1" fmla="*/ 0 h 756653"/>
                <a:gd name="connsiteX2" fmla="*/ 2033717 w 2159828"/>
                <a:gd name="connsiteY2" fmla="*/ 0 h 756653"/>
                <a:gd name="connsiteX3" fmla="*/ 2159828 w 2159828"/>
                <a:gd name="connsiteY3" fmla="*/ 126111 h 756653"/>
                <a:gd name="connsiteX4" fmla="*/ 2159828 w 2159828"/>
                <a:gd name="connsiteY4" fmla="*/ 630542 h 756653"/>
                <a:gd name="connsiteX5" fmla="*/ 2033717 w 2159828"/>
                <a:gd name="connsiteY5" fmla="*/ 756653 h 756653"/>
                <a:gd name="connsiteX6" fmla="*/ 126111 w 2159828"/>
                <a:gd name="connsiteY6" fmla="*/ 756653 h 756653"/>
                <a:gd name="connsiteX7" fmla="*/ 0 w 2159828"/>
                <a:gd name="connsiteY7" fmla="*/ 630542 h 756653"/>
                <a:gd name="connsiteX8" fmla="*/ 0 w 2159828"/>
                <a:gd name="connsiteY8" fmla="*/ 126111 h 756653"/>
                <a:gd name="connsiteX0" fmla="*/ 0 w 2159828"/>
                <a:gd name="connsiteY0" fmla="*/ 126111 h 756653"/>
                <a:gd name="connsiteX1" fmla="*/ 126111 w 2159828"/>
                <a:gd name="connsiteY1" fmla="*/ 0 h 756653"/>
                <a:gd name="connsiteX2" fmla="*/ 2033717 w 2159828"/>
                <a:gd name="connsiteY2" fmla="*/ 0 h 756653"/>
                <a:gd name="connsiteX3" fmla="*/ 2159828 w 2159828"/>
                <a:gd name="connsiteY3" fmla="*/ 126111 h 756653"/>
                <a:gd name="connsiteX4" fmla="*/ 2159828 w 2159828"/>
                <a:gd name="connsiteY4" fmla="*/ 630542 h 756653"/>
                <a:gd name="connsiteX5" fmla="*/ 2033717 w 2159828"/>
                <a:gd name="connsiteY5" fmla="*/ 756653 h 756653"/>
                <a:gd name="connsiteX6" fmla="*/ 126111 w 2159828"/>
                <a:gd name="connsiteY6" fmla="*/ 756653 h 756653"/>
                <a:gd name="connsiteX7" fmla="*/ 0 w 2159828"/>
                <a:gd name="connsiteY7" fmla="*/ 630542 h 756653"/>
                <a:gd name="connsiteX8" fmla="*/ 0 w 2159828"/>
                <a:gd name="connsiteY8" fmla="*/ 126111 h 756653"/>
                <a:gd name="connsiteX0" fmla="*/ 0 w 2159828"/>
                <a:gd name="connsiteY0" fmla="*/ 126111 h 756653"/>
                <a:gd name="connsiteX1" fmla="*/ 126111 w 2159828"/>
                <a:gd name="connsiteY1" fmla="*/ 0 h 756653"/>
                <a:gd name="connsiteX2" fmla="*/ 2033717 w 2159828"/>
                <a:gd name="connsiteY2" fmla="*/ 0 h 756653"/>
                <a:gd name="connsiteX3" fmla="*/ 2159828 w 2159828"/>
                <a:gd name="connsiteY3" fmla="*/ 126111 h 756653"/>
                <a:gd name="connsiteX4" fmla="*/ 2159828 w 2159828"/>
                <a:gd name="connsiteY4" fmla="*/ 630542 h 756653"/>
                <a:gd name="connsiteX5" fmla="*/ 2033717 w 2159828"/>
                <a:gd name="connsiteY5" fmla="*/ 756653 h 756653"/>
                <a:gd name="connsiteX6" fmla="*/ 126111 w 2159828"/>
                <a:gd name="connsiteY6" fmla="*/ 756653 h 756653"/>
                <a:gd name="connsiteX7" fmla="*/ 0 w 2159828"/>
                <a:gd name="connsiteY7" fmla="*/ 396699 h 756653"/>
                <a:gd name="connsiteX8" fmla="*/ 0 w 2159828"/>
                <a:gd name="connsiteY8" fmla="*/ 126111 h 756653"/>
                <a:gd name="connsiteX0" fmla="*/ 0 w 2165163"/>
                <a:gd name="connsiteY0" fmla="*/ 126111 h 756653"/>
                <a:gd name="connsiteX1" fmla="*/ 126111 w 2165163"/>
                <a:gd name="connsiteY1" fmla="*/ 0 h 756653"/>
                <a:gd name="connsiteX2" fmla="*/ 2033717 w 2165163"/>
                <a:gd name="connsiteY2" fmla="*/ 0 h 756653"/>
                <a:gd name="connsiteX3" fmla="*/ 2159828 w 2165163"/>
                <a:gd name="connsiteY3" fmla="*/ 126111 h 756653"/>
                <a:gd name="connsiteX4" fmla="*/ 2165163 w 2165163"/>
                <a:gd name="connsiteY4" fmla="*/ 371821 h 756653"/>
                <a:gd name="connsiteX5" fmla="*/ 2033717 w 2165163"/>
                <a:gd name="connsiteY5" fmla="*/ 756653 h 756653"/>
                <a:gd name="connsiteX6" fmla="*/ 126111 w 2165163"/>
                <a:gd name="connsiteY6" fmla="*/ 756653 h 756653"/>
                <a:gd name="connsiteX7" fmla="*/ 0 w 2165163"/>
                <a:gd name="connsiteY7" fmla="*/ 396699 h 756653"/>
                <a:gd name="connsiteX8" fmla="*/ 0 w 2165163"/>
                <a:gd name="connsiteY8" fmla="*/ 126111 h 756653"/>
                <a:gd name="connsiteX0" fmla="*/ 0 w 2165163"/>
                <a:gd name="connsiteY0" fmla="*/ 126111 h 756653"/>
                <a:gd name="connsiteX1" fmla="*/ 126111 w 2165163"/>
                <a:gd name="connsiteY1" fmla="*/ 0 h 756653"/>
                <a:gd name="connsiteX2" fmla="*/ 2033717 w 2165163"/>
                <a:gd name="connsiteY2" fmla="*/ 0 h 756653"/>
                <a:gd name="connsiteX3" fmla="*/ 2159828 w 2165163"/>
                <a:gd name="connsiteY3" fmla="*/ 126111 h 756653"/>
                <a:gd name="connsiteX4" fmla="*/ 2165163 w 2165163"/>
                <a:gd name="connsiteY4" fmla="*/ 371821 h 756653"/>
                <a:gd name="connsiteX5" fmla="*/ 2033717 w 2165163"/>
                <a:gd name="connsiteY5" fmla="*/ 756653 h 756653"/>
                <a:gd name="connsiteX6" fmla="*/ 126111 w 2165163"/>
                <a:gd name="connsiteY6" fmla="*/ 756653 h 756653"/>
                <a:gd name="connsiteX7" fmla="*/ 0 w 2165163"/>
                <a:gd name="connsiteY7" fmla="*/ 381772 h 756653"/>
                <a:gd name="connsiteX8" fmla="*/ 0 w 2165163"/>
                <a:gd name="connsiteY8" fmla="*/ 126111 h 756653"/>
                <a:gd name="connsiteX0" fmla="*/ 0 w 2165163"/>
                <a:gd name="connsiteY0" fmla="*/ 126111 h 759140"/>
                <a:gd name="connsiteX1" fmla="*/ 126111 w 2165163"/>
                <a:gd name="connsiteY1" fmla="*/ 0 h 759140"/>
                <a:gd name="connsiteX2" fmla="*/ 2033717 w 2165163"/>
                <a:gd name="connsiteY2" fmla="*/ 0 h 759140"/>
                <a:gd name="connsiteX3" fmla="*/ 2159828 w 2165163"/>
                <a:gd name="connsiteY3" fmla="*/ 126111 h 759140"/>
                <a:gd name="connsiteX4" fmla="*/ 2165163 w 2165163"/>
                <a:gd name="connsiteY4" fmla="*/ 371821 h 759140"/>
                <a:gd name="connsiteX5" fmla="*/ 2033717 w 2165163"/>
                <a:gd name="connsiteY5" fmla="*/ 756653 h 759140"/>
                <a:gd name="connsiteX6" fmla="*/ 462280 w 2165163"/>
                <a:gd name="connsiteY6" fmla="*/ 759140 h 759140"/>
                <a:gd name="connsiteX7" fmla="*/ 0 w 2165163"/>
                <a:gd name="connsiteY7" fmla="*/ 381772 h 759140"/>
                <a:gd name="connsiteX8" fmla="*/ 0 w 2165163"/>
                <a:gd name="connsiteY8" fmla="*/ 126111 h 759140"/>
                <a:gd name="connsiteX0" fmla="*/ 0 w 2165163"/>
                <a:gd name="connsiteY0" fmla="*/ 126111 h 759140"/>
                <a:gd name="connsiteX1" fmla="*/ 126111 w 2165163"/>
                <a:gd name="connsiteY1" fmla="*/ 0 h 759140"/>
                <a:gd name="connsiteX2" fmla="*/ 2033717 w 2165163"/>
                <a:gd name="connsiteY2" fmla="*/ 0 h 759140"/>
                <a:gd name="connsiteX3" fmla="*/ 2159828 w 2165163"/>
                <a:gd name="connsiteY3" fmla="*/ 126111 h 759140"/>
                <a:gd name="connsiteX4" fmla="*/ 2165163 w 2165163"/>
                <a:gd name="connsiteY4" fmla="*/ 371821 h 759140"/>
                <a:gd name="connsiteX5" fmla="*/ 1740236 w 2165163"/>
                <a:gd name="connsiteY5" fmla="*/ 756653 h 759140"/>
                <a:gd name="connsiteX6" fmla="*/ 462280 w 2165163"/>
                <a:gd name="connsiteY6" fmla="*/ 759140 h 759140"/>
                <a:gd name="connsiteX7" fmla="*/ 0 w 2165163"/>
                <a:gd name="connsiteY7" fmla="*/ 381772 h 759140"/>
                <a:gd name="connsiteX8" fmla="*/ 0 w 2165163"/>
                <a:gd name="connsiteY8" fmla="*/ 126111 h 759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5163" h="759140">
                  <a:moveTo>
                    <a:pt x="0" y="126111"/>
                  </a:moveTo>
                  <a:cubicBezTo>
                    <a:pt x="0" y="56462"/>
                    <a:pt x="56462" y="0"/>
                    <a:pt x="126111" y="0"/>
                  </a:cubicBezTo>
                  <a:lnTo>
                    <a:pt x="2033717" y="0"/>
                  </a:lnTo>
                  <a:cubicBezTo>
                    <a:pt x="2103366" y="0"/>
                    <a:pt x="2159828" y="56462"/>
                    <a:pt x="2159828" y="126111"/>
                  </a:cubicBezTo>
                  <a:lnTo>
                    <a:pt x="2165163" y="371821"/>
                  </a:lnTo>
                  <a:lnTo>
                    <a:pt x="1740236" y="756653"/>
                  </a:lnTo>
                  <a:lnTo>
                    <a:pt x="462280" y="759140"/>
                  </a:lnTo>
                  <a:lnTo>
                    <a:pt x="0" y="381772"/>
                  </a:lnTo>
                  <a:lnTo>
                    <a:pt x="0" y="126111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81" name="矩形 1680">
              <a:extLst>
                <a:ext uri="{FF2B5EF4-FFF2-40B4-BE49-F238E27FC236}">
                  <a16:creationId xmlns:a16="http://schemas.microsoft.com/office/drawing/2014/main" id="{072233E2-6109-42C9-B6DB-0109ACCFEF35}"/>
                </a:ext>
              </a:extLst>
            </p:cNvPr>
            <p:cNvSpPr/>
            <p:nvPr/>
          </p:nvSpPr>
          <p:spPr>
            <a:xfrm>
              <a:off x="7225100" y="2710506"/>
              <a:ext cx="896882" cy="16192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cxnSp>
          <p:nvCxnSpPr>
            <p:cNvPr id="1682" name="直線接點 1681">
              <a:extLst>
                <a:ext uri="{FF2B5EF4-FFF2-40B4-BE49-F238E27FC236}">
                  <a16:creationId xmlns:a16="http://schemas.microsoft.com/office/drawing/2014/main" id="{5DD7C2C3-2E5B-4362-9CFC-76ABCF97243C}"/>
                </a:ext>
              </a:extLst>
            </p:cNvPr>
            <p:cNvCxnSpPr/>
            <p:nvPr/>
          </p:nvCxnSpPr>
          <p:spPr>
            <a:xfrm>
              <a:off x="7358062" y="2809814"/>
              <a:ext cx="0" cy="112278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3" name="直線接點 1682">
              <a:extLst>
                <a:ext uri="{FF2B5EF4-FFF2-40B4-BE49-F238E27FC236}">
                  <a16:creationId xmlns:a16="http://schemas.microsoft.com/office/drawing/2014/main" id="{4BE4B938-8010-47FB-984E-8D3BA7FB0B70}"/>
                </a:ext>
              </a:extLst>
            </p:cNvPr>
            <p:cNvCxnSpPr/>
            <p:nvPr/>
          </p:nvCxnSpPr>
          <p:spPr>
            <a:xfrm>
              <a:off x="7512843" y="2809814"/>
              <a:ext cx="0" cy="112278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4" name="直線接點 1683">
              <a:extLst>
                <a:ext uri="{FF2B5EF4-FFF2-40B4-BE49-F238E27FC236}">
                  <a16:creationId xmlns:a16="http://schemas.microsoft.com/office/drawing/2014/main" id="{DD39DAED-5DCE-44F3-ACFD-21EEB309758B}"/>
                </a:ext>
              </a:extLst>
            </p:cNvPr>
            <p:cNvCxnSpPr/>
            <p:nvPr/>
          </p:nvCxnSpPr>
          <p:spPr>
            <a:xfrm>
              <a:off x="7667624" y="2809814"/>
              <a:ext cx="0" cy="112278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5" name="直線接點 1684">
              <a:extLst>
                <a:ext uri="{FF2B5EF4-FFF2-40B4-BE49-F238E27FC236}">
                  <a16:creationId xmlns:a16="http://schemas.microsoft.com/office/drawing/2014/main" id="{D2282874-183B-4D9A-B644-ACD50E536E99}"/>
                </a:ext>
              </a:extLst>
            </p:cNvPr>
            <p:cNvCxnSpPr/>
            <p:nvPr/>
          </p:nvCxnSpPr>
          <p:spPr>
            <a:xfrm>
              <a:off x="7822405" y="2809814"/>
              <a:ext cx="0" cy="112278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6" name="直線接點 1685">
              <a:extLst>
                <a:ext uri="{FF2B5EF4-FFF2-40B4-BE49-F238E27FC236}">
                  <a16:creationId xmlns:a16="http://schemas.microsoft.com/office/drawing/2014/main" id="{CF438408-5C58-4CFE-99A5-C0162F05E4D3}"/>
                </a:ext>
              </a:extLst>
            </p:cNvPr>
            <p:cNvCxnSpPr/>
            <p:nvPr/>
          </p:nvCxnSpPr>
          <p:spPr>
            <a:xfrm>
              <a:off x="7977187" y="2809814"/>
              <a:ext cx="0" cy="112278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87" name="矩形 1686">
            <a:extLst>
              <a:ext uri="{FF2B5EF4-FFF2-40B4-BE49-F238E27FC236}">
                <a16:creationId xmlns:a16="http://schemas.microsoft.com/office/drawing/2014/main" id="{C9ABEE93-1D79-4CA6-A499-448AA9468BE8}"/>
              </a:ext>
            </a:extLst>
          </p:cNvPr>
          <p:cNvSpPr/>
          <p:nvPr/>
        </p:nvSpPr>
        <p:spPr>
          <a:xfrm>
            <a:off x="5312748" y="5435449"/>
            <a:ext cx="810617" cy="2160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HDMI</a:t>
            </a:r>
            <a:endParaRPr lang="zh-TW" altLang="en-US" sz="1200" dirty="0"/>
          </a:p>
        </p:txBody>
      </p:sp>
      <p:grpSp>
        <p:nvGrpSpPr>
          <p:cNvPr id="1688" name="群組 1687"/>
          <p:cNvGrpSpPr>
            <a:grpSpLocks noChangeAspect="1"/>
          </p:cNvGrpSpPr>
          <p:nvPr/>
        </p:nvGrpSpPr>
        <p:grpSpPr>
          <a:xfrm>
            <a:off x="8602114" y="4654090"/>
            <a:ext cx="772435" cy="649691"/>
            <a:chOff x="2225690" y="4951247"/>
            <a:chExt cx="720349" cy="605881"/>
          </a:xfrm>
        </p:grpSpPr>
        <p:sp>
          <p:nvSpPr>
            <p:cNvPr id="1689" name="矩形 1688"/>
            <p:cNvSpPr/>
            <p:nvPr/>
          </p:nvSpPr>
          <p:spPr>
            <a:xfrm rot="5400000">
              <a:off x="2163266" y="5013671"/>
              <a:ext cx="280481" cy="15563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ACB678"/>
              </a:solidFill>
            </a:ln>
            <a:scene3d>
              <a:camera prst="orthographicFront"/>
              <a:lightRig rig="threePt" dir="t"/>
            </a:scene3d>
            <a:sp3d>
              <a:bevelT w="254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90" name="矩形 1689"/>
            <p:cNvSpPr/>
            <p:nvPr/>
          </p:nvSpPr>
          <p:spPr>
            <a:xfrm rot="5400000">
              <a:off x="2155033" y="5330612"/>
              <a:ext cx="297391" cy="155635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ACB678"/>
              </a:solidFill>
            </a:ln>
            <a:scene3d>
              <a:camera prst="orthographicFront"/>
              <a:lightRig rig="threePt" dir="t"/>
            </a:scene3d>
            <a:sp3d>
              <a:bevelT w="254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91" name="矩形 1690"/>
            <p:cNvSpPr/>
            <p:nvPr/>
          </p:nvSpPr>
          <p:spPr>
            <a:xfrm rot="5400000">
              <a:off x="2351429" y="5013671"/>
              <a:ext cx="280481" cy="155635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ACB678"/>
              </a:solidFill>
            </a:ln>
            <a:scene3d>
              <a:camera prst="orthographicFront"/>
              <a:lightRig rig="threePt" dir="t"/>
            </a:scene3d>
            <a:sp3d>
              <a:bevelT w="254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92" name="矩形 1691"/>
            <p:cNvSpPr/>
            <p:nvPr/>
          </p:nvSpPr>
          <p:spPr>
            <a:xfrm rot="5400000">
              <a:off x="2343197" y="5330612"/>
              <a:ext cx="297391" cy="155635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ACB678"/>
              </a:solidFill>
            </a:ln>
            <a:scene3d>
              <a:camera prst="orthographicFront"/>
              <a:lightRig rig="threePt" dir="t"/>
            </a:scene3d>
            <a:sp3d>
              <a:bevelT w="254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93" name="矩形 1692"/>
            <p:cNvSpPr/>
            <p:nvPr/>
          </p:nvSpPr>
          <p:spPr>
            <a:xfrm rot="5400000">
              <a:off x="2539593" y="5013671"/>
              <a:ext cx="280481" cy="155635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ACB678"/>
              </a:solidFill>
            </a:ln>
            <a:scene3d>
              <a:camera prst="orthographicFront"/>
              <a:lightRig rig="threePt" dir="t"/>
            </a:scene3d>
            <a:sp3d>
              <a:bevelT w="254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94" name="矩形 1693"/>
            <p:cNvSpPr/>
            <p:nvPr/>
          </p:nvSpPr>
          <p:spPr>
            <a:xfrm rot="5400000">
              <a:off x="2531360" y="5330612"/>
              <a:ext cx="297391" cy="155635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ACB678"/>
              </a:solidFill>
            </a:ln>
            <a:scene3d>
              <a:camera prst="orthographicFront"/>
              <a:lightRig rig="threePt" dir="t"/>
            </a:scene3d>
            <a:sp3d>
              <a:bevelT w="254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95" name="矩形 1694"/>
            <p:cNvSpPr/>
            <p:nvPr/>
          </p:nvSpPr>
          <p:spPr>
            <a:xfrm rot="5400000">
              <a:off x="2727757" y="5013671"/>
              <a:ext cx="280481" cy="155635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ACB678"/>
              </a:solidFill>
            </a:ln>
            <a:scene3d>
              <a:camera prst="orthographicFront"/>
              <a:lightRig rig="threePt" dir="t"/>
            </a:scene3d>
            <a:sp3d>
              <a:bevelT w="254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96" name="矩形 1695"/>
            <p:cNvSpPr/>
            <p:nvPr/>
          </p:nvSpPr>
          <p:spPr>
            <a:xfrm rot="5400000">
              <a:off x="2719526" y="5330615"/>
              <a:ext cx="297391" cy="155635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ACB678"/>
              </a:solidFill>
            </a:ln>
            <a:scene3d>
              <a:camera prst="orthographicFront"/>
              <a:lightRig rig="threePt" dir="t"/>
            </a:scene3d>
            <a:sp3d>
              <a:bevelT w="254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697" name="群組 1696"/>
          <p:cNvGrpSpPr>
            <a:grpSpLocks noChangeAspect="1"/>
          </p:cNvGrpSpPr>
          <p:nvPr/>
        </p:nvGrpSpPr>
        <p:grpSpPr>
          <a:xfrm>
            <a:off x="9574856" y="4654088"/>
            <a:ext cx="368896" cy="649688"/>
            <a:chOff x="2225690" y="4951247"/>
            <a:chExt cx="344020" cy="605878"/>
          </a:xfrm>
        </p:grpSpPr>
        <p:sp>
          <p:nvSpPr>
            <p:cNvPr id="1698" name="矩形 1697"/>
            <p:cNvSpPr/>
            <p:nvPr/>
          </p:nvSpPr>
          <p:spPr>
            <a:xfrm rot="5400000">
              <a:off x="2163266" y="5013671"/>
              <a:ext cx="280481" cy="155634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ACB678"/>
              </a:solidFill>
            </a:ln>
            <a:scene3d>
              <a:camera prst="orthographicFront"/>
              <a:lightRig rig="threePt" dir="t"/>
            </a:scene3d>
            <a:sp3d>
              <a:bevelT w="254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99" name="矩形 1698"/>
            <p:cNvSpPr/>
            <p:nvPr/>
          </p:nvSpPr>
          <p:spPr>
            <a:xfrm rot="5400000">
              <a:off x="2155033" y="5330612"/>
              <a:ext cx="297391" cy="155635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ACB678"/>
              </a:solidFill>
            </a:ln>
            <a:scene3d>
              <a:camera prst="orthographicFront"/>
              <a:lightRig rig="threePt" dir="t"/>
            </a:scene3d>
            <a:sp3d>
              <a:bevelT w="254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700" name="矩形 1699"/>
            <p:cNvSpPr/>
            <p:nvPr/>
          </p:nvSpPr>
          <p:spPr>
            <a:xfrm rot="5400000">
              <a:off x="2351429" y="5013671"/>
              <a:ext cx="280481" cy="155635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ACB678"/>
              </a:solidFill>
            </a:ln>
            <a:scene3d>
              <a:camera prst="orthographicFront"/>
              <a:lightRig rig="threePt" dir="t"/>
            </a:scene3d>
            <a:sp3d>
              <a:bevelT w="254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701" name="矩形 1700"/>
            <p:cNvSpPr/>
            <p:nvPr/>
          </p:nvSpPr>
          <p:spPr>
            <a:xfrm rot="5400000">
              <a:off x="2343197" y="5330612"/>
              <a:ext cx="297391" cy="155635"/>
            </a:xfrm>
            <a:prstGeom prst="rect">
              <a:avLst/>
            </a:prstGeom>
            <a:solidFill>
              <a:srgbClr val="FFFFCC"/>
            </a:solidFill>
            <a:ln w="12700">
              <a:solidFill>
                <a:srgbClr val="ACB678"/>
              </a:solidFill>
            </a:ln>
            <a:scene3d>
              <a:camera prst="orthographicFront"/>
              <a:lightRig rig="threePt" dir="t"/>
            </a:scene3d>
            <a:sp3d>
              <a:bevelT w="25400" h="50800" prst="relaxedIns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740" name="群組 1739"/>
          <p:cNvGrpSpPr/>
          <p:nvPr/>
        </p:nvGrpSpPr>
        <p:grpSpPr>
          <a:xfrm>
            <a:off x="6537366" y="4732906"/>
            <a:ext cx="222126" cy="85066"/>
            <a:chOff x="4578474" y="3864769"/>
            <a:chExt cx="2490747" cy="953868"/>
          </a:xfrm>
        </p:grpSpPr>
        <p:sp>
          <p:nvSpPr>
            <p:cNvPr id="1741" name="圓角矩形 2">
              <a:extLst>
                <a:ext uri="{FF2B5EF4-FFF2-40B4-BE49-F238E27FC236}">
                  <a16:creationId xmlns:a16="http://schemas.microsoft.com/office/drawing/2014/main" id="{F7ED6F19-0343-4B21-B3B2-82D04D435FF4}"/>
                </a:ext>
              </a:extLst>
            </p:cNvPr>
            <p:cNvSpPr/>
            <p:nvPr/>
          </p:nvSpPr>
          <p:spPr>
            <a:xfrm>
              <a:off x="4578474" y="3864769"/>
              <a:ext cx="2490747" cy="95386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1742" name="群組 1741"/>
            <p:cNvGrpSpPr/>
            <p:nvPr/>
          </p:nvGrpSpPr>
          <p:grpSpPr>
            <a:xfrm>
              <a:off x="5001912" y="4062953"/>
              <a:ext cx="1643588" cy="557501"/>
              <a:chOff x="4714332" y="2844567"/>
              <a:chExt cx="1560246" cy="185944"/>
            </a:xfrm>
            <a:solidFill>
              <a:srgbClr val="FFC000"/>
            </a:solidFill>
          </p:grpSpPr>
          <p:sp>
            <p:nvSpPr>
              <p:cNvPr id="1744" name="圓角矩形 2">
                <a:extLst>
                  <a:ext uri="{FF2B5EF4-FFF2-40B4-BE49-F238E27FC236}">
                    <a16:creationId xmlns:a16="http://schemas.microsoft.com/office/drawing/2014/main" id="{F7ED6F19-0343-4B21-B3B2-82D04D435FF4}"/>
                  </a:ext>
                </a:extLst>
              </p:cNvPr>
              <p:cNvSpPr/>
              <p:nvPr/>
            </p:nvSpPr>
            <p:spPr>
              <a:xfrm rot="5400000">
                <a:off x="4650599" y="2908300"/>
                <a:ext cx="185938" cy="58471"/>
              </a:xfrm>
              <a:prstGeom prst="roundRect">
                <a:avLst>
                  <a:gd name="adj" fmla="val 0"/>
                </a:avLst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45" name="圓角矩形 2">
                <a:extLst>
                  <a:ext uri="{FF2B5EF4-FFF2-40B4-BE49-F238E27FC236}">
                    <a16:creationId xmlns:a16="http://schemas.microsoft.com/office/drawing/2014/main" id="{F7ED6F19-0343-4B21-B3B2-82D04D435FF4}"/>
                  </a:ext>
                </a:extLst>
              </p:cNvPr>
              <p:cNvSpPr/>
              <p:nvPr/>
            </p:nvSpPr>
            <p:spPr>
              <a:xfrm rot="5400000">
                <a:off x="4775747" y="2908301"/>
                <a:ext cx="185938" cy="58471"/>
              </a:xfrm>
              <a:prstGeom prst="roundRect">
                <a:avLst>
                  <a:gd name="adj" fmla="val 0"/>
                </a:avLst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46" name="圓角矩形 2">
                <a:extLst>
                  <a:ext uri="{FF2B5EF4-FFF2-40B4-BE49-F238E27FC236}">
                    <a16:creationId xmlns:a16="http://schemas.microsoft.com/office/drawing/2014/main" id="{F7ED6F19-0343-4B21-B3B2-82D04D435FF4}"/>
                  </a:ext>
                </a:extLst>
              </p:cNvPr>
              <p:cNvSpPr/>
              <p:nvPr/>
            </p:nvSpPr>
            <p:spPr>
              <a:xfrm rot="5400000">
                <a:off x="4900895" y="2908302"/>
                <a:ext cx="185938" cy="58471"/>
              </a:xfrm>
              <a:prstGeom prst="roundRect">
                <a:avLst>
                  <a:gd name="adj" fmla="val 0"/>
                </a:avLst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47" name="圓角矩形 2">
                <a:extLst>
                  <a:ext uri="{FF2B5EF4-FFF2-40B4-BE49-F238E27FC236}">
                    <a16:creationId xmlns:a16="http://schemas.microsoft.com/office/drawing/2014/main" id="{F7ED6F19-0343-4B21-B3B2-82D04D435FF4}"/>
                  </a:ext>
                </a:extLst>
              </p:cNvPr>
              <p:cNvSpPr/>
              <p:nvPr/>
            </p:nvSpPr>
            <p:spPr>
              <a:xfrm rot="5400000">
                <a:off x="5026043" y="2908301"/>
                <a:ext cx="185938" cy="58471"/>
              </a:xfrm>
              <a:prstGeom prst="roundRect">
                <a:avLst>
                  <a:gd name="adj" fmla="val 0"/>
                </a:avLst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48" name="圓角矩形 2">
                <a:extLst>
                  <a:ext uri="{FF2B5EF4-FFF2-40B4-BE49-F238E27FC236}">
                    <a16:creationId xmlns:a16="http://schemas.microsoft.com/office/drawing/2014/main" id="{F7ED6F19-0343-4B21-B3B2-82D04D435FF4}"/>
                  </a:ext>
                </a:extLst>
              </p:cNvPr>
              <p:cNvSpPr/>
              <p:nvPr/>
            </p:nvSpPr>
            <p:spPr>
              <a:xfrm rot="5400000">
                <a:off x="5151191" y="2908302"/>
                <a:ext cx="185938" cy="58471"/>
              </a:xfrm>
              <a:prstGeom prst="roundRect">
                <a:avLst>
                  <a:gd name="adj" fmla="val 0"/>
                </a:avLst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49" name="圓角矩形 2">
                <a:extLst>
                  <a:ext uri="{FF2B5EF4-FFF2-40B4-BE49-F238E27FC236}">
                    <a16:creationId xmlns:a16="http://schemas.microsoft.com/office/drawing/2014/main" id="{F7ED6F19-0343-4B21-B3B2-82D04D435FF4}"/>
                  </a:ext>
                </a:extLst>
              </p:cNvPr>
              <p:cNvSpPr/>
              <p:nvPr/>
            </p:nvSpPr>
            <p:spPr>
              <a:xfrm rot="5400000">
                <a:off x="5276339" y="2908303"/>
                <a:ext cx="185938" cy="58471"/>
              </a:xfrm>
              <a:prstGeom prst="roundRect">
                <a:avLst>
                  <a:gd name="adj" fmla="val 0"/>
                </a:avLst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50" name="圓角矩形 2">
                <a:extLst>
                  <a:ext uri="{FF2B5EF4-FFF2-40B4-BE49-F238E27FC236}">
                    <a16:creationId xmlns:a16="http://schemas.microsoft.com/office/drawing/2014/main" id="{F7ED6F19-0343-4B21-B3B2-82D04D435FF4}"/>
                  </a:ext>
                </a:extLst>
              </p:cNvPr>
              <p:cNvSpPr/>
              <p:nvPr/>
            </p:nvSpPr>
            <p:spPr>
              <a:xfrm rot="5400000">
                <a:off x="5401487" y="2908302"/>
                <a:ext cx="185938" cy="58471"/>
              </a:xfrm>
              <a:prstGeom prst="roundRect">
                <a:avLst>
                  <a:gd name="adj" fmla="val 0"/>
                </a:avLst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51" name="圓角矩形 2">
                <a:extLst>
                  <a:ext uri="{FF2B5EF4-FFF2-40B4-BE49-F238E27FC236}">
                    <a16:creationId xmlns:a16="http://schemas.microsoft.com/office/drawing/2014/main" id="{F7ED6F19-0343-4B21-B3B2-82D04D435FF4}"/>
                  </a:ext>
                </a:extLst>
              </p:cNvPr>
              <p:cNvSpPr/>
              <p:nvPr/>
            </p:nvSpPr>
            <p:spPr>
              <a:xfrm rot="5400000">
                <a:off x="5526635" y="2908303"/>
                <a:ext cx="185938" cy="58471"/>
              </a:xfrm>
              <a:prstGeom prst="roundRect">
                <a:avLst>
                  <a:gd name="adj" fmla="val 0"/>
                </a:avLst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52" name="圓角矩形 2">
                <a:extLst>
                  <a:ext uri="{FF2B5EF4-FFF2-40B4-BE49-F238E27FC236}">
                    <a16:creationId xmlns:a16="http://schemas.microsoft.com/office/drawing/2014/main" id="{F7ED6F19-0343-4B21-B3B2-82D04D435FF4}"/>
                  </a:ext>
                </a:extLst>
              </p:cNvPr>
              <p:cNvSpPr/>
              <p:nvPr/>
            </p:nvSpPr>
            <p:spPr>
              <a:xfrm rot="5400000">
                <a:off x="5651783" y="2908304"/>
                <a:ext cx="185938" cy="58471"/>
              </a:xfrm>
              <a:prstGeom prst="roundRect">
                <a:avLst>
                  <a:gd name="adj" fmla="val 0"/>
                </a:avLst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53" name="圓角矩形 2">
                <a:extLst>
                  <a:ext uri="{FF2B5EF4-FFF2-40B4-BE49-F238E27FC236}">
                    <a16:creationId xmlns:a16="http://schemas.microsoft.com/office/drawing/2014/main" id="{F7ED6F19-0343-4B21-B3B2-82D04D435FF4}"/>
                  </a:ext>
                </a:extLst>
              </p:cNvPr>
              <p:cNvSpPr/>
              <p:nvPr/>
            </p:nvSpPr>
            <p:spPr>
              <a:xfrm rot="5400000">
                <a:off x="5776931" y="2908303"/>
                <a:ext cx="185938" cy="58471"/>
              </a:xfrm>
              <a:prstGeom prst="roundRect">
                <a:avLst>
                  <a:gd name="adj" fmla="val 0"/>
                </a:avLst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54" name="圓角矩形 2">
                <a:extLst>
                  <a:ext uri="{FF2B5EF4-FFF2-40B4-BE49-F238E27FC236}">
                    <a16:creationId xmlns:a16="http://schemas.microsoft.com/office/drawing/2014/main" id="{F7ED6F19-0343-4B21-B3B2-82D04D435FF4}"/>
                  </a:ext>
                </a:extLst>
              </p:cNvPr>
              <p:cNvSpPr/>
              <p:nvPr/>
            </p:nvSpPr>
            <p:spPr>
              <a:xfrm rot="5400000">
                <a:off x="5902079" y="2908304"/>
                <a:ext cx="185938" cy="58471"/>
              </a:xfrm>
              <a:prstGeom prst="roundRect">
                <a:avLst>
                  <a:gd name="adj" fmla="val 0"/>
                </a:avLst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55" name="圓角矩形 2">
                <a:extLst>
                  <a:ext uri="{FF2B5EF4-FFF2-40B4-BE49-F238E27FC236}">
                    <a16:creationId xmlns:a16="http://schemas.microsoft.com/office/drawing/2014/main" id="{F7ED6F19-0343-4B21-B3B2-82D04D435FF4}"/>
                  </a:ext>
                </a:extLst>
              </p:cNvPr>
              <p:cNvSpPr/>
              <p:nvPr/>
            </p:nvSpPr>
            <p:spPr>
              <a:xfrm rot="5400000">
                <a:off x="6027227" y="2908305"/>
                <a:ext cx="185938" cy="58471"/>
              </a:xfrm>
              <a:prstGeom prst="roundRect">
                <a:avLst>
                  <a:gd name="adj" fmla="val 0"/>
                </a:avLst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56" name="圓角矩形 2">
                <a:extLst>
                  <a:ext uri="{FF2B5EF4-FFF2-40B4-BE49-F238E27FC236}">
                    <a16:creationId xmlns:a16="http://schemas.microsoft.com/office/drawing/2014/main" id="{F7ED6F19-0343-4B21-B3B2-82D04D435FF4}"/>
                  </a:ext>
                </a:extLst>
              </p:cNvPr>
              <p:cNvSpPr/>
              <p:nvPr/>
            </p:nvSpPr>
            <p:spPr>
              <a:xfrm rot="5400000">
                <a:off x="6152374" y="2908306"/>
                <a:ext cx="185938" cy="58471"/>
              </a:xfrm>
              <a:prstGeom prst="roundRect">
                <a:avLst>
                  <a:gd name="adj" fmla="val 0"/>
                </a:avLst>
              </a:prstGeom>
              <a:grpFill/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sp>
          <p:nvSpPr>
            <p:cNvPr id="1743" name="圓角矩形 2">
              <a:extLst>
                <a:ext uri="{FF2B5EF4-FFF2-40B4-BE49-F238E27FC236}">
                  <a16:creationId xmlns:a16="http://schemas.microsoft.com/office/drawing/2014/main" id="{F7ED6F19-0343-4B21-B3B2-82D04D435FF4}"/>
                </a:ext>
              </a:extLst>
            </p:cNvPr>
            <p:cNvSpPr/>
            <p:nvPr/>
          </p:nvSpPr>
          <p:spPr>
            <a:xfrm>
              <a:off x="4886373" y="4151229"/>
              <a:ext cx="1889302" cy="38094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1757" name="矩形 1756"/>
          <p:cNvSpPr/>
          <p:nvPr/>
        </p:nvSpPr>
        <p:spPr>
          <a:xfrm>
            <a:off x="2198678" y="3995921"/>
            <a:ext cx="1249428" cy="3854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NEXBOOT</a:t>
            </a:r>
            <a:br>
              <a:rPr lang="en-US" altLang="zh-TW" sz="1200" dirty="0"/>
            </a:br>
            <a:r>
              <a:rPr lang="zh-TW" altLang="en-US" sz="1200" dirty="0"/>
              <a:t> </a:t>
            </a:r>
            <a:r>
              <a:rPr lang="en-US" altLang="zh-TW" sz="1200" dirty="0"/>
              <a:t>Slider</a:t>
            </a:r>
            <a:r>
              <a:rPr lang="zh-TW" altLang="en-US" sz="1200" dirty="0"/>
              <a:t> </a:t>
            </a:r>
            <a:r>
              <a:rPr lang="en-US" altLang="zh-TW" sz="1200" dirty="0"/>
              <a:t>Switch</a:t>
            </a:r>
            <a:endParaRPr lang="zh-TW" altLang="en-US" sz="1200" dirty="0"/>
          </a:p>
        </p:txBody>
      </p:sp>
      <p:grpSp>
        <p:nvGrpSpPr>
          <p:cNvPr id="1758" name="Group 4"/>
          <p:cNvGrpSpPr>
            <a:grpSpLocks noChangeAspect="1"/>
          </p:cNvGrpSpPr>
          <p:nvPr/>
        </p:nvGrpSpPr>
        <p:grpSpPr bwMode="auto">
          <a:xfrm>
            <a:off x="2534731" y="3522212"/>
            <a:ext cx="569913" cy="261937"/>
            <a:chOff x="5492" y="331"/>
            <a:chExt cx="359" cy="165"/>
          </a:xfrm>
        </p:grpSpPr>
        <p:sp>
          <p:nvSpPr>
            <p:cNvPr id="1759" name="AutoShape 3"/>
            <p:cNvSpPr>
              <a:spLocks noChangeAspect="1" noChangeArrowheads="1" noTextEdit="1"/>
            </p:cNvSpPr>
            <p:nvPr/>
          </p:nvSpPr>
          <p:spPr bwMode="auto">
            <a:xfrm>
              <a:off x="5492" y="333"/>
              <a:ext cx="35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1760" name="Freeform 5"/>
            <p:cNvSpPr>
              <a:spLocks/>
            </p:cNvSpPr>
            <p:nvPr/>
          </p:nvSpPr>
          <p:spPr bwMode="auto">
            <a:xfrm>
              <a:off x="5515" y="349"/>
              <a:ext cx="319" cy="129"/>
            </a:xfrm>
            <a:custGeom>
              <a:avLst/>
              <a:gdLst>
                <a:gd name="T0" fmla="*/ 129 w 161"/>
                <a:gd name="T1" fmla="*/ 0 h 64"/>
                <a:gd name="T2" fmla="*/ 32 w 161"/>
                <a:gd name="T3" fmla="*/ 0 h 64"/>
                <a:gd name="T4" fmla="*/ 0 w 161"/>
                <a:gd name="T5" fmla="*/ 32 h 64"/>
                <a:gd name="T6" fmla="*/ 32 w 161"/>
                <a:gd name="T7" fmla="*/ 64 h 64"/>
                <a:gd name="T8" fmla="*/ 129 w 161"/>
                <a:gd name="T9" fmla="*/ 64 h 64"/>
                <a:gd name="T10" fmla="*/ 161 w 161"/>
                <a:gd name="T11" fmla="*/ 32 h 64"/>
                <a:gd name="T12" fmla="*/ 129 w 161"/>
                <a:gd name="T13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1" h="64">
                  <a:moveTo>
                    <a:pt x="129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2"/>
                  </a:cubicBezTo>
                  <a:cubicBezTo>
                    <a:pt x="0" y="50"/>
                    <a:pt x="14" y="64"/>
                    <a:pt x="32" y="64"/>
                  </a:cubicBezTo>
                  <a:cubicBezTo>
                    <a:pt x="129" y="64"/>
                    <a:pt x="129" y="64"/>
                    <a:pt x="129" y="64"/>
                  </a:cubicBezTo>
                  <a:cubicBezTo>
                    <a:pt x="146" y="64"/>
                    <a:pt x="161" y="50"/>
                    <a:pt x="161" y="32"/>
                  </a:cubicBezTo>
                  <a:cubicBezTo>
                    <a:pt x="161" y="14"/>
                    <a:pt x="146" y="0"/>
                    <a:pt x="129" y="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 extrusionH="76200" prstMaterial="matte">
              <a:bevelT w="25400" h="19050" prst="softRound"/>
              <a:extrusionClr>
                <a:schemeClr val="tx1"/>
              </a:extrusionClr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1761" name="Freeform 6"/>
            <p:cNvSpPr>
              <a:spLocks noEditPoints="1"/>
            </p:cNvSpPr>
            <p:nvPr/>
          </p:nvSpPr>
          <p:spPr bwMode="auto">
            <a:xfrm>
              <a:off x="5494" y="331"/>
              <a:ext cx="357" cy="165"/>
            </a:xfrm>
            <a:custGeom>
              <a:avLst/>
              <a:gdLst>
                <a:gd name="T0" fmla="*/ 139 w 180"/>
                <a:gd name="T1" fmla="*/ 82 h 82"/>
                <a:gd name="T2" fmla="*/ 42 w 180"/>
                <a:gd name="T3" fmla="*/ 82 h 82"/>
                <a:gd name="T4" fmla="*/ 0 w 180"/>
                <a:gd name="T5" fmla="*/ 41 h 82"/>
                <a:gd name="T6" fmla="*/ 42 w 180"/>
                <a:gd name="T7" fmla="*/ 0 h 82"/>
                <a:gd name="T8" fmla="*/ 139 w 180"/>
                <a:gd name="T9" fmla="*/ 0 h 82"/>
                <a:gd name="T10" fmla="*/ 180 w 180"/>
                <a:gd name="T11" fmla="*/ 41 h 82"/>
                <a:gd name="T12" fmla="*/ 139 w 180"/>
                <a:gd name="T13" fmla="*/ 82 h 82"/>
                <a:gd name="T14" fmla="*/ 42 w 180"/>
                <a:gd name="T15" fmla="*/ 9 h 82"/>
                <a:gd name="T16" fmla="*/ 10 w 180"/>
                <a:gd name="T17" fmla="*/ 41 h 82"/>
                <a:gd name="T18" fmla="*/ 42 w 180"/>
                <a:gd name="T19" fmla="*/ 73 h 82"/>
                <a:gd name="T20" fmla="*/ 139 w 180"/>
                <a:gd name="T21" fmla="*/ 73 h 82"/>
                <a:gd name="T22" fmla="*/ 171 w 180"/>
                <a:gd name="T23" fmla="*/ 41 h 82"/>
                <a:gd name="T24" fmla="*/ 139 w 180"/>
                <a:gd name="T25" fmla="*/ 9 h 82"/>
                <a:gd name="T26" fmla="*/ 42 w 180"/>
                <a:gd name="T27" fmla="*/ 9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0" h="82">
                  <a:moveTo>
                    <a:pt x="139" y="82"/>
                  </a:moveTo>
                  <a:cubicBezTo>
                    <a:pt x="42" y="82"/>
                    <a:pt x="42" y="82"/>
                    <a:pt x="42" y="82"/>
                  </a:cubicBezTo>
                  <a:cubicBezTo>
                    <a:pt x="19" y="82"/>
                    <a:pt x="0" y="64"/>
                    <a:pt x="0" y="41"/>
                  </a:cubicBezTo>
                  <a:cubicBezTo>
                    <a:pt x="0" y="18"/>
                    <a:pt x="19" y="0"/>
                    <a:pt x="42" y="0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161" y="0"/>
                    <a:pt x="180" y="18"/>
                    <a:pt x="180" y="41"/>
                  </a:cubicBezTo>
                  <a:cubicBezTo>
                    <a:pt x="180" y="64"/>
                    <a:pt x="161" y="82"/>
                    <a:pt x="139" y="82"/>
                  </a:cubicBezTo>
                  <a:close/>
                  <a:moveTo>
                    <a:pt x="42" y="9"/>
                  </a:moveTo>
                  <a:cubicBezTo>
                    <a:pt x="24" y="9"/>
                    <a:pt x="10" y="23"/>
                    <a:pt x="10" y="41"/>
                  </a:cubicBezTo>
                  <a:cubicBezTo>
                    <a:pt x="10" y="59"/>
                    <a:pt x="24" y="73"/>
                    <a:pt x="42" y="73"/>
                  </a:cubicBezTo>
                  <a:cubicBezTo>
                    <a:pt x="139" y="73"/>
                    <a:pt x="139" y="73"/>
                    <a:pt x="139" y="73"/>
                  </a:cubicBezTo>
                  <a:cubicBezTo>
                    <a:pt x="156" y="73"/>
                    <a:pt x="171" y="59"/>
                    <a:pt x="171" y="41"/>
                  </a:cubicBezTo>
                  <a:cubicBezTo>
                    <a:pt x="171" y="23"/>
                    <a:pt x="156" y="9"/>
                    <a:pt x="139" y="9"/>
                  </a:cubicBezTo>
                  <a:lnTo>
                    <a:pt x="42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1762" name="Freeform 7"/>
            <p:cNvSpPr>
              <a:spLocks/>
            </p:cNvSpPr>
            <p:nvPr/>
          </p:nvSpPr>
          <p:spPr bwMode="auto">
            <a:xfrm>
              <a:off x="5528" y="361"/>
              <a:ext cx="160" cy="105"/>
            </a:xfrm>
            <a:custGeom>
              <a:avLst/>
              <a:gdLst>
                <a:gd name="T0" fmla="*/ 0 w 81"/>
                <a:gd name="T1" fmla="*/ 25 h 52"/>
                <a:gd name="T2" fmla="*/ 25 w 81"/>
                <a:gd name="T3" fmla="*/ 0 h 52"/>
                <a:gd name="T4" fmla="*/ 57 w 81"/>
                <a:gd name="T5" fmla="*/ 0 h 52"/>
                <a:gd name="T6" fmla="*/ 81 w 81"/>
                <a:gd name="T7" fmla="*/ 25 h 52"/>
                <a:gd name="T8" fmla="*/ 81 w 81"/>
                <a:gd name="T9" fmla="*/ 27 h 52"/>
                <a:gd name="T10" fmla="*/ 57 w 81"/>
                <a:gd name="T11" fmla="*/ 52 h 52"/>
                <a:gd name="T12" fmla="*/ 25 w 81"/>
                <a:gd name="T13" fmla="*/ 52 h 52"/>
                <a:gd name="T14" fmla="*/ 0 w 81"/>
                <a:gd name="T15" fmla="*/ 27 h 52"/>
                <a:gd name="T16" fmla="*/ 0 w 81"/>
                <a:gd name="T17" fmla="*/ 25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1" h="52">
                  <a:moveTo>
                    <a:pt x="0" y="25"/>
                  </a:moveTo>
                  <a:cubicBezTo>
                    <a:pt x="0" y="11"/>
                    <a:pt x="11" y="0"/>
                    <a:pt x="25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0" y="0"/>
                    <a:pt x="81" y="11"/>
                    <a:pt x="81" y="25"/>
                  </a:cubicBezTo>
                  <a:cubicBezTo>
                    <a:pt x="81" y="27"/>
                    <a:pt x="81" y="27"/>
                    <a:pt x="81" y="27"/>
                  </a:cubicBezTo>
                  <a:cubicBezTo>
                    <a:pt x="81" y="40"/>
                    <a:pt x="70" y="52"/>
                    <a:pt x="57" y="52"/>
                  </a:cubicBezTo>
                  <a:cubicBezTo>
                    <a:pt x="25" y="52"/>
                    <a:pt x="25" y="52"/>
                    <a:pt x="25" y="52"/>
                  </a:cubicBezTo>
                  <a:cubicBezTo>
                    <a:pt x="11" y="52"/>
                    <a:pt x="0" y="40"/>
                    <a:pt x="0" y="27"/>
                  </a:cubicBezTo>
                  <a:lnTo>
                    <a:pt x="0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scene3d>
              <a:camera prst="orthographicFront"/>
              <a:lightRig rig="threePt" dir="t"/>
            </a:scene3d>
            <a:sp3d extrusionH="12700" contourW="6350" prstMaterial="plastic">
              <a:bevelT w="19050" h="19050" prst="coolSlant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1763" name="Freeform 8"/>
            <p:cNvSpPr>
              <a:spLocks/>
            </p:cNvSpPr>
            <p:nvPr/>
          </p:nvSpPr>
          <p:spPr bwMode="auto">
            <a:xfrm>
              <a:off x="5557" y="383"/>
              <a:ext cx="14" cy="59"/>
            </a:xfrm>
            <a:custGeom>
              <a:avLst/>
              <a:gdLst>
                <a:gd name="T0" fmla="*/ 0 w 7"/>
                <a:gd name="T1" fmla="*/ 4 h 29"/>
                <a:gd name="T2" fmla="*/ 3 w 7"/>
                <a:gd name="T3" fmla="*/ 0 h 29"/>
                <a:gd name="T4" fmla="*/ 7 w 7"/>
                <a:gd name="T5" fmla="*/ 4 h 29"/>
                <a:gd name="T6" fmla="*/ 7 w 7"/>
                <a:gd name="T7" fmla="*/ 25 h 29"/>
                <a:gd name="T8" fmla="*/ 3 w 7"/>
                <a:gd name="T9" fmla="*/ 29 h 29"/>
                <a:gd name="T10" fmla="*/ 0 w 7"/>
                <a:gd name="T11" fmla="*/ 25 h 29"/>
                <a:gd name="T12" fmla="*/ 0 w 7"/>
                <a:gd name="T13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29">
                  <a:moveTo>
                    <a:pt x="0" y="4"/>
                  </a:move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7" y="2"/>
                    <a:pt x="7" y="4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7" y="27"/>
                    <a:pt x="5" y="29"/>
                    <a:pt x="3" y="29"/>
                  </a:cubicBezTo>
                  <a:cubicBezTo>
                    <a:pt x="1" y="29"/>
                    <a:pt x="0" y="27"/>
                    <a:pt x="0" y="25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 extrusionH="12700" prstMaterial="plastic">
              <a:bevelT w="12700" h="12700" prst="softRound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1764" name="Freeform 9"/>
            <p:cNvSpPr>
              <a:spLocks/>
            </p:cNvSpPr>
            <p:nvPr/>
          </p:nvSpPr>
          <p:spPr bwMode="auto">
            <a:xfrm>
              <a:off x="5585" y="383"/>
              <a:ext cx="14" cy="59"/>
            </a:xfrm>
            <a:custGeom>
              <a:avLst/>
              <a:gdLst>
                <a:gd name="T0" fmla="*/ 0 w 7"/>
                <a:gd name="T1" fmla="*/ 4 h 29"/>
                <a:gd name="T2" fmla="*/ 4 w 7"/>
                <a:gd name="T3" fmla="*/ 0 h 29"/>
                <a:gd name="T4" fmla="*/ 7 w 7"/>
                <a:gd name="T5" fmla="*/ 4 h 29"/>
                <a:gd name="T6" fmla="*/ 7 w 7"/>
                <a:gd name="T7" fmla="*/ 25 h 29"/>
                <a:gd name="T8" fmla="*/ 4 w 7"/>
                <a:gd name="T9" fmla="*/ 29 h 29"/>
                <a:gd name="T10" fmla="*/ 0 w 7"/>
                <a:gd name="T11" fmla="*/ 25 h 29"/>
                <a:gd name="T12" fmla="*/ 0 w 7"/>
                <a:gd name="T13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29">
                  <a:moveTo>
                    <a:pt x="0" y="4"/>
                  </a:moveTo>
                  <a:cubicBezTo>
                    <a:pt x="0" y="2"/>
                    <a:pt x="2" y="0"/>
                    <a:pt x="4" y="0"/>
                  </a:cubicBezTo>
                  <a:cubicBezTo>
                    <a:pt x="6" y="0"/>
                    <a:pt x="7" y="2"/>
                    <a:pt x="7" y="4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7" y="27"/>
                    <a:pt x="6" y="29"/>
                    <a:pt x="4" y="29"/>
                  </a:cubicBezTo>
                  <a:cubicBezTo>
                    <a:pt x="2" y="29"/>
                    <a:pt x="0" y="27"/>
                    <a:pt x="0" y="25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 extrusionH="6350" prstMaterial="plastic">
              <a:bevelT w="12700" h="12700" prst="softRound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1765" name="Freeform 10"/>
            <p:cNvSpPr>
              <a:spLocks/>
            </p:cNvSpPr>
            <p:nvPr/>
          </p:nvSpPr>
          <p:spPr bwMode="auto">
            <a:xfrm>
              <a:off x="5615" y="383"/>
              <a:ext cx="14" cy="59"/>
            </a:xfrm>
            <a:custGeom>
              <a:avLst/>
              <a:gdLst>
                <a:gd name="T0" fmla="*/ 0 w 7"/>
                <a:gd name="T1" fmla="*/ 4 h 29"/>
                <a:gd name="T2" fmla="*/ 3 w 7"/>
                <a:gd name="T3" fmla="*/ 0 h 29"/>
                <a:gd name="T4" fmla="*/ 7 w 7"/>
                <a:gd name="T5" fmla="*/ 4 h 29"/>
                <a:gd name="T6" fmla="*/ 7 w 7"/>
                <a:gd name="T7" fmla="*/ 25 h 29"/>
                <a:gd name="T8" fmla="*/ 3 w 7"/>
                <a:gd name="T9" fmla="*/ 29 h 29"/>
                <a:gd name="T10" fmla="*/ 0 w 7"/>
                <a:gd name="T11" fmla="*/ 25 h 29"/>
                <a:gd name="T12" fmla="*/ 0 w 7"/>
                <a:gd name="T13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29">
                  <a:moveTo>
                    <a:pt x="0" y="4"/>
                  </a:move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7" y="2"/>
                    <a:pt x="7" y="4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7" y="27"/>
                    <a:pt x="5" y="29"/>
                    <a:pt x="3" y="29"/>
                  </a:cubicBezTo>
                  <a:cubicBezTo>
                    <a:pt x="1" y="29"/>
                    <a:pt x="0" y="27"/>
                    <a:pt x="0" y="25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 extrusionH="6350" prstMaterial="plastic">
              <a:bevelT w="12700" h="12700" prst="softRound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1766" name="Freeform 11"/>
            <p:cNvSpPr>
              <a:spLocks/>
            </p:cNvSpPr>
            <p:nvPr/>
          </p:nvSpPr>
          <p:spPr bwMode="auto">
            <a:xfrm>
              <a:off x="5645" y="383"/>
              <a:ext cx="14" cy="59"/>
            </a:xfrm>
            <a:custGeom>
              <a:avLst/>
              <a:gdLst>
                <a:gd name="T0" fmla="*/ 0 w 7"/>
                <a:gd name="T1" fmla="*/ 4 h 29"/>
                <a:gd name="T2" fmla="*/ 3 w 7"/>
                <a:gd name="T3" fmla="*/ 0 h 29"/>
                <a:gd name="T4" fmla="*/ 7 w 7"/>
                <a:gd name="T5" fmla="*/ 4 h 29"/>
                <a:gd name="T6" fmla="*/ 7 w 7"/>
                <a:gd name="T7" fmla="*/ 25 h 29"/>
                <a:gd name="T8" fmla="*/ 3 w 7"/>
                <a:gd name="T9" fmla="*/ 29 h 29"/>
                <a:gd name="T10" fmla="*/ 0 w 7"/>
                <a:gd name="T11" fmla="*/ 25 h 29"/>
                <a:gd name="T12" fmla="*/ 0 w 7"/>
                <a:gd name="T13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29">
                  <a:moveTo>
                    <a:pt x="0" y="4"/>
                  </a:moveTo>
                  <a:cubicBezTo>
                    <a:pt x="0" y="2"/>
                    <a:pt x="1" y="0"/>
                    <a:pt x="3" y="0"/>
                  </a:cubicBezTo>
                  <a:cubicBezTo>
                    <a:pt x="5" y="0"/>
                    <a:pt x="7" y="2"/>
                    <a:pt x="7" y="4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7" y="27"/>
                    <a:pt x="5" y="29"/>
                    <a:pt x="3" y="29"/>
                  </a:cubicBezTo>
                  <a:cubicBezTo>
                    <a:pt x="1" y="29"/>
                    <a:pt x="0" y="27"/>
                    <a:pt x="0" y="25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 extrusionH="6350" prstMaterial="plastic">
              <a:bevelT w="12700" h="12700" prst="softRound"/>
            </a:sp3d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723" y="4986022"/>
            <a:ext cx="255432" cy="326715"/>
          </a:xfrm>
          <a:prstGeom prst="rect">
            <a:avLst/>
          </a:prstGeom>
        </p:spPr>
      </p:pic>
      <p:grpSp>
        <p:nvGrpSpPr>
          <p:cNvPr id="19" name="Group 4"/>
          <p:cNvGrpSpPr>
            <a:grpSpLocks noChangeAspect="1"/>
          </p:cNvGrpSpPr>
          <p:nvPr/>
        </p:nvGrpSpPr>
        <p:grpSpPr bwMode="auto">
          <a:xfrm>
            <a:off x="3512811" y="4825973"/>
            <a:ext cx="329964" cy="475315"/>
            <a:chOff x="2464" y="2151"/>
            <a:chExt cx="395" cy="569"/>
          </a:xfrm>
        </p:grpSpPr>
        <p:sp>
          <p:nvSpPr>
            <p:cNvPr id="31" name="Freeform 5"/>
            <p:cNvSpPr>
              <a:spLocks/>
            </p:cNvSpPr>
            <p:nvPr/>
          </p:nvSpPr>
          <p:spPr bwMode="auto">
            <a:xfrm>
              <a:off x="2469" y="2155"/>
              <a:ext cx="385" cy="560"/>
            </a:xfrm>
            <a:custGeom>
              <a:avLst/>
              <a:gdLst>
                <a:gd name="T0" fmla="*/ 20 w 159"/>
                <a:gd name="T1" fmla="*/ 233 h 233"/>
                <a:gd name="T2" fmla="*/ 46 w 159"/>
                <a:gd name="T3" fmla="*/ 233 h 233"/>
                <a:gd name="T4" fmla="*/ 55 w 159"/>
                <a:gd name="T5" fmla="*/ 226 h 233"/>
                <a:gd name="T6" fmla="*/ 64 w 159"/>
                <a:gd name="T7" fmla="*/ 233 h 233"/>
                <a:gd name="T8" fmla="*/ 95 w 159"/>
                <a:gd name="T9" fmla="*/ 233 h 233"/>
                <a:gd name="T10" fmla="*/ 104 w 159"/>
                <a:gd name="T11" fmla="*/ 226 h 233"/>
                <a:gd name="T12" fmla="*/ 112 w 159"/>
                <a:gd name="T13" fmla="*/ 233 h 233"/>
                <a:gd name="T14" fmla="*/ 138 w 159"/>
                <a:gd name="T15" fmla="*/ 233 h 233"/>
                <a:gd name="T16" fmla="*/ 159 w 159"/>
                <a:gd name="T17" fmla="*/ 213 h 233"/>
                <a:gd name="T18" fmla="*/ 159 w 159"/>
                <a:gd name="T19" fmla="*/ 49 h 233"/>
                <a:gd name="T20" fmla="*/ 153 w 159"/>
                <a:gd name="T21" fmla="*/ 35 h 233"/>
                <a:gd name="T22" fmla="*/ 124 w 159"/>
                <a:gd name="T23" fmla="*/ 6 h 233"/>
                <a:gd name="T24" fmla="*/ 109 w 159"/>
                <a:gd name="T25" fmla="*/ 0 h 233"/>
                <a:gd name="T26" fmla="*/ 20 w 159"/>
                <a:gd name="T27" fmla="*/ 0 h 233"/>
                <a:gd name="T28" fmla="*/ 0 w 159"/>
                <a:gd name="T29" fmla="*/ 20 h 233"/>
                <a:gd name="T30" fmla="*/ 0 w 159"/>
                <a:gd name="T31" fmla="*/ 213 h 233"/>
                <a:gd name="T32" fmla="*/ 20 w 159"/>
                <a:gd name="T33" fmla="*/ 233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9" h="233">
                  <a:moveTo>
                    <a:pt x="20" y="233"/>
                  </a:moveTo>
                  <a:cubicBezTo>
                    <a:pt x="46" y="233"/>
                    <a:pt x="46" y="233"/>
                    <a:pt x="46" y="233"/>
                  </a:cubicBezTo>
                  <a:cubicBezTo>
                    <a:pt x="47" y="229"/>
                    <a:pt x="51" y="226"/>
                    <a:pt x="55" y="226"/>
                  </a:cubicBezTo>
                  <a:cubicBezTo>
                    <a:pt x="59" y="226"/>
                    <a:pt x="63" y="229"/>
                    <a:pt x="64" y="233"/>
                  </a:cubicBezTo>
                  <a:cubicBezTo>
                    <a:pt x="95" y="233"/>
                    <a:pt x="95" y="233"/>
                    <a:pt x="95" y="233"/>
                  </a:cubicBezTo>
                  <a:cubicBezTo>
                    <a:pt x="96" y="229"/>
                    <a:pt x="99" y="226"/>
                    <a:pt x="104" y="226"/>
                  </a:cubicBezTo>
                  <a:cubicBezTo>
                    <a:pt x="108" y="226"/>
                    <a:pt x="112" y="229"/>
                    <a:pt x="112" y="233"/>
                  </a:cubicBezTo>
                  <a:cubicBezTo>
                    <a:pt x="138" y="233"/>
                    <a:pt x="138" y="233"/>
                    <a:pt x="138" y="233"/>
                  </a:cubicBezTo>
                  <a:cubicBezTo>
                    <a:pt x="149" y="233"/>
                    <a:pt x="159" y="224"/>
                    <a:pt x="159" y="213"/>
                  </a:cubicBezTo>
                  <a:cubicBezTo>
                    <a:pt x="159" y="49"/>
                    <a:pt x="159" y="49"/>
                    <a:pt x="159" y="49"/>
                  </a:cubicBezTo>
                  <a:cubicBezTo>
                    <a:pt x="159" y="44"/>
                    <a:pt x="156" y="39"/>
                    <a:pt x="153" y="35"/>
                  </a:cubicBezTo>
                  <a:cubicBezTo>
                    <a:pt x="124" y="6"/>
                    <a:pt x="124" y="6"/>
                    <a:pt x="124" y="6"/>
                  </a:cubicBezTo>
                  <a:cubicBezTo>
                    <a:pt x="120" y="2"/>
                    <a:pt x="115" y="0"/>
                    <a:pt x="109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213"/>
                    <a:pt x="0" y="213"/>
                    <a:pt x="0" y="213"/>
                  </a:cubicBezTo>
                  <a:cubicBezTo>
                    <a:pt x="0" y="224"/>
                    <a:pt x="9" y="233"/>
                    <a:pt x="20" y="233"/>
                  </a:cubicBez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287" name="Rectangle 6"/>
            <p:cNvSpPr>
              <a:spLocks noChangeArrowheads="1"/>
            </p:cNvSpPr>
            <p:nvPr/>
          </p:nvSpPr>
          <p:spPr bwMode="auto">
            <a:xfrm>
              <a:off x="2602" y="2568"/>
              <a:ext cx="51" cy="75"/>
            </a:xfrm>
            <a:prstGeom prst="rect">
              <a:avLst/>
            </a:prstGeom>
            <a:solidFill>
              <a:srgbClr val="F4C4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288" name="Freeform 7"/>
            <p:cNvSpPr>
              <a:spLocks/>
            </p:cNvSpPr>
            <p:nvPr/>
          </p:nvSpPr>
          <p:spPr bwMode="auto">
            <a:xfrm>
              <a:off x="2670" y="2568"/>
              <a:ext cx="48" cy="75"/>
            </a:xfrm>
            <a:custGeom>
              <a:avLst/>
              <a:gdLst>
                <a:gd name="T0" fmla="*/ 48 w 48"/>
                <a:gd name="T1" fmla="*/ 75 h 75"/>
                <a:gd name="T2" fmla="*/ 0 w 48"/>
                <a:gd name="T3" fmla="*/ 75 h 75"/>
                <a:gd name="T4" fmla="*/ 0 w 48"/>
                <a:gd name="T5" fmla="*/ 0 h 75"/>
                <a:gd name="T6" fmla="*/ 48 w 48"/>
                <a:gd name="T7" fmla="*/ 0 h 75"/>
                <a:gd name="T8" fmla="*/ 48 w 48"/>
                <a:gd name="T9" fmla="*/ 75 h 75"/>
                <a:gd name="T10" fmla="*/ 48 w 48"/>
                <a:gd name="T11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" h="75">
                  <a:moveTo>
                    <a:pt x="48" y="75"/>
                  </a:moveTo>
                  <a:lnTo>
                    <a:pt x="0" y="75"/>
                  </a:lnTo>
                  <a:lnTo>
                    <a:pt x="0" y="0"/>
                  </a:lnTo>
                  <a:lnTo>
                    <a:pt x="48" y="0"/>
                  </a:lnTo>
                  <a:lnTo>
                    <a:pt x="48" y="75"/>
                  </a:lnTo>
                  <a:lnTo>
                    <a:pt x="48" y="75"/>
                  </a:lnTo>
                  <a:close/>
                </a:path>
              </a:pathLst>
            </a:custGeom>
            <a:solidFill>
              <a:srgbClr val="F4C4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289" name="Freeform 8"/>
            <p:cNvSpPr>
              <a:spLocks/>
            </p:cNvSpPr>
            <p:nvPr/>
          </p:nvSpPr>
          <p:spPr bwMode="auto">
            <a:xfrm>
              <a:off x="2735" y="2568"/>
              <a:ext cx="54" cy="75"/>
            </a:xfrm>
            <a:custGeom>
              <a:avLst/>
              <a:gdLst>
                <a:gd name="T0" fmla="*/ 22 w 22"/>
                <a:gd name="T1" fmla="*/ 17 h 31"/>
                <a:gd name="T2" fmla="*/ 8 w 22"/>
                <a:gd name="T3" fmla="*/ 31 h 31"/>
                <a:gd name="T4" fmla="*/ 0 w 22"/>
                <a:gd name="T5" fmla="*/ 31 h 31"/>
                <a:gd name="T6" fmla="*/ 0 w 22"/>
                <a:gd name="T7" fmla="*/ 0 h 31"/>
                <a:gd name="T8" fmla="*/ 22 w 22"/>
                <a:gd name="T9" fmla="*/ 0 h 31"/>
                <a:gd name="T10" fmla="*/ 22 w 22"/>
                <a:gd name="T11" fmla="*/ 17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31">
                  <a:moveTo>
                    <a:pt x="22" y="17"/>
                  </a:moveTo>
                  <a:cubicBezTo>
                    <a:pt x="22" y="25"/>
                    <a:pt x="16" y="31"/>
                    <a:pt x="8" y="31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17"/>
                    <a:pt x="22" y="17"/>
                    <a:pt x="22" y="17"/>
                  </a:cubicBezTo>
                  <a:close/>
                </a:path>
              </a:pathLst>
            </a:custGeom>
            <a:solidFill>
              <a:srgbClr val="F4C4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290" name="Freeform 9"/>
            <p:cNvSpPr>
              <a:spLocks/>
            </p:cNvSpPr>
            <p:nvPr/>
          </p:nvSpPr>
          <p:spPr bwMode="auto">
            <a:xfrm>
              <a:off x="2735" y="2388"/>
              <a:ext cx="54" cy="77"/>
            </a:xfrm>
            <a:custGeom>
              <a:avLst/>
              <a:gdLst>
                <a:gd name="T0" fmla="*/ 22 w 22"/>
                <a:gd name="T1" fmla="*/ 32 h 32"/>
                <a:gd name="T2" fmla="*/ 0 w 22"/>
                <a:gd name="T3" fmla="*/ 32 h 32"/>
                <a:gd name="T4" fmla="*/ 0 w 22"/>
                <a:gd name="T5" fmla="*/ 0 h 32"/>
                <a:gd name="T6" fmla="*/ 8 w 22"/>
                <a:gd name="T7" fmla="*/ 0 h 32"/>
                <a:gd name="T8" fmla="*/ 22 w 22"/>
                <a:gd name="T9" fmla="*/ 14 h 32"/>
                <a:gd name="T10" fmla="*/ 22 w 22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32">
                  <a:moveTo>
                    <a:pt x="22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16" y="0"/>
                    <a:pt x="22" y="7"/>
                    <a:pt x="22" y="14"/>
                  </a:cubicBezTo>
                  <a:cubicBezTo>
                    <a:pt x="22" y="32"/>
                    <a:pt x="22" y="32"/>
                    <a:pt x="22" y="32"/>
                  </a:cubicBezTo>
                  <a:close/>
                </a:path>
              </a:pathLst>
            </a:custGeom>
            <a:solidFill>
              <a:srgbClr val="F4C4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291" name="Rectangle 10"/>
            <p:cNvSpPr>
              <a:spLocks noChangeArrowheads="1"/>
            </p:cNvSpPr>
            <p:nvPr/>
          </p:nvSpPr>
          <p:spPr bwMode="auto">
            <a:xfrm>
              <a:off x="2670" y="2388"/>
              <a:ext cx="48" cy="77"/>
            </a:xfrm>
            <a:prstGeom prst="rect">
              <a:avLst/>
            </a:prstGeom>
            <a:solidFill>
              <a:srgbClr val="F4C4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292" name="Rectangle 11"/>
            <p:cNvSpPr>
              <a:spLocks noChangeArrowheads="1"/>
            </p:cNvSpPr>
            <p:nvPr/>
          </p:nvSpPr>
          <p:spPr bwMode="auto">
            <a:xfrm>
              <a:off x="2602" y="2388"/>
              <a:ext cx="51" cy="77"/>
            </a:xfrm>
            <a:prstGeom prst="rect">
              <a:avLst/>
            </a:prstGeom>
            <a:solidFill>
              <a:srgbClr val="F4C4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293" name="Freeform 12"/>
            <p:cNvSpPr>
              <a:spLocks/>
            </p:cNvSpPr>
            <p:nvPr/>
          </p:nvSpPr>
          <p:spPr bwMode="auto">
            <a:xfrm>
              <a:off x="2532" y="2388"/>
              <a:ext cx="257" cy="164"/>
            </a:xfrm>
            <a:custGeom>
              <a:avLst/>
              <a:gdLst>
                <a:gd name="T0" fmla="*/ 0 w 106"/>
                <a:gd name="T1" fmla="*/ 18 h 68"/>
                <a:gd name="T2" fmla="*/ 0 w 106"/>
                <a:gd name="T3" fmla="*/ 14 h 68"/>
                <a:gd name="T4" fmla="*/ 14 w 106"/>
                <a:gd name="T5" fmla="*/ 0 h 68"/>
                <a:gd name="T6" fmla="*/ 23 w 106"/>
                <a:gd name="T7" fmla="*/ 0 h 68"/>
                <a:gd name="T8" fmla="*/ 23 w 106"/>
                <a:gd name="T9" fmla="*/ 38 h 68"/>
                <a:gd name="T10" fmla="*/ 106 w 106"/>
                <a:gd name="T11" fmla="*/ 38 h 68"/>
                <a:gd name="T12" fmla="*/ 106 w 106"/>
                <a:gd name="T13" fmla="*/ 68 h 68"/>
                <a:gd name="T14" fmla="*/ 0 w 106"/>
                <a:gd name="T15" fmla="*/ 68 h 68"/>
                <a:gd name="T16" fmla="*/ 0 w 106"/>
                <a:gd name="T17" fmla="*/ 1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68">
                  <a:moveTo>
                    <a:pt x="0" y="18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7"/>
                    <a:pt x="7" y="0"/>
                    <a:pt x="1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106" y="38"/>
                    <a:pt x="106" y="38"/>
                    <a:pt x="106" y="38"/>
                  </a:cubicBezTo>
                  <a:cubicBezTo>
                    <a:pt x="106" y="68"/>
                    <a:pt x="106" y="68"/>
                    <a:pt x="106" y="68"/>
                  </a:cubicBezTo>
                  <a:cubicBezTo>
                    <a:pt x="0" y="68"/>
                    <a:pt x="0" y="68"/>
                    <a:pt x="0" y="6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F4C4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294" name="Freeform 13"/>
            <p:cNvSpPr>
              <a:spLocks/>
            </p:cNvSpPr>
            <p:nvPr/>
          </p:nvSpPr>
          <p:spPr bwMode="auto">
            <a:xfrm>
              <a:off x="2532" y="2568"/>
              <a:ext cx="56" cy="75"/>
            </a:xfrm>
            <a:custGeom>
              <a:avLst/>
              <a:gdLst>
                <a:gd name="T0" fmla="*/ 0 w 23"/>
                <a:gd name="T1" fmla="*/ 0 h 31"/>
                <a:gd name="T2" fmla="*/ 23 w 23"/>
                <a:gd name="T3" fmla="*/ 0 h 31"/>
                <a:gd name="T4" fmla="*/ 23 w 23"/>
                <a:gd name="T5" fmla="*/ 31 h 31"/>
                <a:gd name="T6" fmla="*/ 14 w 23"/>
                <a:gd name="T7" fmla="*/ 31 h 31"/>
                <a:gd name="T8" fmla="*/ 0 w 23"/>
                <a:gd name="T9" fmla="*/ 17 h 31"/>
                <a:gd name="T10" fmla="*/ 0 w 23"/>
                <a:gd name="T11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" h="31">
                  <a:moveTo>
                    <a:pt x="0" y="0"/>
                  </a:moveTo>
                  <a:cubicBezTo>
                    <a:pt x="23" y="0"/>
                    <a:pt x="23" y="0"/>
                    <a:pt x="23" y="0"/>
                  </a:cubicBezTo>
                  <a:cubicBezTo>
                    <a:pt x="23" y="31"/>
                    <a:pt x="23" y="31"/>
                    <a:pt x="23" y="31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7" y="31"/>
                    <a:pt x="0" y="25"/>
                    <a:pt x="0" y="1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4C41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295" name="Freeform 14"/>
            <p:cNvSpPr>
              <a:spLocks/>
            </p:cNvSpPr>
            <p:nvPr/>
          </p:nvSpPr>
          <p:spPr bwMode="auto">
            <a:xfrm>
              <a:off x="2544" y="2242"/>
              <a:ext cx="78" cy="110"/>
            </a:xfrm>
            <a:custGeom>
              <a:avLst/>
              <a:gdLst>
                <a:gd name="T0" fmla="*/ 25 w 32"/>
                <a:gd name="T1" fmla="*/ 34 h 46"/>
                <a:gd name="T2" fmla="*/ 23 w 32"/>
                <a:gd name="T3" fmla="*/ 29 h 46"/>
                <a:gd name="T4" fmla="*/ 16 w 32"/>
                <a:gd name="T5" fmla="*/ 26 h 46"/>
                <a:gd name="T6" fmla="*/ 5 w 32"/>
                <a:gd name="T7" fmla="*/ 21 h 46"/>
                <a:gd name="T8" fmla="*/ 1 w 32"/>
                <a:gd name="T9" fmla="*/ 13 h 46"/>
                <a:gd name="T10" fmla="*/ 5 w 32"/>
                <a:gd name="T11" fmla="*/ 4 h 46"/>
                <a:gd name="T12" fmla="*/ 16 w 32"/>
                <a:gd name="T13" fmla="*/ 0 h 46"/>
                <a:gd name="T14" fmla="*/ 28 w 32"/>
                <a:gd name="T15" fmla="*/ 4 h 46"/>
                <a:gd name="T16" fmla="*/ 32 w 32"/>
                <a:gd name="T17" fmla="*/ 14 h 46"/>
                <a:gd name="T18" fmla="*/ 32 w 32"/>
                <a:gd name="T19" fmla="*/ 14 h 46"/>
                <a:gd name="T20" fmla="*/ 25 w 32"/>
                <a:gd name="T21" fmla="*/ 14 h 46"/>
                <a:gd name="T22" fmla="*/ 23 w 32"/>
                <a:gd name="T23" fmla="*/ 8 h 46"/>
                <a:gd name="T24" fmla="*/ 16 w 32"/>
                <a:gd name="T25" fmla="*/ 6 h 46"/>
                <a:gd name="T26" fmla="*/ 11 w 32"/>
                <a:gd name="T27" fmla="*/ 8 h 46"/>
                <a:gd name="T28" fmla="*/ 9 w 32"/>
                <a:gd name="T29" fmla="*/ 13 h 46"/>
                <a:gd name="T30" fmla="*/ 11 w 32"/>
                <a:gd name="T31" fmla="*/ 17 h 46"/>
                <a:gd name="T32" fmla="*/ 18 w 32"/>
                <a:gd name="T33" fmla="*/ 20 h 46"/>
                <a:gd name="T34" fmla="*/ 29 w 32"/>
                <a:gd name="T35" fmla="*/ 25 h 46"/>
                <a:gd name="T36" fmla="*/ 32 w 32"/>
                <a:gd name="T37" fmla="*/ 34 h 46"/>
                <a:gd name="T38" fmla="*/ 28 w 32"/>
                <a:gd name="T39" fmla="*/ 43 h 46"/>
                <a:gd name="T40" fmla="*/ 17 w 32"/>
                <a:gd name="T41" fmla="*/ 46 h 46"/>
                <a:gd name="T42" fmla="*/ 5 w 32"/>
                <a:gd name="T43" fmla="*/ 42 h 46"/>
                <a:gd name="T44" fmla="*/ 0 w 32"/>
                <a:gd name="T45" fmla="*/ 32 h 46"/>
                <a:gd name="T46" fmla="*/ 0 w 32"/>
                <a:gd name="T47" fmla="*/ 32 h 46"/>
                <a:gd name="T48" fmla="*/ 7 w 32"/>
                <a:gd name="T49" fmla="*/ 32 h 46"/>
                <a:gd name="T50" fmla="*/ 10 w 32"/>
                <a:gd name="T51" fmla="*/ 38 h 46"/>
                <a:gd name="T52" fmla="*/ 17 w 32"/>
                <a:gd name="T53" fmla="*/ 40 h 46"/>
                <a:gd name="T54" fmla="*/ 23 w 32"/>
                <a:gd name="T55" fmla="*/ 38 h 46"/>
                <a:gd name="T56" fmla="*/ 25 w 32"/>
                <a:gd name="T57" fmla="*/ 34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2" h="46">
                  <a:moveTo>
                    <a:pt x="25" y="34"/>
                  </a:moveTo>
                  <a:cubicBezTo>
                    <a:pt x="25" y="32"/>
                    <a:pt x="24" y="31"/>
                    <a:pt x="23" y="29"/>
                  </a:cubicBezTo>
                  <a:cubicBezTo>
                    <a:pt x="22" y="28"/>
                    <a:pt x="19" y="27"/>
                    <a:pt x="16" y="26"/>
                  </a:cubicBezTo>
                  <a:cubicBezTo>
                    <a:pt x="11" y="25"/>
                    <a:pt x="8" y="23"/>
                    <a:pt x="5" y="21"/>
                  </a:cubicBezTo>
                  <a:cubicBezTo>
                    <a:pt x="2" y="19"/>
                    <a:pt x="1" y="16"/>
                    <a:pt x="1" y="13"/>
                  </a:cubicBezTo>
                  <a:cubicBezTo>
                    <a:pt x="1" y="9"/>
                    <a:pt x="3" y="6"/>
                    <a:pt x="5" y="4"/>
                  </a:cubicBezTo>
                  <a:cubicBezTo>
                    <a:pt x="8" y="2"/>
                    <a:pt x="12" y="0"/>
                    <a:pt x="16" y="0"/>
                  </a:cubicBezTo>
                  <a:cubicBezTo>
                    <a:pt x="21" y="0"/>
                    <a:pt x="25" y="2"/>
                    <a:pt x="28" y="4"/>
                  </a:cubicBezTo>
                  <a:cubicBezTo>
                    <a:pt x="31" y="7"/>
                    <a:pt x="32" y="10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5" y="12"/>
                    <a:pt x="24" y="10"/>
                    <a:pt x="23" y="8"/>
                  </a:cubicBezTo>
                  <a:cubicBezTo>
                    <a:pt x="21" y="7"/>
                    <a:pt x="19" y="6"/>
                    <a:pt x="16" y="6"/>
                  </a:cubicBezTo>
                  <a:cubicBezTo>
                    <a:pt x="14" y="6"/>
                    <a:pt x="12" y="7"/>
                    <a:pt x="11" y="8"/>
                  </a:cubicBezTo>
                  <a:cubicBezTo>
                    <a:pt x="9" y="9"/>
                    <a:pt x="9" y="11"/>
                    <a:pt x="9" y="13"/>
                  </a:cubicBezTo>
                  <a:cubicBezTo>
                    <a:pt x="9" y="14"/>
                    <a:pt x="9" y="16"/>
                    <a:pt x="11" y="17"/>
                  </a:cubicBezTo>
                  <a:cubicBezTo>
                    <a:pt x="12" y="18"/>
                    <a:pt x="15" y="19"/>
                    <a:pt x="18" y="20"/>
                  </a:cubicBezTo>
                  <a:cubicBezTo>
                    <a:pt x="23" y="21"/>
                    <a:pt x="26" y="23"/>
                    <a:pt x="29" y="25"/>
                  </a:cubicBezTo>
                  <a:cubicBezTo>
                    <a:pt x="31" y="28"/>
                    <a:pt x="32" y="30"/>
                    <a:pt x="32" y="34"/>
                  </a:cubicBezTo>
                  <a:cubicBezTo>
                    <a:pt x="32" y="38"/>
                    <a:pt x="31" y="41"/>
                    <a:pt x="28" y="43"/>
                  </a:cubicBezTo>
                  <a:cubicBezTo>
                    <a:pt x="25" y="45"/>
                    <a:pt x="21" y="46"/>
                    <a:pt x="17" y="46"/>
                  </a:cubicBezTo>
                  <a:cubicBezTo>
                    <a:pt x="12" y="46"/>
                    <a:pt x="8" y="45"/>
                    <a:pt x="5" y="42"/>
                  </a:cubicBezTo>
                  <a:cubicBezTo>
                    <a:pt x="2" y="40"/>
                    <a:pt x="0" y="37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7" y="35"/>
                    <a:pt x="8" y="37"/>
                    <a:pt x="10" y="38"/>
                  </a:cubicBezTo>
                  <a:cubicBezTo>
                    <a:pt x="12" y="39"/>
                    <a:pt x="14" y="40"/>
                    <a:pt x="17" y="40"/>
                  </a:cubicBezTo>
                  <a:cubicBezTo>
                    <a:pt x="19" y="40"/>
                    <a:pt x="21" y="40"/>
                    <a:pt x="23" y="38"/>
                  </a:cubicBezTo>
                  <a:cubicBezTo>
                    <a:pt x="24" y="37"/>
                    <a:pt x="25" y="36"/>
                    <a:pt x="25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296" name="Rectangle 15"/>
            <p:cNvSpPr>
              <a:spLocks noChangeArrowheads="1"/>
            </p:cNvSpPr>
            <p:nvPr/>
          </p:nvSpPr>
          <p:spPr bwMode="auto">
            <a:xfrm>
              <a:off x="2634" y="2244"/>
              <a:ext cx="19" cy="1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297" name="Freeform 16"/>
            <p:cNvSpPr>
              <a:spLocks/>
            </p:cNvSpPr>
            <p:nvPr/>
          </p:nvSpPr>
          <p:spPr bwMode="auto">
            <a:xfrm>
              <a:off x="2670" y="2244"/>
              <a:ext cx="109" cy="106"/>
            </a:xfrm>
            <a:custGeom>
              <a:avLst/>
              <a:gdLst>
                <a:gd name="T0" fmla="*/ 53 w 109"/>
                <a:gd name="T1" fmla="*/ 82 h 106"/>
                <a:gd name="T2" fmla="*/ 53 w 109"/>
                <a:gd name="T3" fmla="*/ 82 h 106"/>
                <a:gd name="T4" fmla="*/ 85 w 109"/>
                <a:gd name="T5" fmla="*/ 0 h 106"/>
                <a:gd name="T6" fmla="*/ 109 w 109"/>
                <a:gd name="T7" fmla="*/ 0 h 106"/>
                <a:gd name="T8" fmla="*/ 109 w 109"/>
                <a:gd name="T9" fmla="*/ 106 h 106"/>
                <a:gd name="T10" fmla="*/ 89 w 109"/>
                <a:gd name="T11" fmla="*/ 106 h 106"/>
                <a:gd name="T12" fmla="*/ 89 w 109"/>
                <a:gd name="T13" fmla="*/ 32 h 106"/>
                <a:gd name="T14" fmla="*/ 89 w 109"/>
                <a:gd name="T15" fmla="*/ 32 h 106"/>
                <a:gd name="T16" fmla="*/ 60 w 109"/>
                <a:gd name="T17" fmla="*/ 106 h 106"/>
                <a:gd name="T18" fmla="*/ 48 w 109"/>
                <a:gd name="T19" fmla="*/ 106 h 106"/>
                <a:gd name="T20" fmla="*/ 17 w 109"/>
                <a:gd name="T21" fmla="*/ 29 h 106"/>
                <a:gd name="T22" fmla="*/ 17 w 109"/>
                <a:gd name="T23" fmla="*/ 29 h 106"/>
                <a:gd name="T24" fmla="*/ 17 w 109"/>
                <a:gd name="T25" fmla="*/ 106 h 106"/>
                <a:gd name="T26" fmla="*/ 0 w 109"/>
                <a:gd name="T27" fmla="*/ 106 h 106"/>
                <a:gd name="T28" fmla="*/ 0 w 109"/>
                <a:gd name="T29" fmla="*/ 0 h 106"/>
                <a:gd name="T30" fmla="*/ 22 w 109"/>
                <a:gd name="T31" fmla="*/ 0 h 106"/>
                <a:gd name="T32" fmla="*/ 53 w 109"/>
                <a:gd name="T33" fmla="*/ 82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106">
                  <a:moveTo>
                    <a:pt x="53" y="82"/>
                  </a:moveTo>
                  <a:lnTo>
                    <a:pt x="53" y="82"/>
                  </a:lnTo>
                  <a:lnTo>
                    <a:pt x="85" y="0"/>
                  </a:lnTo>
                  <a:lnTo>
                    <a:pt x="109" y="0"/>
                  </a:lnTo>
                  <a:lnTo>
                    <a:pt x="109" y="106"/>
                  </a:lnTo>
                  <a:lnTo>
                    <a:pt x="89" y="106"/>
                  </a:lnTo>
                  <a:lnTo>
                    <a:pt x="89" y="32"/>
                  </a:lnTo>
                  <a:lnTo>
                    <a:pt x="89" y="32"/>
                  </a:lnTo>
                  <a:lnTo>
                    <a:pt x="60" y="106"/>
                  </a:lnTo>
                  <a:lnTo>
                    <a:pt x="48" y="106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17" y="106"/>
                  </a:lnTo>
                  <a:lnTo>
                    <a:pt x="0" y="106"/>
                  </a:lnTo>
                  <a:lnTo>
                    <a:pt x="0" y="0"/>
                  </a:lnTo>
                  <a:lnTo>
                    <a:pt x="22" y="0"/>
                  </a:lnTo>
                  <a:lnTo>
                    <a:pt x="53" y="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  <p:sp>
          <p:nvSpPr>
            <p:cNvPr id="2298" name="Freeform 17"/>
            <p:cNvSpPr>
              <a:spLocks noEditPoints="1"/>
            </p:cNvSpPr>
            <p:nvPr/>
          </p:nvSpPr>
          <p:spPr bwMode="auto">
            <a:xfrm>
              <a:off x="2464" y="2151"/>
              <a:ext cx="395" cy="569"/>
            </a:xfrm>
            <a:custGeom>
              <a:avLst/>
              <a:gdLst>
                <a:gd name="T0" fmla="*/ 140 w 163"/>
                <a:gd name="T1" fmla="*/ 237 h 237"/>
                <a:gd name="T2" fmla="*/ 113 w 163"/>
                <a:gd name="T3" fmla="*/ 237 h 237"/>
                <a:gd name="T4" fmla="*/ 113 w 163"/>
                <a:gd name="T5" fmla="*/ 236 h 237"/>
                <a:gd name="T6" fmla="*/ 106 w 163"/>
                <a:gd name="T7" fmla="*/ 230 h 237"/>
                <a:gd name="T8" fmla="*/ 99 w 163"/>
                <a:gd name="T9" fmla="*/ 236 h 237"/>
                <a:gd name="T10" fmla="*/ 98 w 163"/>
                <a:gd name="T11" fmla="*/ 237 h 237"/>
                <a:gd name="T12" fmla="*/ 64 w 163"/>
                <a:gd name="T13" fmla="*/ 237 h 237"/>
                <a:gd name="T14" fmla="*/ 64 w 163"/>
                <a:gd name="T15" fmla="*/ 236 h 237"/>
                <a:gd name="T16" fmla="*/ 57 w 163"/>
                <a:gd name="T17" fmla="*/ 230 h 237"/>
                <a:gd name="T18" fmla="*/ 50 w 163"/>
                <a:gd name="T19" fmla="*/ 236 h 237"/>
                <a:gd name="T20" fmla="*/ 50 w 163"/>
                <a:gd name="T21" fmla="*/ 237 h 237"/>
                <a:gd name="T22" fmla="*/ 22 w 163"/>
                <a:gd name="T23" fmla="*/ 237 h 237"/>
                <a:gd name="T24" fmla="*/ 0 w 163"/>
                <a:gd name="T25" fmla="*/ 215 h 237"/>
                <a:gd name="T26" fmla="*/ 0 w 163"/>
                <a:gd name="T27" fmla="*/ 22 h 237"/>
                <a:gd name="T28" fmla="*/ 22 w 163"/>
                <a:gd name="T29" fmla="*/ 0 h 237"/>
                <a:gd name="T30" fmla="*/ 111 w 163"/>
                <a:gd name="T31" fmla="*/ 0 h 237"/>
                <a:gd name="T32" fmla="*/ 127 w 163"/>
                <a:gd name="T33" fmla="*/ 7 h 237"/>
                <a:gd name="T34" fmla="*/ 156 w 163"/>
                <a:gd name="T35" fmla="*/ 36 h 237"/>
                <a:gd name="T36" fmla="*/ 163 w 163"/>
                <a:gd name="T37" fmla="*/ 51 h 237"/>
                <a:gd name="T38" fmla="*/ 163 w 163"/>
                <a:gd name="T39" fmla="*/ 215 h 237"/>
                <a:gd name="T40" fmla="*/ 140 w 163"/>
                <a:gd name="T41" fmla="*/ 237 h 237"/>
                <a:gd name="T42" fmla="*/ 116 w 163"/>
                <a:gd name="T43" fmla="*/ 233 h 237"/>
                <a:gd name="T44" fmla="*/ 140 w 163"/>
                <a:gd name="T45" fmla="*/ 233 h 237"/>
                <a:gd name="T46" fmla="*/ 159 w 163"/>
                <a:gd name="T47" fmla="*/ 215 h 237"/>
                <a:gd name="T48" fmla="*/ 159 w 163"/>
                <a:gd name="T49" fmla="*/ 51 h 237"/>
                <a:gd name="T50" fmla="*/ 153 w 163"/>
                <a:gd name="T51" fmla="*/ 38 h 237"/>
                <a:gd name="T52" fmla="*/ 124 w 163"/>
                <a:gd name="T53" fmla="*/ 9 h 237"/>
                <a:gd name="T54" fmla="*/ 111 w 163"/>
                <a:gd name="T55" fmla="*/ 4 h 237"/>
                <a:gd name="T56" fmla="*/ 22 w 163"/>
                <a:gd name="T57" fmla="*/ 4 h 237"/>
                <a:gd name="T58" fmla="*/ 4 w 163"/>
                <a:gd name="T59" fmla="*/ 22 h 237"/>
                <a:gd name="T60" fmla="*/ 4 w 163"/>
                <a:gd name="T61" fmla="*/ 215 h 237"/>
                <a:gd name="T62" fmla="*/ 22 w 163"/>
                <a:gd name="T63" fmla="*/ 233 h 237"/>
                <a:gd name="T64" fmla="*/ 47 w 163"/>
                <a:gd name="T65" fmla="*/ 233 h 237"/>
                <a:gd name="T66" fmla="*/ 57 w 163"/>
                <a:gd name="T67" fmla="*/ 226 h 237"/>
                <a:gd name="T68" fmla="*/ 67 w 163"/>
                <a:gd name="T69" fmla="*/ 233 h 237"/>
                <a:gd name="T70" fmla="*/ 95 w 163"/>
                <a:gd name="T71" fmla="*/ 233 h 237"/>
                <a:gd name="T72" fmla="*/ 106 w 163"/>
                <a:gd name="T73" fmla="*/ 226 h 237"/>
                <a:gd name="T74" fmla="*/ 116 w 163"/>
                <a:gd name="T75" fmla="*/ 23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3" h="237">
                  <a:moveTo>
                    <a:pt x="140" y="237"/>
                  </a:moveTo>
                  <a:cubicBezTo>
                    <a:pt x="113" y="237"/>
                    <a:pt x="113" y="237"/>
                    <a:pt x="113" y="237"/>
                  </a:cubicBezTo>
                  <a:cubicBezTo>
                    <a:pt x="113" y="236"/>
                    <a:pt x="113" y="236"/>
                    <a:pt x="113" y="236"/>
                  </a:cubicBezTo>
                  <a:cubicBezTo>
                    <a:pt x="112" y="232"/>
                    <a:pt x="109" y="230"/>
                    <a:pt x="106" y="230"/>
                  </a:cubicBezTo>
                  <a:cubicBezTo>
                    <a:pt x="102" y="230"/>
                    <a:pt x="99" y="232"/>
                    <a:pt x="99" y="236"/>
                  </a:cubicBezTo>
                  <a:cubicBezTo>
                    <a:pt x="98" y="237"/>
                    <a:pt x="98" y="237"/>
                    <a:pt x="98" y="237"/>
                  </a:cubicBezTo>
                  <a:cubicBezTo>
                    <a:pt x="64" y="237"/>
                    <a:pt x="64" y="237"/>
                    <a:pt x="64" y="237"/>
                  </a:cubicBezTo>
                  <a:cubicBezTo>
                    <a:pt x="64" y="236"/>
                    <a:pt x="64" y="236"/>
                    <a:pt x="64" y="236"/>
                  </a:cubicBezTo>
                  <a:cubicBezTo>
                    <a:pt x="63" y="232"/>
                    <a:pt x="60" y="230"/>
                    <a:pt x="57" y="230"/>
                  </a:cubicBezTo>
                  <a:cubicBezTo>
                    <a:pt x="54" y="230"/>
                    <a:pt x="51" y="232"/>
                    <a:pt x="50" y="236"/>
                  </a:cubicBezTo>
                  <a:cubicBezTo>
                    <a:pt x="50" y="237"/>
                    <a:pt x="50" y="237"/>
                    <a:pt x="50" y="237"/>
                  </a:cubicBezTo>
                  <a:cubicBezTo>
                    <a:pt x="22" y="237"/>
                    <a:pt x="22" y="237"/>
                    <a:pt x="22" y="237"/>
                  </a:cubicBezTo>
                  <a:cubicBezTo>
                    <a:pt x="10" y="237"/>
                    <a:pt x="0" y="227"/>
                    <a:pt x="0" y="21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10" y="0"/>
                    <a:pt x="22" y="0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117" y="0"/>
                    <a:pt x="123" y="2"/>
                    <a:pt x="127" y="7"/>
                  </a:cubicBezTo>
                  <a:cubicBezTo>
                    <a:pt x="156" y="36"/>
                    <a:pt x="156" y="36"/>
                    <a:pt x="156" y="36"/>
                  </a:cubicBezTo>
                  <a:cubicBezTo>
                    <a:pt x="160" y="40"/>
                    <a:pt x="163" y="45"/>
                    <a:pt x="163" y="51"/>
                  </a:cubicBezTo>
                  <a:cubicBezTo>
                    <a:pt x="163" y="215"/>
                    <a:pt x="163" y="215"/>
                    <a:pt x="163" y="215"/>
                  </a:cubicBezTo>
                  <a:cubicBezTo>
                    <a:pt x="163" y="227"/>
                    <a:pt x="153" y="237"/>
                    <a:pt x="140" y="237"/>
                  </a:cubicBezTo>
                  <a:close/>
                  <a:moveTo>
                    <a:pt x="116" y="233"/>
                  </a:moveTo>
                  <a:cubicBezTo>
                    <a:pt x="140" y="233"/>
                    <a:pt x="140" y="233"/>
                    <a:pt x="140" y="233"/>
                  </a:cubicBezTo>
                  <a:cubicBezTo>
                    <a:pt x="150" y="233"/>
                    <a:pt x="159" y="225"/>
                    <a:pt x="159" y="215"/>
                  </a:cubicBezTo>
                  <a:cubicBezTo>
                    <a:pt x="159" y="51"/>
                    <a:pt x="159" y="51"/>
                    <a:pt x="159" y="51"/>
                  </a:cubicBezTo>
                  <a:cubicBezTo>
                    <a:pt x="159" y="46"/>
                    <a:pt x="157" y="42"/>
                    <a:pt x="153" y="38"/>
                  </a:cubicBezTo>
                  <a:cubicBezTo>
                    <a:pt x="124" y="9"/>
                    <a:pt x="124" y="9"/>
                    <a:pt x="124" y="9"/>
                  </a:cubicBezTo>
                  <a:cubicBezTo>
                    <a:pt x="121" y="6"/>
                    <a:pt x="116" y="4"/>
                    <a:pt x="111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12" y="4"/>
                    <a:pt x="4" y="12"/>
                    <a:pt x="4" y="22"/>
                  </a:cubicBezTo>
                  <a:cubicBezTo>
                    <a:pt x="4" y="215"/>
                    <a:pt x="4" y="215"/>
                    <a:pt x="4" y="215"/>
                  </a:cubicBezTo>
                  <a:cubicBezTo>
                    <a:pt x="4" y="225"/>
                    <a:pt x="12" y="233"/>
                    <a:pt x="22" y="233"/>
                  </a:cubicBezTo>
                  <a:cubicBezTo>
                    <a:pt x="47" y="233"/>
                    <a:pt x="47" y="233"/>
                    <a:pt x="47" y="233"/>
                  </a:cubicBezTo>
                  <a:cubicBezTo>
                    <a:pt x="48" y="229"/>
                    <a:pt x="52" y="226"/>
                    <a:pt x="57" y="226"/>
                  </a:cubicBezTo>
                  <a:cubicBezTo>
                    <a:pt x="62" y="226"/>
                    <a:pt x="66" y="229"/>
                    <a:pt x="67" y="233"/>
                  </a:cubicBezTo>
                  <a:cubicBezTo>
                    <a:pt x="95" y="233"/>
                    <a:pt x="95" y="233"/>
                    <a:pt x="95" y="233"/>
                  </a:cubicBezTo>
                  <a:cubicBezTo>
                    <a:pt x="97" y="229"/>
                    <a:pt x="101" y="226"/>
                    <a:pt x="106" y="226"/>
                  </a:cubicBezTo>
                  <a:cubicBezTo>
                    <a:pt x="110" y="226"/>
                    <a:pt x="114" y="229"/>
                    <a:pt x="116" y="233"/>
                  </a:cubicBezTo>
                  <a:close/>
                </a:path>
              </a:pathLst>
            </a:custGeom>
            <a:solidFill>
              <a:srgbClr val="2318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TW" altLang="en-US"/>
            </a:p>
          </p:txBody>
        </p:sp>
      </p:grpSp>
      <p:sp>
        <p:nvSpPr>
          <p:cNvPr id="1461" name="矩形 1460"/>
          <p:cNvSpPr/>
          <p:nvPr/>
        </p:nvSpPr>
        <p:spPr>
          <a:xfrm>
            <a:off x="2187798" y="5425834"/>
            <a:ext cx="773282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50" dirty="0"/>
              <a:t>Micro SD</a:t>
            </a:r>
            <a:endParaRPr lang="zh-TW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994704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/>
          <p:cNvGrpSpPr/>
          <p:nvPr/>
        </p:nvGrpSpPr>
        <p:grpSpPr>
          <a:xfrm>
            <a:off x="943731" y="3762557"/>
            <a:ext cx="709553" cy="246508"/>
            <a:chOff x="8963025" y="2260046"/>
            <a:chExt cx="828675" cy="287892"/>
          </a:xfrm>
        </p:grpSpPr>
        <p:grpSp>
          <p:nvGrpSpPr>
            <p:cNvPr id="18" name="群組 17"/>
            <p:cNvGrpSpPr/>
            <p:nvPr/>
          </p:nvGrpSpPr>
          <p:grpSpPr>
            <a:xfrm>
              <a:off x="8963025" y="2260046"/>
              <a:ext cx="828675" cy="287892"/>
              <a:chOff x="8963025" y="2260046"/>
              <a:chExt cx="828675" cy="287892"/>
            </a:xfrm>
          </p:grpSpPr>
          <p:sp>
            <p:nvSpPr>
              <p:cNvPr id="123" name="矩形 122"/>
              <p:cNvSpPr/>
              <p:nvPr/>
            </p:nvSpPr>
            <p:spPr>
              <a:xfrm>
                <a:off x="8963025" y="2260046"/>
                <a:ext cx="828675" cy="250506"/>
              </a:xfrm>
              <a:prstGeom prst="rect">
                <a:avLst/>
              </a:prstGeom>
              <a:solidFill>
                <a:srgbClr val="66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grpSp>
            <p:nvGrpSpPr>
              <p:cNvPr id="17" name="群組 16"/>
              <p:cNvGrpSpPr/>
              <p:nvPr/>
            </p:nvGrpSpPr>
            <p:grpSpPr>
              <a:xfrm>
                <a:off x="9122271" y="2260046"/>
                <a:ext cx="510183" cy="287892"/>
                <a:chOff x="9129713" y="2260046"/>
                <a:chExt cx="510183" cy="287892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9129713" y="2260046"/>
                  <a:ext cx="510183" cy="287892"/>
                </a:xfrm>
                <a:prstGeom prst="rect">
                  <a:avLst/>
                </a:prstGeom>
                <a:solidFill>
                  <a:srgbClr val="6699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16" name="群組 15"/>
                <p:cNvGrpSpPr/>
                <p:nvPr/>
              </p:nvGrpSpPr>
              <p:grpSpPr>
                <a:xfrm>
                  <a:off x="9168409" y="2299573"/>
                  <a:ext cx="127398" cy="210979"/>
                  <a:chOff x="8621316" y="2307430"/>
                  <a:chExt cx="127398" cy="210979"/>
                </a:xfrm>
              </p:grpSpPr>
              <p:sp>
                <p:nvSpPr>
                  <p:cNvPr id="13" name="矩形 12"/>
                  <p:cNvSpPr/>
                  <p:nvPr/>
                </p:nvSpPr>
                <p:spPr>
                  <a:xfrm>
                    <a:off x="8621316" y="2307430"/>
                    <a:ext cx="127398" cy="166688"/>
                  </a:xfrm>
                  <a:prstGeom prst="rect">
                    <a:avLst/>
                  </a:prstGeom>
                  <a:solidFill>
                    <a:srgbClr val="3366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14" name="等腰三角形 13"/>
                  <p:cNvSpPr/>
                  <p:nvPr/>
                </p:nvSpPr>
                <p:spPr>
                  <a:xfrm>
                    <a:off x="8621316" y="2429828"/>
                    <a:ext cx="127398" cy="88581"/>
                  </a:xfrm>
                  <a:prstGeom prst="triangle">
                    <a:avLst/>
                  </a:prstGeom>
                  <a:solidFill>
                    <a:srgbClr val="3366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15" name="矩形 14"/>
                  <p:cNvSpPr/>
                  <p:nvPr/>
                </p:nvSpPr>
                <p:spPr>
                  <a:xfrm>
                    <a:off x="8662155" y="2360534"/>
                    <a:ext cx="45719" cy="50006"/>
                  </a:xfrm>
                  <a:prstGeom prst="rect">
                    <a:avLst/>
                  </a:prstGeom>
                  <a:solidFill>
                    <a:srgbClr val="FFCC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</p:grpSp>
            <p:grpSp>
              <p:nvGrpSpPr>
                <p:cNvPr id="115" name="群組 114"/>
                <p:cNvGrpSpPr/>
                <p:nvPr/>
              </p:nvGrpSpPr>
              <p:grpSpPr>
                <a:xfrm>
                  <a:off x="9320980" y="2299573"/>
                  <a:ext cx="127398" cy="210979"/>
                  <a:chOff x="8621316" y="2307430"/>
                  <a:chExt cx="127398" cy="210979"/>
                </a:xfrm>
              </p:grpSpPr>
              <p:sp>
                <p:nvSpPr>
                  <p:cNvPr id="116" name="矩形 115"/>
                  <p:cNvSpPr/>
                  <p:nvPr/>
                </p:nvSpPr>
                <p:spPr>
                  <a:xfrm>
                    <a:off x="8621316" y="2307430"/>
                    <a:ext cx="127398" cy="166688"/>
                  </a:xfrm>
                  <a:prstGeom prst="rect">
                    <a:avLst/>
                  </a:prstGeom>
                  <a:solidFill>
                    <a:srgbClr val="3366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117" name="等腰三角形 116"/>
                  <p:cNvSpPr/>
                  <p:nvPr/>
                </p:nvSpPr>
                <p:spPr>
                  <a:xfrm>
                    <a:off x="8621316" y="2429828"/>
                    <a:ext cx="127398" cy="88581"/>
                  </a:xfrm>
                  <a:prstGeom prst="triangle">
                    <a:avLst/>
                  </a:prstGeom>
                  <a:solidFill>
                    <a:srgbClr val="3366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118" name="矩形 117"/>
                  <p:cNvSpPr/>
                  <p:nvPr/>
                </p:nvSpPr>
                <p:spPr>
                  <a:xfrm>
                    <a:off x="8662155" y="2360534"/>
                    <a:ext cx="45719" cy="50006"/>
                  </a:xfrm>
                  <a:prstGeom prst="rect">
                    <a:avLst/>
                  </a:prstGeom>
                  <a:solidFill>
                    <a:srgbClr val="FFCC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</p:grpSp>
            <p:grpSp>
              <p:nvGrpSpPr>
                <p:cNvPr id="119" name="群組 118"/>
                <p:cNvGrpSpPr/>
                <p:nvPr/>
              </p:nvGrpSpPr>
              <p:grpSpPr>
                <a:xfrm>
                  <a:off x="9473552" y="2299573"/>
                  <a:ext cx="127398" cy="210979"/>
                  <a:chOff x="8621316" y="2307430"/>
                  <a:chExt cx="127398" cy="210979"/>
                </a:xfrm>
              </p:grpSpPr>
              <p:sp>
                <p:nvSpPr>
                  <p:cNvPr id="120" name="矩形 119"/>
                  <p:cNvSpPr/>
                  <p:nvPr/>
                </p:nvSpPr>
                <p:spPr>
                  <a:xfrm>
                    <a:off x="8621316" y="2307430"/>
                    <a:ext cx="127398" cy="166688"/>
                  </a:xfrm>
                  <a:prstGeom prst="rect">
                    <a:avLst/>
                  </a:prstGeom>
                  <a:solidFill>
                    <a:srgbClr val="3366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121" name="等腰三角形 120"/>
                  <p:cNvSpPr/>
                  <p:nvPr/>
                </p:nvSpPr>
                <p:spPr>
                  <a:xfrm>
                    <a:off x="8621316" y="2429828"/>
                    <a:ext cx="127398" cy="88581"/>
                  </a:xfrm>
                  <a:prstGeom prst="triangle">
                    <a:avLst/>
                  </a:prstGeom>
                  <a:solidFill>
                    <a:srgbClr val="3366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sp>
                <p:nvSpPr>
                  <p:cNvPr id="122" name="矩形 121"/>
                  <p:cNvSpPr/>
                  <p:nvPr/>
                </p:nvSpPr>
                <p:spPr>
                  <a:xfrm>
                    <a:off x="8662155" y="2360534"/>
                    <a:ext cx="45719" cy="50006"/>
                  </a:xfrm>
                  <a:prstGeom prst="rect">
                    <a:avLst/>
                  </a:prstGeom>
                  <a:solidFill>
                    <a:srgbClr val="FFCC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</p:grpSp>
          </p:grpSp>
        </p:grpSp>
        <p:grpSp>
          <p:nvGrpSpPr>
            <p:cNvPr id="27" name="群組 26"/>
            <p:cNvGrpSpPr/>
            <p:nvPr/>
          </p:nvGrpSpPr>
          <p:grpSpPr>
            <a:xfrm>
              <a:off x="9009553" y="2345063"/>
              <a:ext cx="90000" cy="90000"/>
              <a:chOff x="8436768" y="2277440"/>
              <a:chExt cx="90000" cy="90000"/>
            </a:xfrm>
          </p:grpSpPr>
          <p:sp>
            <p:nvSpPr>
              <p:cNvPr id="24" name="橢圓 23"/>
              <p:cNvSpPr/>
              <p:nvPr/>
            </p:nvSpPr>
            <p:spPr>
              <a:xfrm>
                <a:off x="8436768" y="2277440"/>
                <a:ext cx="90000" cy="90000"/>
              </a:xfrm>
              <a:prstGeom prst="ellipse">
                <a:avLst/>
              </a:prstGeom>
              <a:solidFill>
                <a:schemeClr val="accent4"/>
              </a:solidFill>
              <a:ln w="3175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5" name="橢圓 24"/>
              <p:cNvSpPr/>
              <p:nvPr/>
            </p:nvSpPr>
            <p:spPr>
              <a:xfrm>
                <a:off x="8454768" y="2295440"/>
                <a:ext cx="54000" cy="54000"/>
              </a:xfrm>
              <a:prstGeom prst="ellipse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rgbClr val="FFCC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124" name="群組 123"/>
            <p:cNvGrpSpPr/>
            <p:nvPr/>
          </p:nvGrpSpPr>
          <p:grpSpPr>
            <a:xfrm>
              <a:off x="9650239" y="2340299"/>
              <a:ext cx="90000" cy="90000"/>
              <a:chOff x="8436768" y="2277440"/>
              <a:chExt cx="90000" cy="90000"/>
            </a:xfrm>
          </p:grpSpPr>
          <p:sp>
            <p:nvSpPr>
              <p:cNvPr id="125" name="橢圓 124"/>
              <p:cNvSpPr/>
              <p:nvPr/>
            </p:nvSpPr>
            <p:spPr>
              <a:xfrm>
                <a:off x="8436768" y="2277440"/>
                <a:ext cx="90000" cy="90000"/>
              </a:xfrm>
              <a:prstGeom prst="ellipse">
                <a:avLst/>
              </a:prstGeom>
              <a:solidFill>
                <a:schemeClr val="accent4"/>
              </a:solidFill>
              <a:ln w="3175"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26" name="橢圓 125"/>
              <p:cNvSpPr/>
              <p:nvPr/>
            </p:nvSpPr>
            <p:spPr>
              <a:xfrm>
                <a:off x="8454768" y="2295440"/>
                <a:ext cx="54000" cy="54000"/>
              </a:xfrm>
              <a:prstGeom prst="ellipse">
                <a:avLst/>
              </a:prstGeom>
              <a:solidFill>
                <a:schemeClr val="accent4">
                  <a:lumMod val="50000"/>
                </a:schemeClr>
              </a:solidFill>
              <a:ln>
                <a:solidFill>
                  <a:srgbClr val="FFCC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</p:grpSp>
      <p:sp>
        <p:nvSpPr>
          <p:cNvPr id="128" name="矩形 127"/>
          <p:cNvSpPr/>
          <p:nvPr/>
        </p:nvSpPr>
        <p:spPr>
          <a:xfrm>
            <a:off x="538490" y="5259212"/>
            <a:ext cx="1520034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Terminal block</a:t>
            </a:r>
            <a:endParaRPr lang="zh-TW" altLang="en-US" sz="1200" dirty="0"/>
          </a:p>
        </p:txBody>
      </p:sp>
      <p:grpSp>
        <p:nvGrpSpPr>
          <p:cNvPr id="35" name="群組 34"/>
          <p:cNvGrpSpPr/>
          <p:nvPr/>
        </p:nvGrpSpPr>
        <p:grpSpPr>
          <a:xfrm>
            <a:off x="493274" y="1039682"/>
            <a:ext cx="704739" cy="1509650"/>
            <a:chOff x="6746147" y="1030517"/>
            <a:chExt cx="823053" cy="1763095"/>
          </a:xfrm>
        </p:grpSpPr>
        <p:sp>
          <p:nvSpPr>
            <p:cNvPr id="33" name="矩形 32"/>
            <p:cNvSpPr/>
            <p:nvPr/>
          </p:nvSpPr>
          <p:spPr>
            <a:xfrm>
              <a:off x="6846888" y="2593137"/>
              <a:ext cx="628650" cy="200475"/>
            </a:xfrm>
            <a:prstGeom prst="rect">
              <a:avLst/>
            </a:prstGeom>
            <a:solidFill>
              <a:srgbClr val="FFCC00"/>
            </a:solidFill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6" name="圓角矩形 25"/>
            <p:cNvSpPr/>
            <p:nvPr/>
          </p:nvSpPr>
          <p:spPr>
            <a:xfrm>
              <a:off x="6795038" y="1294946"/>
              <a:ext cx="295793" cy="254567"/>
            </a:xfrm>
            <a:prstGeom prst="roundRect">
              <a:avLst>
                <a:gd name="adj" fmla="val 7313"/>
              </a:avLst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2" name="矩形 11"/>
            <p:cNvSpPr/>
            <p:nvPr/>
          </p:nvSpPr>
          <p:spPr>
            <a:xfrm>
              <a:off x="6753226" y="1348354"/>
              <a:ext cx="815974" cy="136582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29" name="圓角矩形 128"/>
            <p:cNvSpPr/>
            <p:nvPr/>
          </p:nvSpPr>
          <p:spPr>
            <a:xfrm>
              <a:off x="7123088" y="1348353"/>
              <a:ext cx="434287" cy="278699"/>
            </a:xfrm>
            <a:prstGeom prst="roundRect">
              <a:avLst>
                <a:gd name="adj" fmla="val 793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32" name="群組 31"/>
            <p:cNvGrpSpPr/>
            <p:nvPr/>
          </p:nvGrpSpPr>
          <p:grpSpPr>
            <a:xfrm>
              <a:off x="6746147" y="1030517"/>
              <a:ext cx="45719" cy="317836"/>
              <a:chOff x="6133533" y="602452"/>
              <a:chExt cx="45719" cy="317836"/>
            </a:xfrm>
          </p:grpSpPr>
          <p:cxnSp>
            <p:nvCxnSpPr>
              <p:cNvPr id="31" name="直線接點 30"/>
              <p:cNvCxnSpPr/>
              <p:nvPr/>
            </p:nvCxnSpPr>
            <p:spPr>
              <a:xfrm>
                <a:off x="6167346" y="632288"/>
                <a:ext cx="0" cy="288000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圓角矩形 28"/>
              <p:cNvSpPr/>
              <p:nvPr/>
            </p:nvSpPr>
            <p:spPr>
              <a:xfrm>
                <a:off x="6133533" y="602452"/>
                <a:ext cx="45719" cy="219075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sp>
          <p:nvSpPr>
            <p:cNvPr id="34" name="圓角化單一角落矩形 33"/>
            <p:cNvSpPr/>
            <p:nvPr/>
          </p:nvSpPr>
          <p:spPr>
            <a:xfrm>
              <a:off x="6871468" y="1895820"/>
              <a:ext cx="604070" cy="358429"/>
            </a:xfrm>
            <a:prstGeom prst="round1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TW" sz="942" dirty="0">
                  <a:solidFill>
                    <a:schemeClr val="tx1"/>
                  </a:solidFill>
                </a:rPr>
                <a:t>CRPS</a:t>
              </a:r>
              <a:endParaRPr lang="zh-TW" altLang="en-US" sz="154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4" name="群組 53"/>
          <p:cNvGrpSpPr/>
          <p:nvPr/>
        </p:nvGrpSpPr>
        <p:grpSpPr>
          <a:xfrm>
            <a:off x="1433907" y="1029488"/>
            <a:ext cx="795721" cy="1871143"/>
            <a:chOff x="7229964" y="1195609"/>
            <a:chExt cx="929309" cy="2185276"/>
          </a:xfrm>
        </p:grpSpPr>
        <p:sp>
          <p:nvSpPr>
            <p:cNvPr id="140" name="圓角矩形 139"/>
            <p:cNvSpPr/>
            <p:nvPr/>
          </p:nvSpPr>
          <p:spPr>
            <a:xfrm>
              <a:off x="7771121" y="1197990"/>
              <a:ext cx="45719" cy="367337"/>
            </a:xfrm>
            <a:prstGeom prst="roundRect">
              <a:avLst>
                <a:gd name="adj" fmla="val 7313"/>
              </a:avLst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1" name="圓角矩形 140"/>
            <p:cNvSpPr/>
            <p:nvPr/>
          </p:nvSpPr>
          <p:spPr>
            <a:xfrm>
              <a:off x="7825968" y="1471943"/>
              <a:ext cx="295793" cy="254567"/>
            </a:xfrm>
            <a:prstGeom prst="roundRect">
              <a:avLst>
                <a:gd name="adj" fmla="val 7313"/>
              </a:avLst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142" name="群組 141"/>
            <p:cNvGrpSpPr/>
            <p:nvPr/>
          </p:nvGrpSpPr>
          <p:grpSpPr>
            <a:xfrm>
              <a:off x="7698498" y="1195609"/>
              <a:ext cx="45719" cy="329741"/>
              <a:chOff x="6133533" y="590547"/>
              <a:chExt cx="45719" cy="329741"/>
            </a:xfrm>
          </p:grpSpPr>
          <p:cxnSp>
            <p:nvCxnSpPr>
              <p:cNvPr id="143" name="直線接點 142"/>
              <p:cNvCxnSpPr/>
              <p:nvPr/>
            </p:nvCxnSpPr>
            <p:spPr>
              <a:xfrm>
                <a:off x="6167346" y="632288"/>
                <a:ext cx="0" cy="288000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4" name="圓角矩形 143"/>
              <p:cNvSpPr/>
              <p:nvPr/>
            </p:nvSpPr>
            <p:spPr>
              <a:xfrm>
                <a:off x="6133533" y="590547"/>
                <a:ext cx="45719" cy="219075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sp>
          <p:nvSpPr>
            <p:cNvPr id="139" name="圓角矩形 138"/>
            <p:cNvSpPr/>
            <p:nvPr/>
          </p:nvSpPr>
          <p:spPr>
            <a:xfrm>
              <a:off x="7302587" y="1197990"/>
              <a:ext cx="45719" cy="367337"/>
            </a:xfrm>
            <a:prstGeom prst="roundRect">
              <a:avLst>
                <a:gd name="adj" fmla="val 7313"/>
              </a:avLst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1" name="矩形 130"/>
            <p:cNvSpPr/>
            <p:nvPr/>
          </p:nvSpPr>
          <p:spPr>
            <a:xfrm>
              <a:off x="7330705" y="2770134"/>
              <a:ext cx="628650" cy="200475"/>
            </a:xfrm>
            <a:prstGeom prst="rect">
              <a:avLst/>
            </a:prstGeom>
            <a:solidFill>
              <a:schemeClr val="accent4"/>
            </a:solidFill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2" name="圓角矩形 131"/>
            <p:cNvSpPr/>
            <p:nvPr/>
          </p:nvSpPr>
          <p:spPr>
            <a:xfrm>
              <a:off x="7357434" y="1471943"/>
              <a:ext cx="295793" cy="254567"/>
            </a:xfrm>
            <a:prstGeom prst="roundRect">
              <a:avLst>
                <a:gd name="adj" fmla="val 7313"/>
              </a:avLst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3" name="矩形 132"/>
            <p:cNvSpPr/>
            <p:nvPr/>
          </p:nvSpPr>
          <p:spPr>
            <a:xfrm>
              <a:off x="7237043" y="1525350"/>
              <a:ext cx="922230" cy="185553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135" name="群組 134"/>
            <p:cNvGrpSpPr/>
            <p:nvPr/>
          </p:nvGrpSpPr>
          <p:grpSpPr>
            <a:xfrm>
              <a:off x="7229964" y="1195609"/>
              <a:ext cx="45719" cy="329741"/>
              <a:chOff x="6133533" y="590547"/>
              <a:chExt cx="45719" cy="329741"/>
            </a:xfrm>
          </p:grpSpPr>
          <p:cxnSp>
            <p:nvCxnSpPr>
              <p:cNvPr id="137" name="直線接點 136"/>
              <p:cNvCxnSpPr/>
              <p:nvPr/>
            </p:nvCxnSpPr>
            <p:spPr>
              <a:xfrm>
                <a:off x="6167346" y="632288"/>
                <a:ext cx="0" cy="288000"/>
              </a:xfrm>
              <a:prstGeom prst="line">
                <a:avLst/>
              </a:prstGeom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圓角矩形 137"/>
              <p:cNvSpPr/>
              <p:nvPr/>
            </p:nvSpPr>
            <p:spPr>
              <a:xfrm>
                <a:off x="6133533" y="590547"/>
                <a:ext cx="45719" cy="219075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sp>
          <p:nvSpPr>
            <p:cNvPr id="136" name="圓角化單一角落矩形 135"/>
            <p:cNvSpPr/>
            <p:nvPr/>
          </p:nvSpPr>
          <p:spPr>
            <a:xfrm>
              <a:off x="7419322" y="1860819"/>
              <a:ext cx="604070" cy="358429"/>
            </a:xfrm>
            <a:prstGeom prst="round1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942" dirty="0">
                  <a:solidFill>
                    <a:schemeClr val="tx1"/>
                  </a:solidFill>
                </a:rPr>
                <a:t>Dual Slim</a:t>
              </a:r>
              <a:endParaRPr lang="zh-TW" altLang="en-US" sz="1541" dirty="0">
                <a:solidFill>
                  <a:schemeClr val="tx1"/>
                </a:solidFill>
              </a:endParaRPr>
            </a:p>
          </p:txBody>
        </p:sp>
        <p:sp>
          <p:nvSpPr>
            <p:cNvPr id="36" name="圓角化對角線角落矩形 35"/>
            <p:cNvSpPr/>
            <p:nvPr/>
          </p:nvSpPr>
          <p:spPr>
            <a:xfrm>
              <a:off x="7675887" y="1521246"/>
              <a:ext cx="144039" cy="263410"/>
            </a:xfrm>
            <a:prstGeom prst="round2DiagRect">
              <a:avLst>
                <a:gd name="adj1" fmla="val 23278"/>
                <a:gd name="adj2" fmla="val 0"/>
              </a:avLst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37" name="矩形 36"/>
            <p:cNvSpPr/>
            <p:nvPr/>
          </p:nvSpPr>
          <p:spPr>
            <a:xfrm>
              <a:off x="7289860" y="3212011"/>
              <a:ext cx="36000" cy="10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6" name="圓角化對角線角落矩形 145"/>
            <p:cNvSpPr/>
            <p:nvPr/>
          </p:nvSpPr>
          <p:spPr>
            <a:xfrm>
              <a:off x="7672801" y="2305240"/>
              <a:ext cx="144039" cy="761809"/>
            </a:xfrm>
            <a:prstGeom prst="round2DiagRect">
              <a:avLst>
                <a:gd name="adj1" fmla="val 0"/>
                <a:gd name="adj2" fmla="val 0"/>
              </a:avLst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7" name="矩形 146"/>
            <p:cNvSpPr/>
            <p:nvPr/>
          </p:nvSpPr>
          <p:spPr>
            <a:xfrm>
              <a:off x="7350015" y="3212011"/>
              <a:ext cx="36000" cy="10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8" name="矩形 147"/>
            <p:cNvSpPr/>
            <p:nvPr/>
          </p:nvSpPr>
          <p:spPr>
            <a:xfrm>
              <a:off x="7410170" y="3212011"/>
              <a:ext cx="36000" cy="10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9" name="矩形 148"/>
            <p:cNvSpPr/>
            <p:nvPr/>
          </p:nvSpPr>
          <p:spPr>
            <a:xfrm>
              <a:off x="7530480" y="3212011"/>
              <a:ext cx="36000" cy="10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50" name="矩形 149"/>
            <p:cNvSpPr/>
            <p:nvPr/>
          </p:nvSpPr>
          <p:spPr>
            <a:xfrm>
              <a:off x="7771100" y="3212011"/>
              <a:ext cx="36000" cy="10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51" name="矩形 150"/>
            <p:cNvSpPr/>
            <p:nvPr/>
          </p:nvSpPr>
          <p:spPr>
            <a:xfrm>
              <a:off x="7470325" y="3212011"/>
              <a:ext cx="36000" cy="10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52" name="矩形 151"/>
            <p:cNvSpPr/>
            <p:nvPr/>
          </p:nvSpPr>
          <p:spPr>
            <a:xfrm>
              <a:off x="7590635" y="3212011"/>
              <a:ext cx="36000" cy="10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53" name="矩形 152"/>
            <p:cNvSpPr/>
            <p:nvPr/>
          </p:nvSpPr>
          <p:spPr>
            <a:xfrm>
              <a:off x="7831255" y="3212011"/>
              <a:ext cx="36000" cy="10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54" name="矩形 153"/>
            <p:cNvSpPr/>
            <p:nvPr/>
          </p:nvSpPr>
          <p:spPr>
            <a:xfrm>
              <a:off x="8011720" y="3212011"/>
              <a:ext cx="36000" cy="10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55" name="矩形 154"/>
            <p:cNvSpPr/>
            <p:nvPr/>
          </p:nvSpPr>
          <p:spPr>
            <a:xfrm>
              <a:off x="7650790" y="3212011"/>
              <a:ext cx="36000" cy="10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56" name="矩形 155"/>
            <p:cNvSpPr/>
            <p:nvPr/>
          </p:nvSpPr>
          <p:spPr>
            <a:xfrm>
              <a:off x="7891410" y="3212011"/>
              <a:ext cx="36000" cy="10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57" name="矩形 156"/>
            <p:cNvSpPr/>
            <p:nvPr/>
          </p:nvSpPr>
          <p:spPr>
            <a:xfrm>
              <a:off x="7710945" y="3212011"/>
              <a:ext cx="36000" cy="10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58" name="矩形 157"/>
            <p:cNvSpPr/>
            <p:nvPr/>
          </p:nvSpPr>
          <p:spPr>
            <a:xfrm>
              <a:off x="7951565" y="3212011"/>
              <a:ext cx="36000" cy="10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59" name="矩形 158"/>
            <p:cNvSpPr/>
            <p:nvPr/>
          </p:nvSpPr>
          <p:spPr>
            <a:xfrm>
              <a:off x="8071869" y="3212011"/>
              <a:ext cx="36000" cy="108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169" name="矩形 168"/>
          <p:cNvSpPr/>
          <p:nvPr/>
        </p:nvSpPr>
        <p:spPr>
          <a:xfrm>
            <a:off x="538414" y="3144350"/>
            <a:ext cx="1686256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Power supply</a:t>
            </a:r>
            <a:endParaRPr lang="zh-TW" altLang="en-US" sz="1200" dirty="0"/>
          </a:p>
        </p:txBody>
      </p:sp>
      <p:sp>
        <p:nvSpPr>
          <p:cNvPr id="172" name="矩形 171"/>
          <p:cNvSpPr/>
          <p:nvPr/>
        </p:nvSpPr>
        <p:spPr>
          <a:xfrm>
            <a:off x="3849421" y="5259212"/>
            <a:ext cx="1263729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M12</a:t>
            </a:r>
            <a:r>
              <a:rPr lang="zh-TW" altLang="en-US" sz="1200" dirty="0"/>
              <a:t> </a:t>
            </a:r>
            <a:r>
              <a:rPr lang="en-US" altLang="zh-TW" sz="1200" dirty="0"/>
              <a:t>X code</a:t>
            </a:r>
            <a:endParaRPr lang="zh-TW" altLang="en-US" sz="1200" dirty="0"/>
          </a:p>
        </p:txBody>
      </p:sp>
      <p:sp>
        <p:nvSpPr>
          <p:cNvPr id="212" name="矩形 211"/>
          <p:cNvSpPr/>
          <p:nvPr/>
        </p:nvSpPr>
        <p:spPr>
          <a:xfrm>
            <a:off x="2395350" y="5262069"/>
            <a:ext cx="1244743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M12</a:t>
            </a:r>
            <a:r>
              <a:rPr lang="zh-TW" altLang="en-US" sz="1200" dirty="0"/>
              <a:t> </a:t>
            </a:r>
            <a:r>
              <a:rPr lang="en-US" altLang="zh-TW" sz="1200" dirty="0"/>
              <a:t>A code</a:t>
            </a:r>
            <a:endParaRPr lang="zh-TW" altLang="en-US" sz="1200" dirty="0"/>
          </a:p>
        </p:txBody>
      </p:sp>
      <p:grpSp>
        <p:nvGrpSpPr>
          <p:cNvPr id="108" name="群組 107"/>
          <p:cNvGrpSpPr/>
          <p:nvPr/>
        </p:nvGrpSpPr>
        <p:grpSpPr>
          <a:xfrm>
            <a:off x="2697838" y="4445261"/>
            <a:ext cx="639767" cy="735157"/>
            <a:chOff x="7623176" y="4398779"/>
            <a:chExt cx="758394" cy="871472"/>
          </a:xfrm>
        </p:grpSpPr>
        <p:sp>
          <p:nvSpPr>
            <p:cNvPr id="757" name="六邊形 756"/>
            <p:cNvSpPr/>
            <p:nvPr/>
          </p:nvSpPr>
          <p:spPr>
            <a:xfrm rot="5400000">
              <a:off x="7566637" y="4455318"/>
              <a:ext cx="871472" cy="758394"/>
            </a:xfrm>
            <a:prstGeom prst="hexagon">
              <a:avLst>
                <a:gd name="adj" fmla="val 30509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107" name="群組 106"/>
            <p:cNvGrpSpPr>
              <a:grpSpLocks noChangeAspect="1"/>
            </p:cNvGrpSpPr>
            <p:nvPr/>
          </p:nvGrpSpPr>
          <p:grpSpPr>
            <a:xfrm>
              <a:off x="7685573" y="4517715"/>
              <a:ext cx="633600" cy="633600"/>
              <a:chOff x="7678268" y="4373196"/>
              <a:chExt cx="860400" cy="860400"/>
            </a:xfrm>
          </p:grpSpPr>
          <p:grpSp>
            <p:nvGrpSpPr>
              <p:cNvPr id="102" name="群組 101"/>
              <p:cNvGrpSpPr/>
              <p:nvPr/>
            </p:nvGrpSpPr>
            <p:grpSpPr>
              <a:xfrm>
                <a:off x="7678268" y="4373196"/>
                <a:ext cx="860400" cy="860400"/>
                <a:chOff x="7650691" y="4343654"/>
                <a:chExt cx="860400" cy="860400"/>
              </a:xfrm>
            </p:grpSpPr>
            <p:sp>
              <p:nvSpPr>
                <p:cNvPr id="198" name="橢圓 197"/>
                <p:cNvSpPr/>
                <p:nvPr/>
              </p:nvSpPr>
              <p:spPr>
                <a:xfrm>
                  <a:off x="7650691" y="4343654"/>
                  <a:ext cx="860400" cy="86040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199" name="橢圓 198"/>
                <p:cNvSpPr>
                  <a:spLocks noChangeAspect="1"/>
                </p:cNvSpPr>
                <p:nvPr/>
              </p:nvSpPr>
              <p:spPr>
                <a:xfrm>
                  <a:off x="7679491" y="4383726"/>
                  <a:ext cx="802800" cy="780257"/>
                </a:xfrm>
                <a:prstGeom prst="ellipse">
                  <a:avLst/>
                </a:prstGeom>
                <a:solidFill>
                  <a:schemeClr val="tx1">
                    <a:lumMod val="95000"/>
                    <a:lumOff val="5000"/>
                  </a:schemeClr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</p:grpSp>
          <p:grpSp>
            <p:nvGrpSpPr>
              <p:cNvPr id="106" name="群組 105"/>
              <p:cNvGrpSpPr/>
              <p:nvPr/>
            </p:nvGrpSpPr>
            <p:grpSpPr>
              <a:xfrm>
                <a:off x="7800218" y="4442159"/>
                <a:ext cx="616500" cy="669487"/>
                <a:chOff x="7800218" y="4442159"/>
                <a:chExt cx="616500" cy="669487"/>
              </a:xfrm>
            </p:grpSpPr>
            <p:grpSp>
              <p:nvGrpSpPr>
                <p:cNvPr id="101" name="群組 100"/>
                <p:cNvGrpSpPr/>
                <p:nvPr/>
              </p:nvGrpSpPr>
              <p:grpSpPr>
                <a:xfrm>
                  <a:off x="7800218" y="4495146"/>
                  <a:ext cx="616500" cy="616500"/>
                  <a:chOff x="7772641" y="4465604"/>
                  <a:chExt cx="616500" cy="616500"/>
                </a:xfrm>
              </p:grpSpPr>
              <p:sp>
                <p:nvSpPr>
                  <p:cNvPr id="38" name="橢圓 37"/>
                  <p:cNvSpPr/>
                  <p:nvPr/>
                </p:nvSpPr>
                <p:spPr>
                  <a:xfrm>
                    <a:off x="7772641" y="4465604"/>
                    <a:ext cx="616500" cy="616500"/>
                  </a:xfrm>
                  <a:prstGeom prst="ellipse">
                    <a:avLst/>
                  </a:prstGeom>
                  <a:solidFill>
                    <a:srgbClr val="262626"/>
                  </a:solidFill>
                  <a:ln w="6350">
                    <a:solidFill>
                      <a:srgbClr val="595959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grpSp>
                <p:nvGrpSpPr>
                  <p:cNvPr id="100" name="群組 99"/>
                  <p:cNvGrpSpPr/>
                  <p:nvPr/>
                </p:nvGrpSpPr>
                <p:grpSpPr>
                  <a:xfrm>
                    <a:off x="7888686" y="4625558"/>
                    <a:ext cx="384410" cy="296592"/>
                    <a:chOff x="7914731" y="4664214"/>
                    <a:chExt cx="384410" cy="296592"/>
                  </a:xfrm>
                </p:grpSpPr>
                <p:sp>
                  <p:nvSpPr>
                    <p:cNvPr id="207" name="橢圓 206"/>
                    <p:cNvSpPr/>
                    <p:nvPr/>
                  </p:nvSpPr>
                  <p:spPr>
                    <a:xfrm>
                      <a:off x="8061177" y="4868331"/>
                      <a:ext cx="92475" cy="92475"/>
                    </a:xfrm>
                    <a:prstGeom prst="ellipse">
                      <a:avLst/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210" name="橢圓 209"/>
                    <p:cNvSpPr/>
                    <p:nvPr/>
                  </p:nvSpPr>
                  <p:spPr>
                    <a:xfrm>
                      <a:off x="7914731" y="4664214"/>
                      <a:ext cx="92475" cy="92475"/>
                    </a:xfrm>
                    <a:prstGeom prst="ellipse">
                      <a:avLst/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211" name="橢圓 210"/>
                    <p:cNvSpPr/>
                    <p:nvPr/>
                  </p:nvSpPr>
                  <p:spPr>
                    <a:xfrm>
                      <a:off x="8206666" y="4664214"/>
                      <a:ext cx="92475" cy="92475"/>
                    </a:xfrm>
                    <a:prstGeom prst="ellipse">
                      <a:avLst/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</p:grpSp>
            </p:grpSp>
            <p:sp>
              <p:nvSpPr>
                <p:cNvPr id="43" name="橢圓 42"/>
                <p:cNvSpPr/>
                <p:nvPr/>
              </p:nvSpPr>
              <p:spPr>
                <a:xfrm>
                  <a:off x="8061177" y="4442159"/>
                  <a:ext cx="92475" cy="92475"/>
                </a:xfrm>
                <a:prstGeom prst="ellipse">
                  <a:avLst/>
                </a:prstGeom>
                <a:solidFill>
                  <a:srgbClr val="0D0D0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</p:grpSp>
        </p:grpSp>
      </p:grpSp>
      <p:grpSp>
        <p:nvGrpSpPr>
          <p:cNvPr id="57" name="群組 56"/>
          <p:cNvGrpSpPr/>
          <p:nvPr/>
        </p:nvGrpSpPr>
        <p:grpSpPr>
          <a:xfrm>
            <a:off x="2671763" y="1329640"/>
            <a:ext cx="955575" cy="955575"/>
            <a:chOff x="9078797" y="1181319"/>
            <a:chExt cx="1116000" cy="1116000"/>
          </a:xfrm>
        </p:grpSpPr>
        <p:sp>
          <p:nvSpPr>
            <p:cNvPr id="56" name="圓形圖 55"/>
            <p:cNvSpPr>
              <a:spLocks noChangeAspect="1"/>
            </p:cNvSpPr>
            <p:nvPr/>
          </p:nvSpPr>
          <p:spPr>
            <a:xfrm>
              <a:off x="9090702" y="1195608"/>
              <a:ext cx="1080000" cy="1080000"/>
            </a:xfrm>
            <a:prstGeom prst="pie">
              <a:avLst>
                <a:gd name="adj1" fmla="val 3406371"/>
                <a:gd name="adj2" fmla="val 7135851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>
                <a:solidFill>
                  <a:schemeClr val="tx1"/>
                </a:solidFill>
              </a:endParaRPr>
            </a:p>
          </p:txBody>
        </p:sp>
        <p:sp>
          <p:nvSpPr>
            <p:cNvPr id="201" name="圓形圖 200"/>
            <p:cNvSpPr>
              <a:spLocks noChangeAspect="1"/>
            </p:cNvSpPr>
            <p:nvPr/>
          </p:nvSpPr>
          <p:spPr>
            <a:xfrm>
              <a:off x="9107586" y="1195608"/>
              <a:ext cx="1080000" cy="1080000"/>
            </a:xfrm>
            <a:prstGeom prst="pie">
              <a:avLst>
                <a:gd name="adj1" fmla="val 8916648"/>
                <a:gd name="adj2" fmla="val 12409196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>
                <a:solidFill>
                  <a:schemeClr val="tx1"/>
                </a:solidFill>
              </a:endParaRPr>
            </a:p>
          </p:txBody>
        </p:sp>
        <p:sp>
          <p:nvSpPr>
            <p:cNvPr id="202" name="圓形圖 201"/>
            <p:cNvSpPr>
              <a:spLocks noChangeAspect="1"/>
            </p:cNvSpPr>
            <p:nvPr/>
          </p:nvSpPr>
          <p:spPr>
            <a:xfrm>
              <a:off x="9097500" y="1186510"/>
              <a:ext cx="1080000" cy="1080000"/>
            </a:xfrm>
            <a:prstGeom prst="pie">
              <a:avLst>
                <a:gd name="adj1" fmla="val 19859450"/>
                <a:gd name="adj2" fmla="val 1916645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>
                <a:solidFill>
                  <a:schemeClr val="tx1"/>
                </a:solidFill>
              </a:endParaRPr>
            </a:p>
          </p:txBody>
        </p:sp>
        <p:sp>
          <p:nvSpPr>
            <p:cNvPr id="203" name="圓形圖 202"/>
            <p:cNvSpPr>
              <a:spLocks noChangeAspect="1"/>
            </p:cNvSpPr>
            <p:nvPr/>
          </p:nvSpPr>
          <p:spPr>
            <a:xfrm>
              <a:off x="9097500" y="1201927"/>
              <a:ext cx="1080000" cy="1080000"/>
            </a:xfrm>
            <a:prstGeom prst="pie">
              <a:avLst>
                <a:gd name="adj1" fmla="val 14401396"/>
                <a:gd name="adj2" fmla="val 18082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>
                <a:solidFill>
                  <a:schemeClr val="tx1"/>
                </a:solidFill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9078797" y="1181319"/>
              <a:ext cx="1116000" cy="1116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55" name="群組 54"/>
            <p:cNvGrpSpPr>
              <a:grpSpLocks noChangeAspect="1"/>
            </p:cNvGrpSpPr>
            <p:nvPr/>
          </p:nvGrpSpPr>
          <p:grpSpPr>
            <a:xfrm>
              <a:off x="9431586" y="1519608"/>
              <a:ext cx="432000" cy="432000"/>
              <a:chOff x="11016922" y="2189700"/>
              <a:chExt cx="540000" cy="540000"/>
            </a:xfrm>
          </p:grpSpPr>
          <p:sp>
            <p:nvSpPr>
              <p:cNvPr id="196" name="橢圓 195"/>
              <p:cNvSpPr/>
              <p:nvPr/>
            </p:nvSpPr>
            <p:spPr>
              <a:xfrm>
                <a:off x="11016922" y="2189700"/>
                <a:ext cx="540000" cy="540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53" name="橢圓 52"/>
              <p:cNvSpPr>
                <a:spLocks noChangeAspect="1"/>
              </p:cNvSpPr>
              <p:nvPr/>
            </p:nvSpPr>
            <p:spPr>
              <a:xfrm>
                <a:off x="11151331" y="2324700"/>
                <a:ext cx="271184" cy="270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</p:grpSp>
      <p:grpSp>
        <p:nvGrpSpPr>
          <p:cNvPr id="63" name="群組 62"/>
          <p:cNvGrpSpPr/>
          <p:nvPr/>
        </p:nvGrpSpPr>
        <p:grpSpPr>
          <a:xfrm>
            <a:off x="4141839" y="1323751"/>
            <a:ext cx="593148" cy="1050392"/>
            <a:chOff x="10598727" y="2891172"/>
            <a:chExt cx="692728" cy="1226735"/>
          </a:xfrm>
        </p:grpSpPr>
        <p:sp>
          <p:nvSpPr>
            <p:cNvPr id="59" name="矩形 58"/>
            <p:cNvSpPr/>
            <p:nvPr/>
          </p:nvSpPr>
          <p:spPr>
            <a:xfrm>
              <a:off x="10598727" y="2891172"/>
              <a:ext cx="692728" cy="122673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2" name="橢圓 281"/>
            <p:cNvSpPr/>
            <p:nvPr/>
          </p:nvSpPr>
          <p:spPr>
            <a:xfrm>
              <a:off x="10632668" y="3982907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1" name="橢圓 60"/>
            <p:cNvSpPr/>
            <p:nvPr/>
          </p:nvSpPr>
          <p:spPr>
            <a:xfrm>
              <a:off x="10650668" y="4000907"/>
              <a:ext cx="72000" cy="72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3" name="橢圓 282"/>
            <p:cNvSpPr/>
            <p:nvPr/>
          </p:nvSpPr>
          <p:spPr>
            <a:xfrm>
              <a:off x="11156937" y="3982907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4" name="橢圓 283"/>
            <p:cNvSpPr/>
            <p:nvPr/>
          </p:nvSpPr>
          <p:spPr>
            <a:xfrm>
              <a:off x="11174937" y="4000907"/>
              <a:ext cx="72000" cy="72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5" name="橢圓 284"/>
            <p:cNvSpPr/>
            <p:nvPr/>
          </p:nvSpPr>
          <p:spPr>
            <a:xfrm>
              <a:off x="10632668" y="2925992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6" name="橢圓 285"/>
            <p:cNvSpPr/>
            <p:nvPr/>
          </p:nvSpPr>
          <p:spPr>
            <a:xfrm>
              <a:off x="10650668" y="2943992"/>
              <a:ext cx="72000" cy="72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7" name="橢圓 286"/>
            <p:cNvSpPr/>
            <p:nvPr/>
          </p:nvSpPr>
          <p:spPr>
            <a:xfrm>
              <a:off x="11156937" y="2925992"/>
              <a:ext cx="108000" cy="10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8" name="橢圓 287"/>
            <p:cNvSpPr/>
            <p:nvPr/>
          </p:nvSpPr>
          <p:spPr>
            <a:xfrm>
              <a:off x="11174937" y="2943992"/>
              <a:ext cx="72000" cy="72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09" name="群組 108"/>
          <p:cNvGrpSpPr/>
          <p:nvPr/>
        </p:nvGrpSpPr>
        <p:grpSpPr>
          <a:xfrm>
            <a:off x="4161402" y="4445261"/>
            <a:ext cx="639767" cy="735157"/>
            <a:chOff x="3364817" y="4424363"/>
            <a:chExt cx="758394" cy="871472"/>
          </a:xfrm>
        </p:grpSpPr>
        <p:sp>
          <p:nvSpPr>
            <p:cNvPr id="2" name="六邊形 1"/>
            <p:cNvSpPr/>
            <p:nvPr/>
          </p:nvSpPr>
          <p:spPr>
            <a:xfrm rot="5400000">
              <a:off x="3308278" y="4480902"/>
              <a:ext cx="871472" cy="758394"/>
            </a:xfrm>
            <a:prstGeom prst="hexagon">
              <a:avLst>
                <a:gd name="adj" fmla="val 30509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740" name="群組 739"/>
            <p:cNvGrpSpPr/>
            <p:nvPr/>
          </p:nvGrpSpPr>
          <p:grpSpPr>
            <a:xfrm>
              <a:off x="3426242" y="4543853"/>
              <a:ext cx="632830" cy="632491"/>
              <a:chOff x="9050850" y="4373322"/>
              <a:chExt cx="860606" cy="860145"/>
            </a:xfrm>
          </p:grpSpPr>
          <p:sp>
            <p:nvSpPr>
              <p:cNvPr id="741" name="橢圓 740"/>
              <p:cNvSpPr/>
              <p:nvPr/>
            </p:nvSpPr>
            <p:spPr>
              <a:xfrm>
                <a:off x="9050850" y="4373322"/>
                <a:ext cx="860606" cy="860145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742" name="橢圓 741"/>
              <p:cNvSpPr>
                <a:spLocks noChangeAspect="1"/>
              </p:cNvSpPr>
              <p:nvPr/>
            </p:nvSpPr>
            <p:spPr>
              <a:xfrm>
                <a:off x="9077953" y="4402041"/>
                <a:ext cx="802800" cy="799122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grpSp>
            <p:nvGrpSpPr>
              <p:cNvPr id="743" name="群組 742"/>
              <p:cNvGrpSpPr/>
              <p:nvPr/>
            </p:nvGrpSpPr>
            <p:grpSpPr>
              <a:xfrm>
                <a:off x="9170998" y="4493623"/>
                <a:ext cx="620310" cy="619543"/>
                <a:chOff x="9174321" y="4488002"/>
                <a:chExt cx="620310" cy="619543"/>
              </a:xfrm>
            </p:grpSpPr>
            <p:grpSp>
              <p:nvGrpSpPr>
                <p:cNvPr id="744" name="群組 743"/>
                <p:cNvGrpSpPr/>
                <p:nvPr/>
              </p:nvGrpSpPr>
              <p:grpSpPr>
                <a:xfrm>
                  <a:off x="9174321" y="4488002"/>
                  <a:ext cx="620310" cy="619543"/>
                  <a:chOff x="9174321" y="4488002"/>
                  <a:chExt cx="620310" cy="619543"/>
                </a:xfrm>
              </p:grpSpPr>
              <p:sp>
                <p:nvSpPr>
                  <p:cNvPr id="753" name="圓形圖 752"/>
                  <p:cNvSpPr/>
                  <p:nvPr/>
                </p:nvSpPr>
                <p:spPr>
                  <a:xfrm>
                    <a:off x="9197333" y="4509761"/>
                    <a:ext cx="597298" cy="597298"/>
                  </a:xfrm>
                  <a:prstGeom prst="pie">
                    <a:avLst>
                      <a:gd name="adj1" fmla="val 0"/>
                      <a:gd name="adj2" fmla="val 5395703"/>
                    </a:avLst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54" name="圓形圖 753"/>
                  <p:cNvSpPr/>
                  <p:nvPr/>
                </p:nvSpPr>
                <p:spPr>
                  <a:xfrm rot="16200000">
                    <a:off x="9197333" y="4488002"/>
                    <a:ext cx="597298" cy="597298"/>
                  </a:xfrm>
                  <a:prstGeom prst="pie">
                    <a:avLst>
                      <a:gd name="adj1" fmla="val 0"/>
                      <a:gd name="adj2" fmla="val 5426102"/>
                    </a:avLst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55" name="圓形圖 754"/>
                  <p:cNvSpPr/>
                  <p:nvPr/>
                </p:nvSpPr>
                <p:spPr>
                  <a:xfrm rot="10800000">
                    <a:off x="9174321" y="4488002"/>
                    <a:ext cx="597298" cy="597298"/>
                  </a:xfrm>
                  <a:prstGeom prst="pie">
                    <a:avLst>
                      <a:gd name="adj1" fmla="val 0"/>
                      <a:gd name="adj2" fmla="val 5395852"/>
                    </a:avLst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56" name="圓形圖 755"/>
                  <p:cNvSpPr/>
                  <p:nvPr/>
                </p:nvSpPr>
                <p:spPr>
                  <a:xfrm rot="5400000">
                    <a:off x="9174321" y="4510247"/>
                    <a:ext cx="597298" cy="597298"/>
                  </a:xfrm>
                  <a:prstGeom prst="pie">
                    <a:avLst>
                      <a:gd name="adj1" fmla="val 0"/>
                      <a:gd name="adj2" fmla="val 5395852"/>
                    </a:avLst>
                  </a:prstGeom>
                  <a:solidFill>
                    <a:schemeClr val="tx1">
                      <a:lumMod val="85000"/>
                      <a:lumOff val="15000"/>
                    </a:schemeClr>
                  </a:solidFill>
                  <a:ln w="6350"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745" name="橢圓 744"/>
                <p:cNvSpPr/>
                <p:nvPr/>
              </p:nvSpPr>
              <p:spPr>
                <a:xfrm>
                  <a:off x="9547925" y="4566138"/>
                  <a:ext cx="59730" cy="5973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746" name="橢圓 745"/>
                <p:cNvSpPr/>
                <p:nvPr/>
              </p:nvSpPr>
              <p:spPr>
                <a:xfrm>
                  <a:off x="9642476" y="4683898"/>
                  <a:ext cx="59730" cy="5973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747" name="橢圓 746"/>
                <p:cNvSpPr/>
                <p:nvPr/>
              </p:nvSpPr>
              <p:spPr>
                <a:xfrm>
                  <a:off x="9642476" y="4861432"/>
                  <a:ext cx="59730" cy="5973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748" name="橢圓 747"/>
                <p:cNvSpPr/>
                <p:nvPr/>
              </p:nvSpPr>
              <p:spPr>
                <a:xfrm>
                  <a:off x="9547925" y="4954531"/>
                  <a:ext cx="59730" cy="5973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749" name="橢圓 748"/>
                <p:cNvSpPr/>
                <p:nvPr/>
              </p:nvSpPr>
              <p:spPr>
                <a:xfrm>
                  <a:off x="9353667" y="4949686"/>
                  <a:ext cx="59730" cy="5973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750" name="橢圓 749"/>
                <p:cNvSpPr/>
                <p:nvPr/>
              </p:nvSpPr>
              <p:spPr>
                <a:xfrm>
                  <a:off x="9263826" y="4851793"/>
                  <a:ext cx="59730" cy="5973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751" name="橢圓 750"/>
                <p:cNvSpPr/>
                <p:nvPr/>
              </p:nvSpPr>
              <p:spPr>
                <a:xfrm>
                  <a:off x="9263826" y="4676525"/>
                  <a:ext cx="59730" cy="5973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752" name="橢圓 751"/>
                <p:cNvSpPr/>
                <p:nvPr/>
              </p:nvSpPr>
              <p:spPr>
                <a:xfrm>
                  <a:off x="9353667" y="4568743"/>
                  <a:ext cx="59730" cy="5973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</p:grpSp>
        </p:grpSp>
      </p:grpSp>
      <p:grpSp>
        <p:nvGrpSpPr>
          <p:cNvPr id="807" name="群組 806"/>
          <p:cNvGrpSpPr/>
          <p:nvPr/>
        </p:nvGrpSpPr>
        <p:grpSpPr>
          <a:xfrm>
            <a:off x="972032" y="4226026"/>
            <a:ext cx="652951" cy="247330"/>
            <a:chOff x="3392513" y="1209199"/>
            <a:chExt cx="2243273" cy="849724"/>
          </a:xfrm>
        </p:grpSpPr>
        <p:sp>
          <p:nvSpPr>
            <p:cNvPr id="808" name="矩形 807"/>
            <p:cNvSpPr/>
            <p:nvPr/>
          </p:nvSpPr>
          <p:spPr>
            <a:xfrm>
              <a:off x="3392513" y="1209199"/>
              <a:ext cx="2243273" cy="84972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809" name="群組 808"/>
            <p:cNvGrpSpPr/>
            <p:nvPr/>
          </p:nvGrpSpPr>
          <p:grpSpPr>
            <a:xfrm>
              <a:off x="3517158" y="1461918"/>
              <a:ext cx="379531" cy="379531"/>
              <a:chOff x="3140886" y="3563070"/>
              <a:chExt cx="379531" cy="379531"/>
            </a:xfrm>
          </p:grpSpPr>
          <p:sp>
            <p:nvSpPr>
              <p:cNvPr id="824" name="橢圓 823"/>
              <p:cNvSpPr/>
              <p:nvPr/>
            </p:nvSpPr>
            <p:spPr>
              <a:xfrm>
                <a:off x="3140886" y="3563070"/>
                <a:ext cx="379531" cy="379531"/>
              </a:xfrm>
              <a:prstGeom prst="ellips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825" name="橢圓 824"/>
              <p:cNvSpPr/>
              <p:nvPr/>
            </p:nvSpPr>
            <p:spPr>
              <a:xfrm>
                <a:off x="3149690" y="3571875"/>
                <a:ext cx="361922" cy="3619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826" name="橢圓 825"/>
              <p:cNvSpPr/>
              <p:nvPr/>
            </p:nvSpPr>
            <p:spPr>
              <a:xfrm>
                <a:off x="3175885" y="3598070"/>
                <a:ext cx="309532" cy="309530"/>
              </a:xfrm>
              <a:prstGeom prst="ellipse">
                <a:avLst/>
              </a:prstGeom>
              <a:solidFill>
                <a:srgbClr val="FFC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827" name="橢圓 826"/>
              <p:cNvSpPr/>
              <p:nvPr/>
            </p:nvSpPr>
            <p:spPr>
              <a:xfrm>
                <a:off x="3251981" y="3674165"/>
                <a:ext cx="157340" cy="157340"/>
              </a:xfrm>
              <a:prstGeom prst="ellipse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810" name="群組 809"/>
            <p:cNvGrpSpPr/>
            <p:nvPr/>
          </p:nvGrpSpPr>
          <p:grpSpPr>
            <a:xfrm>
              <a:off x="3978832" y="1286065"/>
              <a:ext cx="1070635" cy="772858"/>
              <a:chOff x="3978832" y="1286065"/>
              <a:chExt cx="1070635" cy="772858"/>
            </a:xfrm>
          </p:grpSpPr>
          <p:sp>
            <p:nvSpPr>
              <p:cNvPr id="816" name="矩形 815"/>
              <p:cNvSpPr/>
              <p:nvPr/>
            </p:nvSpPr>
            <p:spPr>
              <a:xfrm>
                <a:off x="3978832" y="1425078"/>
                <a:ext cx="537235" cy="494834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817" name="矩形 816"/>
              <p:cNvSpPr/>
              <p:nvPr/>
            </p:nvSpPr>
            <p:spPr>
              <a:xfrm>
                <a:off x="4153391" y="1706890"/>
                <a:ext cx="246572" cy="35203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818" name="橢圓 817"/>
              <p:cNvSpPr/>
              <p:nvPr/>
            </p:nvSpPr>
            <p:spPr>
              <a:xfrm>
                <a:off x="4016258" y="1286065"/>
                <a:ext cx="529510" cy="55698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19" name="矩形 818"/>
              <p:cNvSpPr/>
              <p:nvPr/>
            </p:nvSpPr>
            <p:spPr>
              <a:xfrm>
                <a:off x="4193206" y="1578422"/>
                <a:ext cx="181202" cy="187884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820" name="矩形 819"/>
              <p:cNvSpPr/>
              <p:nvPr/>
            </p:nvSpPr>
            <p:spPr>
              <a:xfrm>
                <a:off x="4512232" y="1425078"/>
                <a:ext cx="537235" cy="494834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821" name="橢圓 820"/>
              <p:cNvSpPr/>
              <p:nvPr/>
            </p:nvSpPr>
            <p:spPr>
              <a:xfrm>
                <a:off x="4476645" y="1286065"/>
                <a:ext cx="529510" cy="55698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22" name="矩形 821"/>
              <p:cNvSpPr/>
              <p:nvPr/>
            </p:nvSpPr>
            <p:spPr>
              <a:xfrm>
                <a:off x="4618114" y="1706890"/>
                <a:ext cx="246572" cy="35203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823" name="矩形 822"/>
              <p:cNvSpPr/>
              <p:nvPr/>
            </p:nvSpPr>
            <p:spPr>
              <a:xfrm>
                <a:off x="4650799" y="1578422"/>
                <a:ext cx="181202" cy="187884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811" name="群組 810"/>
            <p:cNvGrpSpPr/>
            <p:nvPr/>
          </p:nvGrpSpPr>
          <p:grpSpPr>
            <a:xfrm>
              <a:off x="5131609" y="1461918"/>
              <a:ext cx="379531" cy="379531"/>
              <a:chOff x="3140886" y="3563070"/>
              <a:chExt cx="379531" cy="379531"/>
            </a:xfrm>
          </p:grpSpPr>
          <p:sp>
            <p:nvSpPr>
              <p:cNvPr id="812" name="橢圓 811"/>
              <p:cNvSpPr/>
              <p:nvPr/>
            </p:nvSpPr>
            <p:spPr>
              <a:xfrm>
                <a:off x="3140886" y="3563070"/>
                <a:ext cx="379531" cy="379531"/>
              </a:xfrm>
              <a:prstGeom prst="ellips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813" name="橢圓 812"/>
              <p:cNvSpPr/>
              <p:nvPr/>
            </p:nvSpPr>
            <p:spPr>
              <a:xfrm>
                <a:off x="3149690" y="3571875"/>
                <a:ext cx="361922" cy="36192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814" name="橢圓 813"/>
              <p:cNvSpPr/>
              <p:nvPr/>
            </p:nvSpPr>
            <p:spPr>
              <a:xfrm>
                <a:off x="3175885" y="3598070"/>
                <a:ext cx="309532" cy="309530"/>
              </a:xfrm>
              <a:prstGeom prst="ellipse">
                <a:avLst/>
              </a:prstGeom>
              <a:solidFill>
                <a:srgbClr val="FFC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815" name="橢圓 814"/>
              <p:cNvSpPr/>
              <p:nvPr/>
            </p:nvSpPr>
            <p:spPr>
              <a:xfrm>
                <a:off x="3251981" y="3674165"/>
                <a:ext cx="157340" cy="157340"/>
              </a:xfrm>
              <a:prstGeom prst="ellipse">
                <a:avLst/>
              </a:pr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</p:grpSp>
      <p:grpSp>
        <p:nvGrpSpPr>
          <p:cNvPr id="828" name="群組 827"/>
          <p:cNvGrpSpPr/>
          <p:nvPr/>
        </p:nvGrpSpPr>
        <p:grpSpPr>
          <a:xfrm>
            <a:off x="972032" y="4647125"/>
            <a:ext cx="652951" cy="494305"/>
            <a:chOff x="3392513" y="2546159"/>
            <a:chExt cx="2243273" cy="1698231"/>
          </a:xfrm>
        </p:grpSpPr>
        <p:sp>
          <p:nvSpPr>
            <p:cNvPr id="829" name="矩形 828"/>
            <p:cNvSpPr/>
            <p:nvPr/>
          </p:nvSpPr>
          <p:spPr>
            <a:xfrm>
              <a:off x="3392513" y="2546159"/>
              <a:ext cx="2243273" cy="153664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30" name="矩形 829"/>
            <p:cNvSpPr/>
            <p:nvPr/>
          </p:nvSpPr>
          <p:spPr>
            <a:xfrm>
              <a:off x="3845471" y="2737058"/>
              <a:ext cx="1347602" cy="150733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 dirty="0"/>
            </a:p>
          </p:txBody>
        </p:sp>
        <p:grpSp>
          <p:nvGrpSpPr>
            <p:cNvPr id="831" name="群組 830"/>
            <p:cNvGrpSpPr/>
            <p:nvPr/>
          </p:nvGrpSpPr>
          <p:grpSpPr>
            <a:xfrm>
              <a:off x="3517158" y="2650638"/>
              <a:ext cx="1993982" cy="379531"/>
              <a:chOff x="3517158" y="2650638"/>
              <a:chExt cx="1993982" cy="379531"/>
            </a:xfrm>
          </p:grpSpPr>
          <p:grpSp>
            <p:nvGrpSpPr>
              <p:cNvPr id="869" name="群組 868"/>
              <p:cNvGrpSpPr/>
              <p:nvPr/>
            </p:nvGrpSpPr>
            <p:grpSpPr>
              <a:xfrm>
                <a:off x="3517158" y="2650638"/>
                <a:ext cx="379531" cy="379531"/>
                <a:chOff x="3140886" y="3563070"/>
                <a:chExt cx="379531" cy="379531"/>
              </a:xfrm>
            </p:grpSpPr>
            <p:sp>
              <p:nvSpPr>
                <p:cNvPr id="875" name="橢圓 874"/>
                <p:cNvSpPr/>
                <p:nvPr/>
              </p:nvSpPr>
              <p:spPr>
                <a:xfrm>
                  <a:off x="3140886" y="3563070"/>
                  <a:ext cx="379531" cy="379531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76" name="橢圓 875"/>
                <p:cNvSpPr/>
                <p:nvPr/>
              </p:nvSpPr>
              <p:spPr>
                <a:xfrm>
                  <a:off x="3149690" y="3571875"/>
                  <a:ext cx="361922" cy="36192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77" name="橢圓 876"/>
                <p:cNvSpPr/>
                <p:nvPr/>
              </p:nvSpPr>
              <p:spPr>
                <a:xfrm>
                  <a:off x="3175885" y="3598070"/>
                  <a:ext cx="309532" cy="309530"/>
                </a:xfrm>
                <a:prstGeom prst="ellipse">
                  <a:avLst/>
                </a:prstGeom>
                <a:solidFill>
                  <a:srgbClr val="FFCC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78" name="橢圓 877"/>
                <p:cNvSpPr/>
                <p:nvPr/>
              </p:nvSpPr>
              <p:spPr>
                <a:xfrm>
                  <a:off x="3251981" y="3674165"/>
                  <a:ext cx="157340" cy="157340"/>
                </a:xfrm>
                <a:prstGeom prst="ellipse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</p:grpSp>
          <p:grpSp>
            <p:nvGrpSpPr>
              <p:cNvPr id="870" name="群組 869"/>
              <p:cNvGrpSpPr/>
              <p:nvPr/>
            </p:nvGrpSpPr>
            <p:grpSpPr>
              <a:xfrm>
                <a:off x="5131609" y="2650638"/>
                <a:ext cx="379531" cy="379531"/>
                <a:chOff x="3140886" y="3563070"/>
                <a:chExt cx="379531" cy="379531"/>
              </a:xfrm>
            </p:grpSpPr>
            <p:sp>
              <p:nvSpPr>
                <p:cNvPr id="871" name="橢圓 870"/>
                <p:cNvSpPr/>
                <p:nvPr/>
              </p:nvSpPr>
              <p:spPr>
                <a:xfrm>
                  <a:off x="3140886" y="3563070"/>
                  <a:ext cx="379531" cy="379531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72" name="橢圓 871"/>
                <p:cNvSpPr/>
                <p:nvPr/>
              </p:nvSpPr>
              <p:spPr>
                <a:xfrm>
                  <a:off x="3149690" y="3571875"/>
                  <a:ext cx="361922" cy="36192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73" name="橢圓 872"/>
                <p:cNvSpPr/>
                <p:nvPr/>
              </p:nvSpPr>
              <p:spPr>
                <a:xfrm>
                  <a:off x="3175885" y="3598070"/>
                  <a:ext cx="309532" cy="309530"/>
                </a:xfrm>
                <a:prstGeom prst="ellipse">
                  <a:avLst/>
                </a:prstGeom>
                <a:solidFill>
                  <a:srgbClr val="FFCC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74" name="橢圓 873"/>
                <p:cNvSpPr/>
                <p:nvPr/>
              </p:nvSpPr>
              <p:spPr>
                <a:xfrm>
                  <a:off x="3251981" y="3674165"/>
                  <a:ext cx="157340" cy="157340"/>
                </a:xfrm>
                <a:prstGeom prst="ellipse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</p:grpSp>
        </p:grpSp>
        <p:sp>
          <p:nvSpPr>
            <p:cNvPr id="832" name="矩形 831"/>
            <p:cNvSpPr/>
            <p:nvPr/>
          </p:nvSpPr>
          <p:spPr>
            <a:xfrm>
              <a:off x="4015256" y="3310488"/>
              <a:ext cx="458082" cy="15568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833" name="群組 832"/>
            <p:cNvGrpSpPr/>
            <p:nvPr/>
          </p:nvGrpSpPr>
          <p:grpSpPr>
            <a:xfrm>
              <a:off x="4015901" y="2628359"/>
              <a:ext cx="997141" cy="615070"/>
              <a:chOff x="4015901" y="2628359"/>
              <a:chExt cx="997141" cy="615070"/>
            </a:xfrm>
          </p:grpSpPr>
          <p:grpSp>
            <p:nvGrpSpPr>
              <p:cNvPr id="859" name="群組 858"/>
              <p:cNvGrpSpPr/>
              <p:nvPr/>
            </p:nvGrpSpPr>
            <p:grpSpPr>
              <a:xfrm>
                <a:off x="4556249" y="2628359"/>
                <a:ext cx="456793" cy="615070"/>
                <a:chOff x="4512232" y="2628359"/>
                <a:chExt cx="456793" cy="615070"/>
              </a:xfrm>
            </p:grpSpPr>
            <p:sp>
              <p:nvSpPr>
                <p:cNvPr id="865" name="矩形 864"/>
                <p:cNvSpPr/>
                <p:nvPr/>
              </p:nvSpPr>
              <p:spPr>
                <a:xfrm>
                  <a:off x="4512232" y="2628359"/>
                  <a:ext cx="456793" cy="494834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66" name="矩形 865"/>
                <p:cNvSpPr/>
                <p:nvPr/>
              </p:nvSpPr>
              <p:spPr>
                <a:xfrm>
                  <a:off x="4617342" y="2845018"/>
                  <a:ext cx="246572" cy="35203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67" name="矩形 866"/>
                <p:cNvSpPr/>
                <p:nvPr/>
              </p:nvSpPr>
              <p:spPr>
                <a:xfrm>
                  <a:off x="4664832" y="2803364"/>
                  <a:ext cx="144000" cy="144000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68" name="矩形 867"/>
                <p:cNvSpPr/>
                <p:nvPr/>
              </p:nvSpPr>
              <p:spPr>
                <a:xfrm>
                  <a:off x="4554189" y="3153756"/>
                  <a:ext cx="372878" cy="8967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</p:grpSp>
          <p:grpSp>
            <p:nvGrpSpPr>
              <p:cNvPr id="860" name="群組 859"/>
              <p:cNvGrpSpPr/>
              <p:nvPr/>
            </p:nvGrpSpPr>
            <p:grpSpPr>
              <a:xfrm>
                <a:off x="4015901" y="2628359"/>
                <a:ext cx="456793" cy="615070"/>
                <a:chOff x="4512232" y="2628359"/>
                <a:chExt cx="456793" cy="615070"/>
              </a:xfrm>
            </p:grpSpPr>
            <p:sp>
              <p:nvSpPr>
                <p:cNvPr id="861" name="矩形 860"/>
                <p:cNvSpPr/>
                <p:nvPr/>
              </p:nvSpPr>
              <p:spPr>
                <a:xfrm>
                  <a:off x="4512232" y="2628359"/>
                  <a:ext cx="456793" cy="494834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62" name="矩形 861"/>
                <p:cNvSpPr/>
                <p:nvPr/>
              </p:nvSpPr>
              <p:spPr>
                <a:xfrm>
                  <a:off x="4617342" y="2845018"/>
                  <a:ext cx="246572" cy="35203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63" name="矩形 862"/>
                <p:cNvSpPr/>
                <p:nvPr/>
              </p:nvSpPr>
              <p:spPr>
                <a:xfrm>
                  <a:off x="4672424" y="2803364"/>
                  <a:ext cx="144000" cy="144000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64" name="矩形 863"/>
                <p:cNvSpPr/>
                <p:nvPr/>
              </p:nvSpPr>
              <p:spPr>
                <a:xfrm>
                  <a:off x="4554189" y="3153756"/>
                  <a:ext cx="372878" cy="8967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</p:grpSp>
        </p:grpSp>
        <p:sp>
          <p:nvSpPr>
            <p:cNvPr id="834" name="矩形 833"/>
            <p:cNvSpPr/>
            <p:nvPr/>
          </p:nvSpPr>
          <p:spPr>
            <a:xfrm>
              <a:off x="4554960" y="3310488"/>
              <a:ext cx="458082" cy="15568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835" name="群組 834"/>
            <p:cNvGrpSpPr/>
            <p:nvPr/>
          </p:nvGrpSpPr>
          <p:grpSpPr>
            <a:xfrm>
              <a:off x="3517158" y="3584088"/>
              <a:ext cx="1993982" cy="379531"/>
              <a:chOff x="3517158" y="2650638"/>
              <a:chExt cx="1993982" cy="379531"/>
            </a:xfrm>
          </p:grpSpPr>
          <p:grpSp>
            <p:nvGrpSpPr>
              <p:cNvPr id="849" name="群組 848"/>
              <p:cNvGrpSpPr/>
              <p:nvPr/>
            </p:nvGrpSpPr>
            <p:grpSpPr>
              <a:xfrm>
                <a:off x="3517158" y="2650638"/>
                <a:ext cx="379531" cy="379531"/>
                <a:chOff x="3140886" y="3563070"/>
                <a:chExt cx="379531" cy="379531"/>
              </a:xfrm>
            </p:grpSpPr>
            <p:sp>
              <p:nvSpPr>
                <p:cNvPr id="855" name="橢圓 854"/>
                <p:cNvSpPr/>
                <p:nvPr/>
              </p:nvSpPr>
              <p:spPr>
                <a:xfrm>
                  <a:off x="3140886" y="3563070"/>
                  <a:ext cx="379531" cy="379531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56" name="橢圓 855"/>
                <p:cNvSpPr/>
                <p:nvPr/>
              </p:nvSpPr>
              <p:spPr>
                <a:xfrm>
                  <a:off x="3149690" y="3571875"/>
                  <a:ext cx="361922" cy="36192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57" name="橢圓 856"/>
                <p:cNvSpPr/>
                <p:nvPr/>
              </p:nvSpPr>
              <p:spPr>
                <a:xfrm>
                  <a:off x="3175885" y="3598070"/>
                  <a:ext cx="309532" cy="309530"/>
                </a:xfrm>
                <a:prstGeom prst="ellipse">
                  <a:avLst/>
                </a:prstGeom>
                <a:solidFill>
                  <a:srgbClr val="FFCC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58" name="橢圓 857"/>
                <p:cNvSpPr/>
                <p:nvPr/>
              </p:nvSpPr>
              <p:spPr>
                <a:xfrm>
                  <a:off x="3251981" y="3674165"/>
                  <a:ext cx="157340" cy="157340"/>
                </a:xfrm>
                <a:prstGeom prst="ellipse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</p:grpSp>
          <p:grpSp>
            <p:nvGrpSpPr>
              <p:cNvPr id="850" name="群組 849"/>
              <p:cNvGrpSpPr/>
              <p:nvPr/>
            </p:nvGrpSpPr>
            <p:grpSpPr>
              <a:xfrm>
                <a:off x="5131609" y="2650638"/>
                <a:ext cx="379531" cy="379531"/>
                <a:chOff x="3140886" y="3563070"/>
                <a:chExt cx="379531" cy="379531"/>
              </a:xfrm>
            </p:grpSpPr>
            <p:sp>
              <p:nvSpPr>
                <p:cNvPr id="851" name="橢圓 850"/>
                <p:cNvSpPr/>
                <p:nvPr/>
              </p:nvSpPr>
              <p:spPr>
                <a:xfrm>
                  <a:off x="3140886" y="3563070"/>
                  <a:ext cx="379531" cy="379531"/>
                </a:xfrm>
                <a:prstGeom prst="ellipse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52" name="橢圓 851"/>
                <p:cNvSpPr/>
                <p:nvPr/>
              </p:nvSpPr>
              <p:spPr>
                <a:xfrm>
                  <a:off x="3149690" y="3571875"/>
                  <a:ext cx="361922" cy="36192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53" name="橢圓 852"/>
                <p:cNvSpPr/>
                <p:nvPr/>
              </p:nvSpPr>
              <p:spPr>
                <a:xfrm>
                  <a:off x="3175885" y="3598070"/>
                  <a:ext cx="309532" cy="309530"/>
                </a:xfrm>
                <a:prstGeom prst="ellipse">
                  <a:avLst/>
                </a:prstGeom>
                <a:solidFill>
                  <a:srgbClr val="FFCC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54" name="橢圓 853"/>
                <p:cNvSpPr/>
                <p:nvPr/>
              </p:nvSpPr>
              <p:spPr>
                <a:xfrm>
                  <a:off x="3251981" y="3674165"/>
                  <a:ext cx="157340" cy="157340"/>
                </a:xfrm>
                <a:prstGeom prst="ellipse">
                  <a:avLst/>
                </a:prstGeom>
                <a:solidFill>
                  <a:schemeClr val="accent4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</p:grpSp>
        </p:grpSp>
        <p:sp>
          <p:nvSpPr>
            <p:cNvPr id="836" name="矩形 835"/>
            <p:cNvSpPr/>
            <p:nvPr/>
          </p:nvSpPr>
          <p:spPr>
            <a:xfrm>
              <a:off x="3560167" y="3103806"/>
              <a:ext cx="310158" cy="39363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37" name="矩形 836"/>
            <p:cNvSpPr/>
            <p:nvPr/>
          </p:nvSpPr>
          <p:spPr>
            <a:xfrm>
              <a:off x="5169892" y="3103806"/>
              <a:ext cx="310158" cy="39363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838" name="群組 837"/>
            <p:cNvGrpSpPr/>
            <p:nvPr/>
          </p:nvGrpSpPr>
          <p:grpSpPr>
            <a:xfrm>
              <a:off x="4015901" y="3537996"/>
              <a:ext cx="997141" cy="615070"/>
              <a:chOff x="4015901" y="2628359"/>
              <a:chExt cx="997141" cy="615070"/>
            </a:xfrm>
          </p:grpSpPr>
          <p:grpSp>
            <p:nvGrpSpPr>
              <p:cNvPr id="839" name="群組 838"/>
              <p:cNvGrpSpPr/>
              <p:nvPr/>
            </p:nvGrpSpPr>
            <p:grpSpPr>
              <a:xfrm>
                <a:off x="4556249" y="2628359"/>
                <a:ext cx="456793" cy="615070"/>
                <a:chOff x="4512232" y="2628359"/>
                <a:chExt cx="456793" cy="615070"/>
              </a:xfrm>
            </p:grpSpPr>
            <p:sp>
              <p:nvSpPr>
                <p:cNvPr id="845" name="矩形 844"/>
                <p:cNvSpPr/>
                <p:nvPr/>
              </p:nvSpPr>
              <p:spPr>
                <a:xfrm>
                  <a:off x="4512232" y="2628359"/>
                  <a:ext cx="456793" cy="494834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46" name="矩形 845"/>
                <p:cNvSpPr/>
                <p:nvPr/>
              </p:nvSpPr>
              <p:spPr>
                <a:xfrm>
                  <a:off x="4617342" y="2845018"/>
                  <a:ext cx="246572" cy="35203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47" name="矩形 846"/>
                <p:cNvSpPr/>
                <p:nvPr/>
              </p:nvSpPr>
              <p:spPr>
                <a:xfrm>
                  <a:off x="4664832" y="2803364"/>
                  <a:ext cx="144000" cy="144000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48" name="矩形 847"/>
                <p:cNvSpPr/>
                <p:nvPr/>
              </p:nvSpPr>
              <p:spPr>
                <a:xfrm>
                  <a:off x="4554189" y="3153756"/>
                  <a:ext cx="372878" cy="8967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</p:grpSp>
          <p:grpSp>
            <p:nvGrpSpPr>
              <p:cNvPr id="840" name="群組 839"/>
              <p:cNvGrpSpPr/>
              <p:nvPr/>
            </p:nvGrpSpPr>
            <p:grpSpPr>
              <a:xfrm>
                <a:off x="4015901" y="2628359"/>
                <a:ext cx="456793" cy="615070"/>
                <a:chOff x="4512232" y="2628359"/>
                <a:chExt cx="456793" cy="615070"/>
              </a:xfrm>
            </p:grpSpPr>
            <p:sp>
              <p:nvSpPr>
                <p:cNvPr id="841" name="矩形 840"/>
                <p:cNvSpPr/>
                <p:nvPr/>
              </p:nvSpPr>
              <p:spPr>
                <a:xfrm>
                  <a:off x="4512232" y="2628359"/>
                  <a:ext cx="456793" cy="494834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42" name="矩形 841"/>
                <p:cNvSpPr/>
                <p:nvPr/>
              </p:nvSpPr>
              <p:spPr>
                <a:xfrm>
                  <a:off x="4617342" y="2845018"/>
                  <a:ext cx="246572" cy="35203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43" name="矩形 842"/>
                <p:cNvSpPr/>
                <p:nvPr/>
              </p:nvSpPr>
              <p:spPr>
                <a:xfrm>
                  <a:off x="4672424" y="2803364"/>
                  <a:ext cx="144000" cy="144000"/>
                </a:xfrm>
                <a:prstGeom prst="rect">
                  <a:avLst/>
                </a:prstGeom>
                <a:solidFill>
                  <a:srgbClr val="FFCC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844" name="矩形 843"/>
                <p:cNvSpPr/>
                <p:nvPr/>
              </p:nvSpPr>
              <p:spPr>
                <a:xfrm>
                  <a:off x="4554189" y="3153756"/>
                  <a:ext cx="372878" cy="89673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</p:grpSp>
        </p:grpSp>
      </p:grpSp>
      <p:sp>
        <p:nvSpPr>
          <p:cNvPr id="1396" name="標題 24">
            <a:extLst>
              <a:ext uri="{FF2B5EF4-FFF2-40B4-BE49-F238E27FC236}">
                <a16:creationId xmlns:a16="http://schemas.microsoft.com/office/drawing/2014/main" id="{D1495BB2-2D03-4AB3-9FBA-97C6DA72A9E0}"/>
              </a:ext>
            </a:extLst>
          </p:cNvPr>
          <p:cNvSpPr txBox="1">
            <a:spLocks/>
          </p:cNvSpPr>
          <p:nvPr/>
        </p:nvSpPr>
        <p:spPr>
          <a:xfrm>
            <a:off x="493274" y="351338"/>
            <a:ext cx="8749785" cy="678150"/>
          </a:xfrm>
          <a:prstGeom prst="rect">
            <a:avLst/>
          </a:prstGeom>
        </p:spPr>
        <p:txBody>
          <a:bodyPr/>
          <a:lstStyle>
            <a:lvl1pPr algn="l" defTabSz="78311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rgbClr val="42637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Power/FAN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7113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群組 315"/>
          <p:cNvGrpSpPr/>
          <p:nvPr/>
        </p:nvGrpSpPr>
        <p:grpSpPr>
          <a:xfrm>
            <a:off x="836487" y="4231487"/>
            <a:ext cx="1691256" cy="1009205"/>
            <a:chOff x="2359818" y="3662614"/>
            <a:chExt cx="1975189" cy="1178634"/>
          </a:xfrm>
        </p:grpSpPr>
        <p:sp>
          <p:nvSpPr>
            <p:cNvPr id="317" name="矩形 316"/>
            <p:cNvSpPr/>
            <p:nvPr/>
          </p:nvSpPr>
          <p:spPr>
            <a:xfrm>
              <a:off x="2900540" y="4751946"/>
              <a:ext cx="180985" cy="54277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318" name="矩形 317"/>
            <p:cNvSpPr/>
            <p:nvPr/>
          </p:nvSpPr>
          <p:spPr>
            <a:xfrm>
              <a:off x="3119978" y="4751946"/>
              <a:ext cx="758746" cy="54277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319" name="圓角矩形 318"/>
            <p:cNvSpPr/>
            <p:nvPr/>
          </p:nvSpPr>
          <p:spPr>
            <a:xfrm rot="5400000">
              <a:off x="2788228" y="3376492"/>
              <a:ext cx="984871" cy="1750879"/>
            </a:xfrm>
            <a:prstGeom prst="roundRect">
              <a:avLst>
                <a:gd name="adj" fmla="val 892"/>
              </a:avLst>
            </a:prstGeom>
            <a:solidFill>
              <a:srgbClr val="336600"/>
            </a:solidFill>
            <a:ln w="31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320" name="群組 319"/>
            <p:cNvGrpSpPr/>
            <p:nvPr/>
          </p:nvGrpSpPr>
          <p:grpSpPr>
            <a:xfrm rot="16200000">
              <a:off x="3207598" y="4063476"/>
              <a:ext cx="439598" cy="376909"/>
              <a:chOff x="2227811" y="3399906"/>
              <a:chExt cx="723207" cy="581891"/>
            </a:xfrm>
          </p:grpSpPr>
          <p:sp>
            <p:nvSpPr>
              <p:cNvPr id="336" name="圓角矩形 335"/>
              <p:cNvSpPr/>
              <p:nvPr/>
            </p:nvSpPr>
            <p:spPr>
              <a:xfrm>
                <a:off x="2227811" y="3399906"/>
                <a:ext cx="723207" cy="581891"/>
              </a:xfrm>
              <a:prstGeom prst="roundRect">
                <a:avLst>
                  <a:gd name="adj" fmla="val 9524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>
                <a:bevelT w="254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37" name="橢圓 336"/>
              <p:cNvSpPr/>
              <p:nvPr/>
            </p:nvSpPr>
            <p:spPr>
              <a:xfrm>
                <a:off x="2833678" y="3452816"/>
                <a:ext cx="52388" cy="4571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>
                <a:bevelT w="0" h="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sp>
          <p:nvSpPr>
            <p:cNvPr id="321" name="L-圖案 320"/>
            <p:cNvSpPr/>
            <p:nvPr/>
          </p:nvSpPr>
          <p:spPr>
            <a:xfrm rot="10800000" flipH="1">
              <a:off x="4150179" y="3662614"/>
              <a:ext cx="184828" cy="1178634"/>
            </a:xfrm>
            <a:prstGeom prst="corner">
              <a:avLst>
                <a:gd name="adj1" fmla="val 6061"/>
                <a:gd name="adj2" fmla="val 7353"/>
              </a:avLst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322" name="群組 321"/>
            <p:cNvGrpSpPr/>
            <p:nvPr/>
          </p:nvGrpSpPr>
          <p:grpSpPr>
            <a:xfrm>
              <a:off x="2359818" y="3959615"/>
              <a:ext cx="216365" cy="205760"/>
              <a:chOff x="2416498" y="3320871"/>
              <a:chExt cx="216365" cy="205760"/>
            </a:xfrm>
          </p:grpSpPr>
          <p:sp>
            <p:nvSpPr>
              <p:cNvPr id="330" name="矩形 329"/>
              <p:cNvSpPr/>
              <p:nvPr/>
            </p:nvSpPr>
            <p:spPr>
              <a:xfrm>
                <a:off x="2416498" y="3320871"/>
                <a:ext cx="161616" cy="20576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cxnSp>
            <p:nvCxnSpPr>
              <p:cNvPr id="331" name="直線接點 330"/>
              <p:cNvCxnSpPr/>
              <p:nvPr/>
            </p:nvCxnSpPr>
            <p:spPr>
              <a:xfrm flipV="1">
                <a:off x="2452863" y="3371850"/>
                <a:ext cx="180000" cy="414"/>
              </a:xfrm>
              <a:prstGeom prst="line">
                <a:avLst/>
              </a:prstGeom>
              <a:ln w="1270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直線接點 331"/>
              <p:cNvCxnSpPr/>
              <p:nvPr/>
            </p:nvCxnSpPr>
            <p:spPr>
              <a:xfrm flipV="1">
                <a:off x="2452863" y="3395662"/>
                <a:ext cx="180000" cy="414"/>
              </a:xfrm>
              <a:prstGeom prst="line">
                <a:avLst/>
              </a:prstGeom>
              <a:ln w="1270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直線接點 332"/>
              <p:cNvCxnSpPr/>
              <p:nvPr/>
            </p:nvCxnSpPr>
            <p:spPr>
              <a:xfrm flipV="1">
                <a:off x="2452863" y="3419474"/>
                <a:ext cx="180000" cy="414"/>
              </a:xfrm>
              <a:prstGeom prst="line">
                <a:avLst/>
              </a:prstGeom>
              <a:ln w="1270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直線接點 333"/>
              <p:cNvCxnSpPr/>
              <p:nvPr/>
            </p:nvCxnSpPr>
            <p:spPr>
              <a:xfrm flipV="1">
                <a:off x="2452863" y="3442872"/>
                <a:ext cx="180000" cy="414"/>
              </a:xfrm>
              <a:prstGeom prst="line">
                <a:avLst/>
              </a:prstGeom>
              <a:ln w="1270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直線接點 334"/>
              <p:cNvCxnSpPr/>
              <p:nvPr/>
            </p:nvCxnSpPr>
            <p:spPr>
              <a:xfrm flipV="1">
                <a:off x="2452863" y="3465005"/>
                <a:ext cx="180000" cy="414"/>
              </a:xfrm>
              <a:prstGeom prst="line">
                <a:avLst/>
              </a:prstGeom>
              <a:ln w="1270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3" name="群組 322"/>
            <p:cNvGrpSpPr/>
            <p:nvPr/>
          </p:nvGrpSpPr>
          <p:grpSpPr>
            <a:xfrm>
              <a:off x="2359818" y="4312033"/>
              <a:ext cx="216365" cy="205760"/>
              <a:chOff x="2416498" y="3320871"/>
              <a:chExt cx="216365" cy="205760"/>
            </a:xfrm>
          </p:grpSpPr>
          <p:sp>
            <p:nvSpPr>
              <p:cNvPr id="324" name="矩形 323"/>
              <p:cNvSpPr/>
              <p:nvPr/>
            </p:nvSpPr>
            <p:spPr>
              <a:xfrm>
                <a:off x="2416498" y="3320871"/>
                <a:ext cx="161616" cy="20576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cxnSp>
            <p:nvCxnSpPr>
              <p:cNvPr id="325" name="直線接點 324"/>
              <p:cNvCxnSpPr/>
              <p:nvPr/>
            </p:nvCxnSpPr>
            <p:spPr>
              <a:xfrm flipV="1">
                <a:off x="2452863" y="3371850"/>
                <a:ext cx="180000" cy="414"/>
              </a:xfrm>
              <a:prstGeom prst="line">
                <a:avLst/>
              </a:prstGeom>
              <a:ln w="1270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直線接點 325"/>
              <p:cNvCxnSpPr/>
              <p:nvPr/>
            </p:nvCxnSpPr>
            <p:spPr>
              <a:xfrm flipV="1">
                <a:off x="2452863" y="3395662"/>
                <a:ext cx="180000" cy="414"/>
              </a:xfrm>
              <a:prstGeom prst="line">
                <a:avLst/>
              </a:prstGeom>
              <a:ln w="1270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直線接點 326"/>
              <p:cNvCxnSpPr/>
              <p:nvPr/>
            </p:nvCxnSpPr>
            <p:spPr>
              <a:xfrm flipV="1">
                <a:off x="2452863" y="3419474"/>
                <a:ext cx="180000" cy="414"/>
              </a:xfrm>
              <a:prstGeom prst="line">
                <a:avLst/>
              </a:prstGeom>
              <a:ln w="1270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直線接點 327"/>
              <p:cNvCxnSpPr/>
              <p:nvPr/>
            </p:nvCxnSpPr>
            <p:spPr>
              <a:xfrm flipV="1">
                <a:off x="2452863" y="3442872"/>
                <a:ext cx="180000" cy="414"/>
              </a:xfrm>
              <a:prstGeom prst="line">
                <a:avLst/>
              </a:prstGeom>
              <a:ln w="1270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直線接點 328"/>
              <p:cNvCxnSpPr/>
              <p:nvPr/>
            </p:nvCxnSpPr>
            <p:spPr>
              <a:xfrm flipV="1">
                <a:off x="2452863" y="3465005"/>
                <a:ext cx="180000" cy="414"/>
              </a:xfrm>
              <a:prstGeom prst="line">
                <a:avLst/>
              </a:prstGeom>
              <a:ln w="12700"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8" name="群組 337"/>
          <p:cNvGrpSpPr/>
          <p:nvPr/>
        </p:nvGrpSpPr>
        <p:grpSpPr>
          <a:xfrm>
            <a:off x="836487" y="2472954"/>
            <a:ext cx="1480135" cy="1043421"/>
            <a:chOff x="6523934" y="2741021"/>
            <a:chExt cx="1728625" cy="1218594"/>
          </a:xfrm>
        </p:grpSpPr>
        <p:grpSp>
          <p:nvGrpSpPr>
            <p:cNvPr id="339" name="群組 338"/>
            <p:cNvGrpSpPr/>
            <p:nvPr/>
          </p:nvGrpSpPr>
          <p:grpSpPr>
            <a:xfrm>
              <a:off x="6523934" y="2741021"/>
              <a:ext cx="1728625" cy="1218594"/>
              <a:chOff x="3316451" y="3874106"/>
              <a:chExt cx="1728625" cy="1218594"/>
            </a:xfrm>
          </p:grpSpPr>
          <p:sp>
            <p:nvSpPr>
              <p:cNvPr id="343" name="圓角矩形 342"/>
              <p:cNvSpPr/>
              <p:nvPr/>
            </p:nvSpPr>
            <p:spPr>
              <a:xfrm>
                <a:off x="3316451" y="3874106"/>
                <a:ext cx="1725450" cy="1218594"/>
              </a:xfrm>
              <a:prstGeom prst="roundRect">
                <a:avLst>
                  <a:gd name="adj" fmla="val 3640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50000"/>
                    <a:lumOff val="50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44" name="矩形 343"/>
              <p:cNvSpPr/>
              <p:nvPr/>
            </p:nvSpPr>
            <p:spPr>
              <a:xfrm>
                <a:off x="4889500" y="4055943"/>
                <a:ext cx="155576" cy="706561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45" name="矩形 344"/>
              <p:cNvSpPr/>
              <p:nvPr/>
            </p:nvSpPr>
            <p:spPr>
              <a:xfrm rot="5400000">
                <a:off x="4643545" y="4342787"/>
                <a:ext cx="666711" cy="134623"/>
              </a:xfrm>
              <a:prstGeom prst="rect">
                <a:avLst/>
              </a:prstGeom>
              <a:solidFill>
                <a:srgbClr val="FFCC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46" name="橢圓 345"/>
              <p:cNvSpPr/>
              <p:nvPr/>
            </p:nvSpPr>
            <p:spPr>
              <a:xfrm>
                <a:off x="3370297" y="3932816"/>
                <a:ext cx="72000" cy="72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47" name="橢圓 346"/>
              <p:cNvSpPr/>
              <p:nvPr/>
            </p:nvSpPr>
            <p:spPr>
              <a:xfrm>
                <a:off x="3370297" y="4972873"/>
                <a:ext cx="72000" cy="72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48" name="橢圓 347"/>
              <p:cNvSpPr/>
              <p:nvPr/>
            </p:nvSpPr>
            <p:spPr>
              <a:xfrm>
                <a:off x="4728944" y="4972873"/>
                <a:ext cx="72000" cy="72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49" name="橢圓 348"/>
              <p:cNvSpPr/>
              <p:nvPr/>
            </p:nvSpPr>
            <p:spPr>
              <a:xfrm>
                <a:off x="4725516" y="3932816"/>
                <a:ext cx="72000" cy="72000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sp>
          <p:nvSpPr>
            <p:cNvPr id="340" name="橢圓 339"/>
            <p:cNvSpPr>
              <a:spLocks noChangeAspect="1"/>
            </p:cNvSpPr>
            <p:nvPr/>
          </p:nvSpPr>
          <p:spPr>
            <a:xfrm>
              <a:off x="6841465" y="2880867"/>
              <a:ext cx="938901" cy="93890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341" name="橢圓 340"/>
            <p:cNvSpPr>
              <a:spLocks noChangeAspect="1"/>
            </p:cNvSpPr>
            <p:nvPr/>
          </p:nvSpPr>
          <p:spPr>
            <a:xfrm>
              <a:off x="7160691" y="3200093"/>
              <a:ext cx="300448" cy="300448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342" name="等腰三角形 341"/>
            <p:cNvSpPr/>
            <p:nvPr/>
          </p:nvSpPr>
          <p:spPr>
            <a:xfrm rot="-3000000">
              <a:off x="7500322" y="3444633"/>
              <a:ext cx="157911" cy="331470"/>
            </a:xfrm>
            <a:prstGeom prst="triangl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350" name="矩形 349"/>
          <p:cNvSpPr/>
          <p:nvPr/>
        </p:nvSpPr>
        <p:spPr>
          <a:xfrm>
            <a:off x="849448" y="5410919"/>
            <a:ext cx="1520034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RAID card</a:t>
            </a:r>
            <a:endParaRPr lang="zh-TW" altLang="en-US" sz="1200" dirty="0"/>
          </a:p>
        </p:txBody>
      </p:sp>
      <p:sp>
        <p:nvSpPr>
          <p:cNvPr id="351" name="矩形 350"/>
          <p:cNvSpPr/>
          <p:nvPr/>
        </p:nvSpPr>
        <p:spPr>
          <a:xfrm>
            <a:off x="793869" y="3692578"/>
            <a:ext cx="1520034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3.5” HDD</a:t>
            </a:r>
            <a:endParaRPr lang="zh-TW" altLang="en-US" sz="1200" dirty="0"/>
          </a:p>
        </p:txBody>
      </p:sp>
      <p:grpSp>
        <p:nvGrpSpPr>
          <p:cNvPr id="352" name="群組 351"/>
          <p:cNvGrpSpPr/>
          <p:nvPr/>
        </p:nvGrpSpPr>
        <p:grpSpPr>
          <a:xfrm>
            <a:off x="9236247" y="1022511"/>
            <a:ext cx="706729" cy="760057"/>
            <a:chOff x="7896350" y="118729"/>
            <a:chExt cx="825377" cy="887658"/>
          </a:xfrm>
        </p:grpSpPr>
        <p:sp>
          <p:nvSpPr>
            <p:cNvPr id="353" name="矩形 352"/>
            <p:cNvSpPr/>
            <p:nvPr/>
          </p:nvSpPr>
          <p:spPr>
            <a:xfrm rot="5400000">
              <a:off x="7865210" y="149869"/>
              <a:ext cx="887658" cy="82537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  <a:effectLst/>
            <a:scene3d>
              <a:camera prst="orthographicFront"/>
              <a:lightRig rig="threePt" dir="t"/>
            </a:scene3d>
            <a:sp3d>
              <a:bevelT w="95250" h="6350" prst="softRound"/>
            </a:sp3d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zh-TW" altLang="en-US" sz="599" b="1" dirty="0" err="1">
                <a:solidFill>
                  <a:schemeClr val="bg1"/>
                </a:solidFill>
                <a:latin typeface="Calibri" pitchFamily="34" charset="0"/>
              </a:endParaRPr>
            </a:p>
          </p:txBody>
        </p:sp>
        <p:grpSp>
          <p:nvGrpSpPr>
            <p:cNvPr id="354" name="群組 353"/>
            <p:cNvGrpSpPr/>
            <p:nvPr/>
          </p:nvGrpSpPr>
          <p:grpSpPr>
            <a:xfrm>
              <a:off x="8002434" y="201245"/>
              <a:ext cx="78225" cy="728109"/>
              <a:chOff x="9076343" y="210667"/>
              <a:chExt cx="78225" cy="728109"/>
            </a:xfrm>
          </p:grpSpPr>
          <p:cxnSp>
            <p:nvCxnSpPr>
              <p:cNvPr id="606" name="直線接點 605"/>
              <p:cNvCxnSpPr/>
              <p:nvPr/>
            </p:nvCxnSpPr>
            <p:spPr>
              <a:xfrm rot="5400000">
                <a:off x="9136567" y="192667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7" name="直線接點 606"/>
              <p:cNvCxnSpPr/>
              <p:nvPr/>
            </p:nvCxnSpPr>
            <p:spPr>
              <a:xfrm rot="5400000">
                <a:off x="9136568" y="21742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8" name="直線接點 607"/>
              <p:cNvCxnSpPr/>
              <p:nvPr/>
            </p:nvCxnSpPr>
            <p:spPr>
              <a:xfrm rot="5400000">
                <a:off x="9136568" y="24217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9" name="直線接點 608"/>
              <p:cNvCxnSpPr/>
              <p:nvPr/>
            </p:nvCxnSpPr>
            <p:spPr>
              <a:xfrm rot="5400000">
                <a:off x="9136568" y="26693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0" name="直線接點 609"/>
              <p:cNvCxnSpPr/>
              <p:nvPr/>
            </p:nvCxnSpPr>
            <p:spPr>
              <a:xfrm rot="5400000">
                <a:off x="9136568" y="29168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1" name="直線接點 610"/>
              <p:cNvCxnSpPr/>
              <p:nvPr/>
            </p:nvCxnSpPr>
            <p:spPr>
              <a:xfrm rot="5400000">
                <a:off x="9136568" y="36595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2" name="直線接點 611"/>
              <p:cNvCxnSpPr/>
              <p:nvPr/>
            </p:nvCxnSpPr>
            <p:spPr>
              <a:xfrm rot="5400000">
                <a:off x="9136567" y="41546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3" name="直線接點 612"/>
              <p:cNvCxnSpPr/>
              <p:nvPr/>
            </p:nvCxnSpPr>
            <p:spPr>
              <a:xfrm rot="5400000">
                <a:off x="9136568" y="46497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" name="直線接點 613"/>
              <p:cNvCxnSpPr/>
              <p:nvPr/>
            </p:nvCxnSpPr>
            <p:spPr>
              <a:xfrm rot="5400000">
                <a:off x="9136568" y="48972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直線接點 614"/>
              <p:cNvCxnSpPr/>
              <p:nvPr/>
            </p:nvCxnSpPr>
            <p:spPr>
              <a:xfrm rot="5400000">
                <a:off x="9136568" y="53923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" name="直線接點 615"/>
              <p:cNvCxnSpPr/>
              <p:nvPr/>
            </p:nvCxnSpPr>
            <p:spPr>
              <a:xfrm rot="5400000">
                <a:off x="9136568" y="58874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" name="直線接點 616"/>
              <p:cNvCxnSpPr/>
              <p:nvPr/>
            </p:nvCxnSpPr>
            <p:spPr>
              <a:xfrm rot="5400000">
                <a:off x="9136568" y="66301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" name="直線接點 617"/>
              <p:cNvCxnSpPr/>
              <p:nvPr/>
            </p:nvCxnSpPr>
            <p:spPr>
              <a:xfrm rot="5400000">
                <a:off x="9136567" y="31644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" name="直線接點 618"/>
              <p:cNvCxnSpPr/>
              <p:nvPr/>
            </p:nvCxnSpPr>
            <p:spPr>
              <a:xfrm rot="5400000">
                <a:off x="9136568" y="34119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" name="直線接點 619"/>
              <p:cNvCxnSpPr/>
              <p:nvPr/>
            </p:nvCxnSpPr>
            <p:spPr>
              <a:xfrm rot="5400000">
                <a:off x="9136568" y="39070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" name="直線接點 620"/>
              <p:cNvCxnSpPr/>
              <p:nvPr/>
            </p:nvCxnSpPr>
            <p:spPr>
              <a:xfrm rot="5400000">
                <a:off x="9136568" y="44021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2" name="直線接點 621"/>
              <p:cNvCxnSpPr/>
              <p:nvPr/>
            </p:nvCxnSpPr>
            <p:spPr>
              <a:xfrm rot="5400000">
                <a:off x="9136568" y="51448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" name="直線接點 622"/>
              <p:cNvCxnSpPr/>
              <p:nvPr/>
            </p:nvCxnSpPr>
            <p:spPr>
              <a:xfrm rot="5400000">
                <a:off x="9136568" y="56399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4" name="直線接點 623"/>
              <p:cNvCxnSpPr/>
              <p:nvPr/>
            </p:nvCxnSpPr>
            <p:spPr>
              <a:xfrm rot="5400000">
                <a:off x="9136567" y="61350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5" name="直線接點 624"/>
              <p:cNvCxnSpPr/>
              <p:nvPr/>
            </p:nvCxnSpPr>
            <p:spPr>
              <a:xfrm rot="5400000">
                <a:off x="9136568" y="63825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6" name="直線接點 625"/>
              <p:cNvCxnSpPr/>
              <p:nvPr/>
            </p:nvCxnSpPr>
            <p:spPr>
              <a:xfrm rot="5400000">
                <a:off x="9136568" y="68776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直線接點 626"/>
              <p:cNvCxnSpPr/>
              <p:nvPr/>
            </p:nvCxnSpPr>
            <p:spPr>
              <a:xfrm rot="5400000">
                <a:off x="9136568" y="71251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直線接點 627"/>
              <p:cNvCxnSpPr/>
              <p:nvPr/>
            </p:nvCxnSpPr>
            <p:spPr>
              <a:xfrm rot="5400000">
                <a:off x="9136568" y="73727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9" name="直線接點 628"/>
              <p:cNvCxnSpPr/>
              <p:nvPr/>
            </p:nvCxnSpPr>
            <p:spPr>
              <a:xfrm rot="5400000">
                <a:off x="9136568" y="76202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0" name="直線接點 629"/>
              <p:cNvCxnSpPr/>
              <p:nvPr/>
            </p:nvCxnSpPr>
            <p:spPr>
              <a:xfrm rot="5400000">
                <a:off x="9097517" y="199017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1" name="直線接點 630"/>
              <p:cNvCxnSpPr/>
              <p:nvPr/>
            </p:nvCxnSpPr>
            <p:spPr>
              <a:xfrm rot="5400000">
                <a:off x="9097518" y="22377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2" name="直線接點 631"/>
              <p:cNvCxnSpPr/>
              <p:nvPr/>
            </p:nvCxnSpPr>
            <p:spPr>
              <a:xfrm rot="5400000">
                <a:off x="9097518" y="24852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3" name="直線接點 632"/>
              <p:cNvCxnSpPr/>
              <p:nvPr/>
            </p:nvCxnSpPr>
            <p:spPr>
              <a:xfrm rot="5400000">
                <a:off x="9097518" y="27328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4" name="直線接點 633"/>
              <p:cNvCxnSpPr/>
              <p:nvPr/>
            </p:nvCxnSpPr>
            <p:spPr>
              <a:xfrm rot="5400000">
                <a:off x="9097518" y="29803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5" name="直線接點 634"/>
              <p:cNvCxnSpPr/>
              <p:nvPr/>
            </p:nvCxnSpPr>
            <p:spPr>
              <a:xfrm rot="5400000">
                <a:off x="9097518" y="37230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6" name="直線接點 635"/>
              <p:cNvCxnSpPr/>
              <p:nvPr/>
            </p:nvCxnSpPr>
            <p:spPr>
              <a:xfrm rot="5400000">
                <a:off x="9097517" y="42181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7" name="直線接點 636"/>
              <p:cNvCxnSpPr/>
              <p:nvPr/>
            </p:nvCxnSpPr>
            <p:spPr>
              <a:xfrm rot="5400000">
                <a:off x="9097518" y="47132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8" name="直線接點 637"/>
              <p:cNvCxnSpPr/>
              <p:nvPr/>
            </p:nvCxnSpPr>
            <p:spPr>
              <a:xfrm rot="5400000">
                <a:off x="9097518" y="49607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9" name="直線接點 638"/>
              <p:cNvCxnSpPr/>
              <p:nvPr/>
            </p:nvCxnSpPr>
            <p:spPr>
              <a:xfrm rot="5400000">
                <a:off x="9097518" y="54558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直線接點 639"/>
              <p:cNvCxnSpPr/>
              <p:nvPr/>
            </p:nvCxnSpPr>
            <p:spPr>
              <a:xfrm rot="5400000">
                <a:off x="9097518" y="59509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1" name="直線接點 640"/>
              <p:cNvCxnSpPr/>
              <p:nvPr/>
            </p:nvCxnSpPr>
            <p:spPr>
              <a:xfrm rot="5400000">
                <a:off x="9097518" y="66936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2" name="直線接點 641"/>
              <p:cNvCxnSpPr/>
              <p:nvPr/>
            </p:nvCxnSpPr>
            <p:spPr>
              <a:xfrm rot="5400000">
                <a:off x="9097517" y="32279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3" name="直線接點 642"/>
              <p:cNvCxnSpPr/>
              <p:nvPr/>
            </p:nvCxnSpPr>
            <p:spPr>
              <a:xfrm rot="5400000">
                <a:off x="9097518" y="34754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4" name="直線接點 643"/>
              <p:cNvCxnSpPr/>
              <p:nvPr/>
            </p:nvCxnSpPr>
            <p:spPr>
              <a:xfrm rot="5400000">
                <a:off x="9097518" y="39705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5" name="直線接點 644"/>
              <p:cNvCxnSpPr/>
              <p:nvPr/>
            </p:nvCxnSpPr>
            <p:spPr>
              <a:xfrm rot="5400000">
                <a:off x="9097518" y="44656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6" name="直線接點 645"/>
              <p:cNvCxnSpPr/>
              <p:nvPr/>
            </p:nvCxnSpPr>
            <p:spPr>
              <a:xfrm rot="5400000">
                <a:off x="9097518" y="52083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7" name="直線接點 646"/>
              <p:cNvCxnSpPr/>
              <p:nvPr/>
            </p:nvCxnSpPr>
            <p:spPr>
              <a:xfrm rot="5400000">
                <a:off x="9097518" y="57034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8" name="直線接點 647"/>
              <p:cNvCxnSpPr/>
              <p:nvPr/>
            </p:nvCxnSpPr>
            <p:spPr>
              <a:xfrm rot="5400000">
                <a:off x="9097517" y="6198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9" name="直線接點 648"/>
              <p:cNvCxnSpPr/>
              <p:nvPr/>
            </p:nvCxnSpPr>
            <p:spPr>
              <a:xfrm rot="5400000">
                <a:off x="9097518" y="64460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0" name="直線接點 649"/>
              <p:cNvCxnSpPr/>
              <p:nvPr/>
            </p:nvCxnSpPr>
            <p:spPr>
              <a:xfrm rot="5400000">
                <a:off x="9097518" y="69411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1" name="直線接點 650"/>
              <p:cNvCxnSpPr/>
              <p:nvPr/>
            </p:nvCxnSpPr>
            <p:spPr>
              <a:xfrm rot="5400000">
                <a:off x="9097518" y="71886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2" name="直線接點 651"/>
              <p:cNvCxnSpPr/>
              <p:nvPr/>
            </p:nvCxnSpPr>
            <p:spPr>
              <a:xfrm rot="5400000">
                <a:off x="9097518" y="74362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3" name="直線接點 652"/>
              <p:cNvCxnSpPr/>
              <p:nvPr/>
            </p:nvCxnSpPr>
            <p:spPr>
              <a:xfrm rot="5400000">
                <a:off x="9097518" y="76837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4" name="直線接點 653"/>
              <p:cNvCxnSpPr/>
              <p:nvPr/>
            </p:nvCxnSpPr>
            <p:spPr>
              <a:xfrm rot="5400000">
                <a:off x="9133393" y="81541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5" name="直線接點 654"/>
              <p:cNvCxnSpPr/>
              <p:nvPr/>
            </p:nvCxnSpPr>
            <p:spPr>
              <a:xfrm rot="5400000">
                <a:off x="9133393" y="79065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6" name="直線接點 655"/>
              <p:cNvCxnSpPr/>
              <p:nvPr/>
            </p:nvCxnSpPr>
            <p:spPr>
              <a:xfrm rot="5400000">
                <a:off x="9133393" y="84016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7" name="直線接點 656"/>
              <p:cNvCxnSpPr/>
              <p:nvPr/>
            </p:nvCxnSpPr>
            <p:spPr>
              <a:xfrm rot="5400000">
                <a:off x="9133393" y="86491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8" name="直線接點 657"/>
              <p:cNvCxnSpPr/>
              <p:nvPr/>
            </p:nvCxnSpPr>
            <p:spPr>
              <a:xfrm rot="5400000">
                <a:off x="9133393" y="88967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9" name="直線接點 658"/>
              <p:cNvCxnSpPr/>
              <p:nvPr/>
            </p:nvCxnSpPr>
            <p:spPr>
              <a:xfrm rot="5400000">
                <a:off x="9133393" y="91442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0" name="直線接點 659"/>
              <p:cNvCxnSpPr/>
              <p:nvPr/>
            </p:nvCxnSpPr>
            <p:spPr>
              <a:xfrm rot="5400000">
                <a:off x="9094343" y="82176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1" name="直線接點 660"/>
              <p:cNvCxnSpPr/>
              <p:nvPr/>
            </p:nvCxnSpPr>
            <p:spPr>
              <a:xfrm rot="5400000">
                <a:off x="9094343" y="79700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2" name="直線接點 661"/>
              <p:cNvCxnSpPr/>
              <p:nvPr/>
            </p:nvCxnSpPr>
            <p:spPr>
              <a:xfrm rot="5400000">
                <a:off x="9094343" y="84651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3" name="直線接點 662"/>
              <p:cNvCxnSpPr/>
              <p:nvPr/>
            </p:nvCxnSpPr>
            <p:spPr>
              <a:xfrm rot="5400000">
                <a:off x="9094343" y="87126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4" name="直線接點 663"/>
              <p:cNvCxnSpPr/>
              <p:nvPr/>
            </p:nvCxnSpPr>
            <p:spPr>
              <a:xfrm rot="5400000">
                <a:off x="9094343" y="89602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5" name="直線接點 664"/>
              <p:cNvCxnSpPr/>
              <p:nvPr/>
            </p:nvCxnSpPr>
            <p:spPr>
              <a:xfrm rot="5400000">
                <a:off x="9094343" y="92077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6" name="直線接點 665"/>
              <p:cNvCxnSpPr/>
              <p:nvPr/>
            </p:nvCxnSpPr>
            <p:spPr>
              <a:xfrm>
                <a:off x="9118017" y="212659"/>
                <a:ext cx="0" cy="720000"/>
              </a:xfrm>
              <a:prstGeom prst="line">
                <a:avLst/>
              </a:prstGeom>
              <a:ln w="12700">
                <a:solidFill>
                  <a:srgbClr val="FFCC00"/>
                </a:solidFill>
              </a:ln>
              <a:scene3d>
                <a:camera prst="orthographicFront"/>
                <a:lightRig rig="threePt" dir="t"/>
              </a:scene3d>
              <a:sp3d>
                <a:bevelT w="38100" h="381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7" name="直線接點 666"/>
              <p:cNvCxnSpPr/>
              <p:nvPr/>
            </p:nvCxnSpPr>
            <p:spPr>
              <a:xfrm>
                <a:off x="9112343" y="212425"/>
                <a:ext cx="0" cy="72000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38100" h="381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5" name="群組 354"/>
            <p:cNvGrpSpPr/>
            <p:nvPr/>
          </p:nvGrpSpPr>
          <p:grpSpPr>
            <a:xfrm>
              <a:off x="8143527" y="201245"/>
              <a:ext cx="78225" cy="728109"/>
              <a:chOff x="9076343" y="210667"/>
              <a:chExt cx="78225" cy="728109"/>
            </a:xfrm>
          </p:grpSpPr>
          <p:cxnSp>
            <p:nvCxnSpPr>
              <p:cNvPr id="544" name="直線接點 543"/>
              <p:cNvCxnSpPr/>
              <p:nvPr/>
            </p:nvCxnSpPr>
            <p:spPr>
              <a:xfrm rot="5400000">
                <a:off x="9136567" y="192667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" name="直線接點 544"/>
              <p:cNvCxnSpPr/>
              <p:nvPr/>
            </p:nvCxnSpPr>
            <p:spPr>
              <a:xfrm rot="5400000">
                <a:off x="9136568" y="21742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直線接點 545"/>
              <p:cNvCxnSpPr/>
              <p:nvPr/>
            </p:nvCxnSpPr>
            <p:spPr>
              <a:xfrm rot="5400000">
                <a:off x="9136568" y="24217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7" name="直線接點 546"/>
              <p:cNvCxnSpPr/>
              <p:nvPr/>
            </p:nvCxnSpPr>
            <p:spPr>
              <a:xfrm rot="5400000">
                <a:off x="9136568" y="26693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8" name="直線接點 547"/>
              <p:cNvCxnSpPr/>
              <p:nvPr/>
            </p:nvCxnSpPr>
            <p:spPr>
              <a:xfrm rot="5400000">
                <a:off x="9136568" y="29168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" name="直線接點 548"/>
              <p:cNvCxnSpPr/>
              <p:nvPr/>
            </p:nvCxnSpPr>
            <p:spPr>
              <a:xfrm rot="5400000">
                <a:off x="9136568" y="36595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" name="直線接點 549"/>
              <p:cNvCxnSpPr/>
              <p:nvPr/>
            </p:nvCxnSpPr>
            <p:spPr>
              <a:xfrm rot="5400000">
                <a:off x="9136567" y="41546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" name="直線接點 550"/>
              <p:cNvCxnSpPr/>
              <p:nvPr/>
            </p:nvCxnSpPr>
            <p:spPr>
              <a:xfrm rot="5400000">
                <a:off x="9136568" y="46497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" name="直線接點 551"/>
              <p:cNvCxnSpPr/>
              <p:nvPr/>
            </p:nvCxnSpPr>
            <p:spPr>
              <a:xfrm rot="5400000">
                <a:off x="9136568" y="48972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直線接點 552"/>
              <p:cNvCxnSpPr/>
              <p:nvPr/>
            </p:nvCxnSpPr>
            <p:spPr>
              <a:xfrm rot="5400000">
                <a:off x="9136568" y="53923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4" name="直線接點 553"/>
              <p:cNvCxnSpPr/>
              <p:nvPr/>
            </p:nvCxnSpPr>
            <p:spPr>
              <a:xfrm rot="5400000">
                <a:off x="9136568" y="58874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5" name="直線接點 554"/>
              <p:cNvCxnSpPr/>
              <p:nvPr/>
            </p:nvCxnSpPr>
            <p:spPr>
              <a:xfrm rot="5400000">
                <a:off x="9136568" y="66301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6" name="直線接點 555"/>
              <p:cNvCxnSpPr/>
              <p:nvPr/>
            </p:nvCxnSpPr>
            <p:spPr>
              <a:xfrm rot="5400000">
                <a:off x="9136567" y="31644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7" name="直線接點 556"/>
              <p:cNvCxnSpPr/>
              <p:nvPr/>
            </p:nvCxnSpPr>
            <p:spPr>
              <a:xfrm rot="5400000">
                <a:off x="9136568" y="34119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8" name="直線接點 557"/>
              <p:cNvCxnSpPr/>
              <p:nvPr/>
            </p:nvCxnSpPr>
            <p:spPr>
              <a:xfrm rot="5400000">
                <a:off x="9136568" y="39070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9" name="直線接點 558"/>
              <p:cNvCxnSpPr/>
              <p:nvPr/>
            </p:nvCxnSpPr>
            <p:spPr>
              <a:xfrm rot="5400000">
                <a:off x="9136568" y="44021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" name="直線接點 559"/>
              <p:cNvCxnSpPr/>
              <p:nvPr/>
            </p:nvCxnSpPr>
            <p:spPr>
              <a:xfrm rot="5400000">
                <a:off x="9136568" y="51448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直線接點 560"/>
              <p:cNvCxnSpPr/>
              <p:nvPr/>
            </p:nvCxnSpPr>
            <p:spPr>
              <a:xfrm rot="5400000">
                <a:off x="9136568" y="56399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2" name="直線接點 561"/>
              <p:cNvCxnSpPr/>
              <p:nvPr/>
            </p:nvCxnSpPr>
            <p:spPr>
              <a:xfrm rot="5400000">
                <a:off x="9136567" y="61350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直線接點 562"/>
              <p:cNvCxnSpPr/>
              <p:nvPr/>
            </p:nvCxnSpPr>
            <p:spPr>
              <a:xfrm rot="5400000">
                <a:off x="9136568" y="63825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" name="直線接點 563"/>
              <p:cNvCxnSpPr/>
              <p:nvPr/>
            </p:nvCxnSpPr>
            <p:spPr>
              <a:xfrm rot="5400000">
                <a:off x="9136568" y="68776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直線接點 564"/>
              <p:cNvCxnSpPr/>
              <p:nvPr/>
            </p:nvCxnSpPr>
            <p:spPr>
              <a:xfrm rot="5400000">
                <a:off x="9136568" y="71251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直線接點 565"/>
              <p:cNvCxnSpPr/>
              <p:nvPr/>
            </p:nvCxnSpPr>
            <p:spPr>
              <a:xfrm rot="5400000">
                <a:off x="9136568" y="73727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直線接點 566"/>
              <p:cNvCxnSpPr/>
              <p:nvPr/>
            </p:nvCxnSpPr>
            <p:spPr>
              <a:xfrm rot="5400000">
                <a:off x="9136568" y="76202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直線接點 567"/>
              <p:cNvCxnSpPr/>
              <p:nvPr/>
            </p:nvCxnSpPr>
            <p:spPr>
              <a:xfrm rot="5400000">
                <a:off x="9097517" y="199017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直線接點 568"/>
              <p:cNvCxnSpPr/>
              <p:nvPr/>
            </p:nvCxnSpPr>
            <p:spPr>
              <a:xfrm rot="5400000">
                <a:off x="9097518" y="22377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直線接點 569"/>
              <p:cNvCxnSpPr/>
              <p:nvPr/>
            </p:nvCxnSpPr>
            <p:spPr>
              <a:xfrm rot="5400000">
                <a:off x="9097518" y="24852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" name="直線接點 570"/>
              <p:cNvCxnSpPr/>
              <p:nvPr/>
            </p:nvCxnSpPr>
            <p:spPr>
              <a:xfrm rot="5400000">
                <a:off x="9097518" y="27328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" name="直線接點 571"/>
              <p:cNvCxnSpPr/>
              <p:nvPr/>
            </p:nvCxnSpPr>
            <p:spPr>
              <a:xfrm rot="5400000">
                <a:off x="9097518" y="29803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" name="直線接點 572"/>
              <p:cNvCxnSpPr/>
              <p:nvPr/>
            </p:nvCxnSpPr>
            <p:spPr>
              <a:xfrm rot="5400000">
                <a:off x="9097518" y="37230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直線接點 573"/>
              <p:cNvCxnSpPr/>
              <p:nvPr/>
            </p:nvCxnSpPr>
            <p:spPr>
              <a:xfrm rot="5400000">
                <a:off x="9097517" y="42181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" name="直線接點 574"/>
              <p:cNvCxnSpPr/>
              <p:nvPr/>
            </p:nvCxnSpPr>
            <p:spPr>
              <a:xfrm rot="5400000">
                <a:off x="9097518" y="47132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" name="直線接點 575"/>
              <p:cNvCxnSpPr/>
              <p:nvPr/>
            </p:nvCxnSpPr>
            <p:spPr>
              <a:xfrm rot="5400000">
                <a:off x="9097518" y="49607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7" name="直線接點 576"/>
              <p:cNvCxnSpPr/>
              <p:nvPr/>
            </p:nvCxnSpPr>
            <p:spPr>
              <a:xfrm rot="5400000">
                <a:off x="9097518" y="54558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8" name="直線接點 577"/>
              <p:cNvCxnSpPr/>
              <p:nvPr/>
            </p:nvCxnSpPr>
            <p:spPr>
              <a:xfrm rot="5400000">
                <a:off x="9097518" y="59509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9" name="直線接點 578"/>
              <p:cNvCxnSpPr/>
              <p:nvPr/>
            </p:nvCxnSpPr>
            <p:spPr>
              <a:xfrm rot="5400000">
                <a:off x="9097518" y="66936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0" name="直線接點 579"/>
              <p:cNvCxnSpPr/>
              <p:nvPr/>
            </p:nvCxnSpPr>
            <p:spPr>
              <a:xfrm rot="5400000">
                <a:off x="9097517" y="32279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1" name="直線接點 580"/>
              <p:cNvCxnSpPr/>
              <p:nvPr/>
            </p:nvCxnSpPr>
            <p:spPr>
              <a:xfrm rot="5400000">
                <a:off x="9097518" y="34754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2" name="直線接點 581"/>
              <p:cNvCxnSpPr/>
              <p:nvPr/>
            </p:nvCxnSpPr>
            <p:spPr>
              <a:xfrm rot="5400000">
                <a:off x="9097518" y="39705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3" name="直線接點 582"/>
              <p:cNvCxnSpPr/>
              <p:nvPr/>
            </p:nvCxnSpPr>
            <p:spPr>
              <a:xfrm rot="5400000">
                <a:off x="9097518" y="44656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4" name="直線接點 583"/>
              <p:cNvCxnSpPr/>
              <p:nvPr/>
            </p:nvCxnSpPr>
            <p:spPr>
              <a:xfrm rot="5400000">
                <a:off x="9097518" y="52083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5" name="直線接點 584"/>
              <p:cNvCxnSpPr/>
              <p:nvPr/>
            </p:nvCxnSpPr>
            <p:spPr>
              <a:xfrm rot="5400000">
                <a:off x="9097518" y="57034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6" name="直線接點 585"/>
              <p:cNvCxnSpPr/>
              <p:nvPr/>
            </p:nvCxnSpPr>
            <p:spPr>
              <a:xfrm rot="5400000">
                <a:off x="9097517" y="6198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直線接點 586"/>
              <p:cNvCxnSpPr/>
              <p:nvPr/>
            </p:nvCxnSpPr>
            <p:spPr>
              <a:xfrm rot="5400000">
                <a:off x="9097518" y="64460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" name="直線接點 587"/>
              <p:cNvCxnSpPr/>
              <p:nvPr/>
            </p:nvCxnSpPr>
            <p:spPr>
              <a:xfrm rot="5400000">
                <a:off x="9097518" y="69411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9" name="直線接點 588"/>
              <p:cNvCxnSpPr/>
              <p:nvPr/>
            </p:nvCxnSpPr>
            <p:spPr>
              <a:xfrm rot="5400000">
                <a:off x="9097518" y="71886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0" name="直線接點 589"/>
              <p:cNvCxnSpPr/>
              <p:nvPr/>
            </p:nvCxnSpPr>
            <p:spPr>
              <a:xfrm rot="5400000">
                <a:off x="9097518" y="74362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" name="直線接點 590"/>
              <p:cNvCxnSpPr/>
              <p:nvPr/>
            </p:nvCxnSpPr>
            <p:spPr>
              <a:xfrm rot="5400000">
                <a:off x="9097518" y="76837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2" name="直線接點 591"/>
              <p:cNvCxnSpPr/>
              <p:nvPr/>
            </p:nvCxnSpPr>
            <p:spPr>
              <a:xfrm rot="5400000">
                <a:off x="9133393" y="81541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3" name="直線接點 592"/>
              <p:cNvCxnSpPr/>
              <p:nvPr/>
            </p:nvCxnSpPr>
            <p:spPr>
              <a:xfrm rot="5400000">
                <a:off x="9133393" y="79065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4" name="直線接點 593"/>
              <p:cNvCxnSpPr/>
              <p:nvPr/>
            </p:nvCxnSpPr>
            <p:spPr>
              <a:xfrm rot="5400000">
                <a:off x="9133393" y="84016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5" name="直線接點 594"/>
              <p:cNvCxnSpPr/>
              <p:nvPr/>
            </p:nvCxnSpPr>
            <p:spPr>
              <a:xfrm rot="5400000">
                <a:off x="9133393" y="86491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6" name="直線接點 595"/>
              <p:cNvCxnSpPr/>
              <p:nvPr/>
            </p:nvCxnSpPr>
            <p:spPr>
              <a:xfrm rot="5400000">
                <a:off x="9133393" y="88967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7" name="直線接點 596"/>
              <p:cNvCxnSpPr/>
              <p:nvPr/>
            </p:nvCxnSpPr>
            <p:spPr>
              <a:xfrm rot="5400000">
                <a:off x="9133393" y="91442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8" name="直線接點 597"/>
              <p:cNvCxnSpPr/>
              <p:nvPr/>
            </p:nvCxnSpPr>
            <p:spPr>
              <a:xfrm rot="5400000">
                <a:off x="9094343" y="82176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9" name="直線接點 598"/>
              <p:cNvCxnSpPr/>
              <p:nvPr/>
            </p:nvCxnSpPr>
            <p:spPr>
              <a:xfrm rot="5400000">
                <a:off x="9094343" y="79700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0" name="直線接點 599"/>
              <p:cNvCxnSpPr/>
              <p:nvPr/>
            </p:nvCxnSpPr>
            <p:spPr>
              <a:xfrm rot="5400000">
                <a:off x="9094343" y="84651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1" name="直線接點 600"/>
              <p:cNvCxnSpPr/>
              <p:nvPr/>
            </p:nvCxnSpPr>
            <p:spPr>
              <a:xfrm rot="5400000">
                <a:off x="9094343" y="87126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" name="直線接點 601"/>
              <p:cNvCxnSpPr/>
              <p:nvPr/>
            </p:nvCxnSpPr>
            <p:spPr>
              <a:xfrm rot="5400000">
                <a:off x="9094343" y="89602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3" name="直線接點 602"/>
              <p:cNvCxnSpPr/>
              <p:nvPr/>
            </p:nvCxnSpPr>
            <p:spPr>
              <a:xfrm rot="5400000">
                <a:off x="9094343" y="92077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4" name="直線接點 603"/>
              <p:cNvCxnSpPr/>
              <p:nvPr/>
            </p:nvCxnSpPr>
            <p:spPr>
              <a:xfrm>
                <a:off x="9118017" y="212659"/>
                <a:ext cx="0" cy="720000"/>
              </a:xfrm>
              <a:prstGeom prst="line">
                <a:avLst/>
              </a:prstGeom>
              <a:ln w="12700">
                <a:solidFill>
                  <a:srgbClr val="FFCC00"/>
                </a:solidFill>
              </a:ln>
              <a:scene3d>
                <a:camera prst="orthographicFront"/>
                <a:lightRig rig="threePt" dir="t"/>
              </a:scene3d>
              <a:sp3d>
                <a:bevelT w="38100" h="381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5" name="直線接點 604"/>
              <p:cNvCxnSpPr/>
              <p:nvPr/>
            </p:nvCxnSpPr>
            <p:spPr>
              <a:xfrm>
                <a:off x="9112343" y="212425"/>
                <a:ext cx="0" cy="72000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38100" h="381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6" name="群組 355"/>
            <p:cNvGrpSpPr/>
            <p:nvPr/>
          </p:nvGrpSpPr>
          <p:grpSpPr>
            <a:xfrm>
              <a:off x="8284620" y="201245"/>
              <a:ext cx="78225" cy="728109"/>
              <a:chOff x="9076343" y="210667"/>
              <a:chExt cx="78225" cy="728109"/>
            </a:xfrm>
          </p:grpSpPr>
          <p:cxnSp>
            <p:nvCxnSpPr>
              <p:cNvPr id="482" name="直線接點 481"/>
              <p:cNvCxnSpPr/>
              <p:nvPr/>
            </p:nvCxnSpPr>
            <p:spPr>
              <a:xfrm rot="5400000">
                <a:off x="9136567" y="192667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3" name="直線接點 482"/>
              <p:cNvCxnSpPr/>
              <p:nvPr/>
            </p:nvCxnSpPr>
            <p:spPr>
              <a:xfrm rot="5400000">
                <a:off x="9136568" y="21742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4" name="直線接點 483"/>
              <p:cNvCxnSpPr/>
              <p:nvPr/>
            </p:nvCxnSpPr>
            <p:spPr>
              <a:xfrm rot="5400000">
                <a:off x="9136568" y="24217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直線接點 484"/>
              <p:cNvCxnSpPr/>
              <p:nvPr/>
            </p:nvCxnSpPr>
            <p:spPr>
              <a:xfrm rot="5400000">
                <a:off x="9136568" y="26693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直線接點 485"/>
              <p:cNvCxnSpPr/>
              <p:nvPr/>
            </p:nvCxnSpPr>
            <p:spPr>
              <a:xfrm rot="5400000">
                <a:off x="9136568" y="29168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直線接點 486"/>
              <p:cNvCxnSpPr/>
              <p:nvPr/>
            </p:nvCxnSpPr>
            <p:spPr>
              <a:xfrm rot="5400000">
                <a:off x="9136568" y="36595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直線接點 487"/>
              <p:cNvCxnSpPr/>
              <p:nvPr/>
            </p:nvCxnSpPr>
            <p:spPr>
              <a:xfrm rot="5400000">
                <a:off x="9136567" y="41546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直線接點 488"/>
              <p:cNvCxnSpPr/>
              <p:nvPr/>
            </p:nvCxnSpPr>
            <p:spPr>
              <a:xfrm rot="5400000">
                <a:off x="9136568" y="46497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直線接點 489"/>
              <p:cNvCxnSpPr/>
              <p:nvPr/>
            </p:nvCxnSpPr>
            <p:spPr>
              <a:xfrm rot="5400000">
                <a:off x="9136568" y="48972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直線接點 490"/>
              <p:cNvCxnSpPr/>
              <p:nvPr/>
            </p:nvCxnSpPr>
            <p:spPr>
              <a:xfrm rot="5400000">
                <a:off x="9136568" y="53923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直線接點 491"/>
              <p:cNvCxnSpPr/>
              <p:nvPr/>
            </p:nvCxnSpPr>
            <p:spPr>
              <a:xfrm rot="5400000">
                <a:off x="9136568" y="58874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直線接點 492"/>
              <p:cNvCxnSpPr/>
              <p:nvPr/>
            </p:nvCxnSpPr>
            <p:spPr>
              <a:xfrm rot="5400000">
                <a:off x="9136568" y="66301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直線接點 493"/>
              <p:cNvCxnSpPr/>
              <p:nvPr/>
            </p:nvCxnSpPr>
            <p:spPr>
              <a:xfrm rot="5400000">
                <a:off x="9136567" y="31644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直線接點 494"/>
              <p:cNvCxnSpPr/>
              <p:nvPr/>
            </p:nvCxnSpPr>
            <p:spPr>
              <a:xfrm rot="5400000">
                <a:off x="9136568" y="34119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直線接點 495"/>
              <p:cNvCxnSpPr/>
              <p:nvPr/>
            </p:nvCxnSpPr>
            <p:spPr>
              <a:xfrm rot="5400000">
                <a:off x="9136568" y="39070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直線接點 496"/>
              <p:cNvCxnSpPr/>
              <p:nvPr/>
            </p:nvCxnSpPr>
            <p:spPr>
              <a:xfrm rot="5400000">
                <a:off x="9136568" y="44021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直線接點 497"/>
              <p:cNvCxnSpPr/>
              <p:nvPr/>
            </p:nvCxnSpPr>
            <p:spPr>
              <a:xfrm rot="5400000">
                <a:off x="9136568" y="51448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直線接點 498"/>
              <p:cNvCxnSpPr/>
              <p:nvPr/>
            </p:nvCxnSpPr>
            <p:spPr>
              <a:xfrm rot="5400000">
                <a:off x="9136568" y="56399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直線接點 499"/>
              <p:cNvCxnSpPr/>
              <p:nvPr/>
            </p:nvCxnSpPr>
            <p:spPr>
              <a:xfrm rot="5400000">
                <a:off x="9136567" y="61350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直線接點 500"/>
              <p:cNvCxnSpPr/>
              <p:nvPr/>
            </p:nvCxnSpPr>
            <p:spPr>
              <a:xfrm rot="5400000">
                <a:off x="9136568" y="63825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直線接點 501"/>
              <p:cNvCxnSpPr/>
              <p:nvPr/>
            </p:nvCxnSpPr>
            <p:spPr>
              <a:xfrm rot="5400000">
                <a:off x="9136568" y="68776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直線接點 502"/>
              <p:cNvCxnSpPr/>
              <p:nvPr/>
            </p:nvCxnSpPr>
            <p:spPr>
              <a:xfrm rot="5400000">
                <a:off x="9136568" y="71251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直線接點 503"/>
              <p:cNvCxnSpPr/>
              <p:nvPr/>
            </p:nvCxnSpPr>
            <p:spPr>
              <a:xfrm rot="5400000">
                <a:off x="9136568" y="73727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直線接點 504"/>
              <p:cNvCxnSpPr/>
              <p:nvPr/>
            </p:nvCxnSpPr>
            <p:spPr>
              <a:xfrm rot="5400000">
                <a:off x="9136568" y="76202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直線接點 505"/>
              <p:cNvCxnSpPr/>
              <p:nvPr/>
            </p:nvCxnSpPr>
            <p:spPr>
              <a:xfrm rot="5400000">
                <a:off x="9097517" y="199017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7" name="直線接點 506"/>
              <p:cNvCxnSpPr/>
              <p:nvPr/>
            </p:nvCxnSpPr>
            <p:spPr>
              <a:xfrm rot="5400000">
                <a:off x="9097518" y="22377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8" name="直線接點 507"/>
              <p:cNvCxnSpPr/>
              <p:nvPr/>
            </p:nvCxnSpPr>
            <p:spPr>
              <a:xfrm rot="5400000">
                <a:off x="9097518" y="24852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9" name="直線接點 508"/>
              <p:cNvCxnSpPr/>
              <p:nvPr/>
            </p:nvCxnSpPr>
            <p:spPr>
              <a:xfrm rot="5400000">
                <a:off x="9097518" y="27328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線接點 509"/>
              <p:cNvCxnSpPr/>
              <p:nvPr/>
            </p:nvCxnSpPr>
            <p:spPr>
              <a:xfrm rot="5400000">
                <a:off x="9097518" y="29803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1" name="直線接點 510"/>
              <p:cNvCxnSpPr/>
              <p:nvPr/>
            </p:nvCxnSpPr>
            <p:spPr>
              <a:xfrm rot="5400000">
                <a:off x="9097518" y="37230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" name="直線接點 511"/>
              <p:cNvCxnSpPr/>
              <p:nvPr/>
            </p:nvCxnSpPr>
            <p:spPr>
              <a:xfrm rot="5400000">
                <a:off x="9097517" y="42181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" name="直線接點 512"/>
              <p:cNvCxnSpPr/>
              <p:nvPr/>
            </p:nvCxnSpPr>
            <p:spPr>
              <a:xfrm rot="5400000">
                <a:off x="9097518" y="47132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" name="直線接點 513"/>
              <p:cNvCxnSpPr/>
              <p:nvPr/>
            </p:nvCxnSpPr>
            <p:spPr>
              <a:xfrm rot="5400000">
                <a:off x="9097518" y="49607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" name="直線接點 514"/>
              <p:cNvCxnSpPr/>
              <p:nvPr/>
            </p:nvCxnSpPr>
            <p:spPr>
              <a:xfrm rot="5400000">
                <a:off x="9097518" y="54558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" name="直線接點 515"/>
              <p:cNvCxnSpPr/>
              <p:nvPr/>
            </p:nvCxnSpPr>
            <p:spPr>
              <a:xfrm rot="5400000">
                <a:off x="9097518" y="59509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" name="直線接點 516"/>
              <p:cNvCxnSpPr/>
              <p:nvPr/>
            </p:nvCxnSpPr>
            <p:spPr>
              <a:xfrm rot="5400000">
                <a:off x="9097518" y="66936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" name="直線接點 517"/>
              <p:cNvCxnSpPr/>
              <p:nvPr/>
            </p:nvCxnSpPr>
            <p:spPr>
              <a:xfrm rot="5400000">
                <a:off x="9097517" y="32279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9" name="直線接點 518"/>
              <p:cNvCxnSpPr/>
              <p:nvPr/>
            </p:nvCxnSpPr>
            <p:spPr>
              <a:xfrm rot="5400000">
                <a:off x="9097518" y="34754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" name="直線接點 519"/>
              <p:cNvCxnSpPr/>
              <p:nvPr/>
            </p:nvCxnSpPr>
            <p:spPr>
              <a:xfrm rot="5400000">
                <a:off x="9097518" y="39705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1" name="直線接點 520"/>
              <p:cNvCxnSpPr/>
              <p:nvPr/>
            </p:nvCxnSpPr>
            <p:spPr>
              <a:xfrm rot="5400000">
                <a:off x="9097518" y="44656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2" name="直線接點 521"/>
              <p:cNvCxnSpPr/>
              <p:nvPr/>
            </p:nvCxnSpPr>
            <p:spPr>
              <a:xfrm rot="5400000">
                <a:off x="9097518" y="52083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3" name="直線接點 522"/>
              <p:cNvCxnSpPr/>
              <p:nvPr/>
            </p:nvCxnSpPr>
            <p:spPr>
              <a:xfrm rot="5400000">
                <a:off x="9097518" y="57034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" name="直線接點 523"/>
              <p:cNvCxnSpPr/>
              <p:nvPr/>
            </p:nvCxnSpPr>
            <p:spPr>
              <a:xfrm rot="5400000">
                <a:off x="9097517" y="6198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直線接點 524"/>
              <p:cNvCxnSpPr/>
              <p:nvPr/>
            </p:nvCxnSpPr>
            <p:spPr>
              <a:xfrm rot="5400000">
                <a:off x="9097518" y="64460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6" name="直線接點 525"/>
              <p:cNvCxnSpPr/>
              <p:nvPr/>
            </p:nvCxnSpPr>
            <p:spPr>
              <a:xfrm rot="5400000">
                <a:off x="9097518" y="69411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7" name="直線接點 526"/>
              <p:cNvCxnSpPr/>
              <p:nvPr/>
            </p:nvCxnSpPr>
            <p:spPr>
              <a:xfrm rot="5400000">
                <a:off x="9097518" y="71886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" name="直線接點 527"/>
              <p:cNvCxnSpPr/>
              <p:nvPr/>
            </p:nvCxnSpPr>
            <p:spPr>
              <a:xfrm rot="5400000">
                <a:off x="9097518" y="74362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" name="直線接點 528"/>
              <p:cNvCxnSpPr/>
              <p:nvPr/>
            </p:nvCxnSpPr>
            <p:spPr>
              <a:xfrm rot="5400000">
                <a:off x="9097518" y="76837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" name="直線接點 529"/>
              <p:cNvCxnSpPr/>
              <p:nvPr/>
            </p:nvCxnSpPr>
            <p:spPr>
              <a:xfrm rot="5400000">
                <a:off x="9133393" y="81541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" name="直線接點 530"/>
              <p:cNvCxnSpPr/>
              <p:nvPr/>
            </p:nvCxnSpPr>
            <p:spPr>
              <a:xfrm rot="5400000">
                <a:off x="9133393" y="79065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2" name="直線接點 531"/>
              <p:cNvCxnSpPr/>
              <p:nvPr/>
            </p:nvCxnSpPr>
            <p:spPr>
              <a:xfrm rot="5400000">
                <a:off x="9133393" y="84016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3" name="直線接點 532"/>
              <p:cNvCxnSpPr/>
              <p:nvPr/>
            </p:nvCxnSpPr>
            <p:spPr>
              <a:xfrm rot="5400000">
                <a:off x="9133393" y="86491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4" name="直線接點 533"/>
              <p:cNvCxnSpPr/>
              <p:nvPr/>
            </p:nvCxnSpPr>
            <p:spPr>
              <a:xfrm rot="5400000">
                <a:off x="9133393" y="88967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5" name="直線接點 534"/>
              <p:cNvCxnSpPr/>
              <p:nvPr/>
            </p:nvCxnSpPr>
            <p:spPr>
              <a:xfrm rot="5400000">
                <a:off x="9133393" y="91442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直線接點 535"/>
              <p:cNvCxnSpPr/>
              <p:nvPr/>
            </p:nvCxnSpPr>
            <p:spPr>
              <a:xfrm rot="5400000">
                <a:off x="9094343" y="82176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7" name="直線接點 536"/>
              <p:cNvCxnSpPr/>
              <p:nvPr/>
            </p:nvCxnSpPr>
            <p:spPr>
              <a:xfrm rot="5400000">
                <a:off x="9094343" y="79700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8" name="直線接點 537"/>
              <p:cNvCxnSpPr/>
              <p:nvPr/>
            </p:nvCxnSpPr>
            <p:spPr>
              <a:xfrm rot="5400000">
                <a:off x="9094343" y="84651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9" name="直線接點 538"/>
              <p:cNvCxnSpPr/>
              <p:nvPr/>
            </p:nvCxnSpPr>
            <p:spPr>
              <a:xfrm rot="5400000">
                <a:off x="9094343" y="87126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0" name="直線接點 539"/>
              <p:cNvCxnSpPr/>
              <p:nvPr/>
            </p:nvCxnSpPr>
            <p:spPr>
              <a:xfrm rot="5400000">
                <a:off x="9094343" y="89602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直線接點 540"/>
              <p:cNvCxnSpPr/>
              <p:nvPr/>
            </p:nvCxnSpPr>
            <p:spPr>
              <a:xfrm rot="5400000">
                <a:off x="9094343" y="92077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2" name="直線接點 541"/>
              <p:cNvCxnSpPr/>
              <p:nvPr/>
            </p:nvCxnSpPr>
            <p:spPr>
              <a:xfrm>
                <a:off x="9118017" y="212659"/>
                <a:ext cx="0" cy="720000"/>
              </a:xfrm>
              <a:prstGeom prst="line">
                <a:avLst/>
              </a:prstGeom>
              <a:ln w="12700">
                <a:solidFill>
                  <a:srgbClr val="FFCC00"/>
                </a:solidFill>
              </a:ln>
              <a:scene3d>
                <a:camera prst="orthographicFront"/>
                <a:lightRig rig="threePt" dir="t"/>
              </a:scene3d>
              <a:sp3d>
                <a:bevelT w="38100" h="381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3" name="直線接點 542"/>
              <p:cNvCxnSpPr/>
              <p:nvPr/>
            </p:nvCxnSpPr>
            <p:spPr>
              <a:xfrm>
                <a:off x="9112343" y="212425"/>
                <a:ext cx="0" cy="72000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38100" h="381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7" name="群組 356"/>
            <p:cNvGrpSpPr/>
            <p:nvPr/>
          </p:nvGrpSpPr>
          <p:grpSpPr>
            <a:xfrm>
              <a:off x="8425713" y="201245"/>
              <a:ext cx="78225" cy="728109"/>
              <a:chOff x="9076343" y="210667"/>
              <a:chExt cx="78225" cy="728109"/>
            </a:xfrm>
          </p:grpSpPr>
          <p:cxnSp>
            <p:nvCxnSpPr>
              <p:cNvPr id="420" name="直線接點 419"/>
              <p:cNvCxnSpPr/>
              <p:nvPr/>
            </p:nvCxnSpPr>
            <p:spPr>
              <a:xfrm rot="5400000">
                <a:off x="9136567" y="192667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直線接點 420"/>
              <p:cNvCxnSpPr/>
              <p:nvPr/>
            </p:nvCxnSpPr>
            <p:spPr>
              <a:xfrm rot="5400000">
                <a:off x="9136568" y="21742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直線接點 421"/>
              <p:cNvCxnSpPr/>
              <p:nvPr/>
            </p:nvCxnSpPr>
            <p:spPr>
              <a:xfrm rot="5400000">
                <a:off x="9136568" y="24217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直線接點 422"/>
              <p:cNvCxnSpPr/>
              <p:nvPr/>
            </p:nvCxnSpPr>
            <p:spPr>
              <a:xfrm rot="5400000">
                <a:off x="9136568" y="26693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直線接點 423"/>
              <p:cNvCxnSpPr/>
              <p:nvPr/>
            </p:nvCxnSpPr>
            <p:spPr>
              <a:xfrm rot="5400000">
                <a:off x="9136568" y="29168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直線接點 424"/>
              <p:cNvCxnSpPr/>
              <p:nvPr/>
            </p:nvCxnSpPr>
            <p:spPr>
              <a:xfrm rot="5400000">
                <a:off x="9136568" y="36595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直線接點 425"/>
              <p:cNvCxnSpPr/>
              <p:nvPr/>
            </p:nvCxnSpPr>
            <p:spPr>
              <a:xfrm rot="5400000">
                <a:off x="9136567" y="41546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7" name="直線接點 426"/>
              <p:cNvCxnSpPr/>
              <p:nvPr/>
            </p:nvCxnSpPr>
            <p:spPr>
              <a:xfrm rot="5400000">
                <a:off x="9136568" y="46497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直線接點 427"/>
              <p:cNvCxnSpPr/>
              <p:nvPr/>
            </p:nvCxnSpPr>
            <p:spPr>
              <a:xfrm rot="5400000">
                <a:off x="9136568" y="48972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直線接點 428"/>
              <p:cNvCxnSpPr/>
              <p:nvPr/>
            </p:nvCxnSpPr>
            <p:spPr>
              <a:xfrm rot="5400000">
                <a:off x="9136568" y="53923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直線接點 429"/>
              <p:cNvCxnSpPr/>
              <p:nvPr/>
            </p:nvCxnSpPr>
            <p:spPr>
              <a:xfrm rot="5400000">
                <a:off x="9136568" y="58874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1" name="直線接點 430"/>
              <p:cNvCxnSpPr/>
              <p:nvPr/>
            </p:nvCxnSpPr>
            <p:spPr>
              <a:xfrm rot="5400000">
                <a:off x="9136568" y="66301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2" name="直線接點 431"/>
              <p:cNvCxnSpPr/>
              <p:nvPr/>
            </p:nvCxnSpPr>
            <p:spPr>
              <a:xfrm rot="5400000">
                <a:off x="9136567" y="31644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3" name="直線接點 432"/>
              <p:cNvCxnSpPr/>
              <p:nvPr/>
            </p:nvCxnSpPr>
            <p:spPr>
              <a:xfrm rot="5400000">
                <a:off x="9136568" y="34119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4" name="直線接點 433"/>
              <p:cNvCxnSpPr/>
              <p:nvPr/>
            </p:nvCxnSpPr>
            <p:spPr>
              <a:xfrm rot="5400000">
                <a:off x="9136568" y="39070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5" name="直線接點 434"/>
              <p:cNvCxnSpPr/>
              <p:nvPr/>
            </p:nvCxnSpPr>
            <p:spPr>
              <a:xfrm rot="5400000">
                <a:off x="9136568" y="44021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6" name="直線接點 435"/>
              <p:cNvCxnSpPr/>
              <p:nvPr/>
            </p:nvCxnSpPr>
            <p:spPr>
              <a:xfrm rot="5400000">
                <a:off x="9136568" y="51448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7" name="直線接點 436"/>
              <p:cNvCxnSpPr/>
              <p:nvPr/>
            </p:nvCxnSpPr>
            <p:spPr>
              <a:xfrm rot="5400000">
                <a:off x="9136568" y="56399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8" name="直線接點 437"/>
              <p:cNvCxnSpPr/>
              <p:nvPr/>
            </p:nvCxnSpPr>
            <p:spPr>
              <a:xfrm rot="5400000">
                <a:off x="9136567" y="61350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直線接點 438"/>
              <p:cNvCxnSpPr/>
              <p:nvPr/>
            </p:nvCxnSpPr>
            <p:spPr>
              <a:xfrm rot="5400000">
                <a:off x="9136568" y="63825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直線接點 439"/>
              <p:cNvCxnSpPr/>
              <p:nvPr/>
            </p:nvCxnSpPr>
            <p:spPr>
              <a:xfrm rot="5400000">
                <a:off x="9136568" y="68776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1" name="直線接點 440"/>
              <p:cNvCxnSpPr/>
              <p:nvPr/>
            </p:nvCxnSpPr>
            <p:spPr>
              <a:xfrm rot="5400000">
                <a:off x="9136568" y="71251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2" name="直線接點 441"/>
              <p:cNvCxnSpPr/>
              <p:nvPr/>
            </p:nvCxnSpPr>
            <p:spPr>
              <a:xfrm rot="5400000">
                <a:off x="9136568" y="73727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3" name="直線接點 442"/>
              <p:cNvCxnSpPr/>
              <p:nvPr/>
            </p:nvCxnSpPr>
            <p:spPr>
              <a:xfrm rot="5400000">
                <a:off x="9136568" y="76202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4" name="直線接點 443"/>
              <p:cNvCxnSpPr/>
              <p:nvPr/>
            </p:nvCxnSpPr>
            <p:spPr>
              <a:xfrm rot="5400000">
                <a:off x="9097517" y="199017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直線接點 444"/>
              <p:cNvCxnSpPr/>
              <p:nvPr/>
            </p:nvCxnSpPr>
            <p:spPr>
              <a:xfrm rot="5400000">
                <a:off x="9097518" y="22377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6" name="直線接點 445"/>
              <p:cNvCxnSpPr/>
              <p:nvPr/>
            </p:nvCxnSpPr>
            <p:spPr>
              <a:xfrm rot="5400000">
                <a:off x="9097518" y="24852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7" name="直線接點 446"/>
              <p:cNvCxnSpPr/>
              <p:nvPr/>
            </p:nvCxnSpPr>
            <p:spPr>
              <a:xfrm rot="5400000">
                <a:off x="9097518" y="27328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直線接點 447"/>
              <p:cNvCxnSpPr/>
              <p:nvPr/>
            </p:nvCxnSpPr>
            <p:spPr>
              <a:xfrm rot="5400000">
                <a:off x="9097518" y="29803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直線接點 448"/>
              <p:cNvCxnSpPr/>
              <p:nvPr/>
            </p:nvCxnSpPr>
            <p:spPr>
              <a:xfrm rot="5400000">
                <a:off x="9097518" y="37230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" name="直線接點 449"/>
              <p:cNvCxnSpPr/>
              <p:nvPr/>
            </p:nvCxnSpPr>
            <p:spPr>
              <a:xfrm rot="5400000">
                <a:off x="9097517" y="42181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" name="直線接點 450"/>
              <p:cNvCxnSpPr/>
              <p:nvPr/>
            </p:nvCxnSpPr>
            <p:spPr>
              <a:xfrm rot="5400000">
                <a:off x="9097518" y="47132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2" name="直線接點 451"/>
              <p:cNvCxnSpPr/>
              <p:nvPr/>
            </p:nvCxnSpPr>
            <p:spPr>
              <a:xfrm rot="5400000">
                <a:off x="9097518" y="49607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直線接點 452"/>
              <p:cNvCxnSpPr/>
              <p:nvPr/>
            </p:nvCxnSpPr>
            <p:spPr>
              <a:xfrm rot="5400000">
                <a:off x="9097518" y="54558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4" name="直線接點 453"/>
              <p:cNvCxnSpPr/>
              <p:nvPr/>
            </p:nvCxnSpPr>
            <p:spPr>
              <a:xfrm rot="5400000">
                <a:off x="9097518" y="59509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5" name="直線接點 454"/>
              <p:cNvCxnSpPr/>
              <p:nvPr/>
            </p:nvCxnSpPr>
            <p:spPr>
              <a:xfrm rot="5400000">
                <a:off x="9097518" y="66936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直線接點 455"/>
              <p:cNvCxnSpPr/>
              <p:nvPr/>
            </p:nvCxnSpPr>
            <p:spPr>
              <a:xfrm rot="5400000">
                <a:off x="9097517" y="32279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直線接點 456"/>
              <p:cNvCxnSpPr/>
              <p:nvPr/>
            </p:nvCxnSpPr>
            <p:spPr>
              <a:xfrm rot="5400000">
                <a:off x="9097518" y="34754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直線接點 457"/>
              <p:cNvCxnSpPr/>
              <p:nvPr/>
            </p:nvCxnSpPr>
            <p:spPr>
              <a:xfrm rot="5400000">
                <a:off x="9097518" y="39705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直線接點 458"/>
              <p:cNvCxnSpPr/>
              <p:nvPr/>
            </p:nvCxnSpPr>
            <p:spPr>
              <a:xfrm rot="5400000">
                <a:off x="9097518" y="44656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" name="直線接點 459"/>
              <p:cNvCxnSpPr/>
              <p:nvPr/>
            </p:nvCxnSpPr>
            <p:spPr>
              <a:xfrm rot="5400000">
                <a:off x="9097518" y="52083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" name="直線接點 460"/>
              <p:cNvCxnSpPr/>
              <p:nvPr/>
            </p:nvCxnSpPr>
            <p:spPr>
              <a:xfrm rot="5400000">
                <a:off x="9097518" y="57034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2" name="直線接點 461"/>
              <p:cNvCxnSpPr/>
              <p:nvPr/>
            </p:nvCxnSpPr>
            <p:spPr>
              <a:xfrm rot="5400000">
                <a:off x="9097517" y="6198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直線接點 462"/>
              <p:cNvCxnSpPr/>
              <p:nvPr/>
            </p:nvCxnSpPr>
            <p:spPr>
              <a:xfrm rot="5400000">
                <a:off x="9097518" y="64460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4" name="直線接點 463"/>
              <p:cNvCxnSpPr/>
              <p:nvPr/>
            </p:nvCxnSpPr>
            <p:spPr>
              <a:xfrm rot="5400000">
                <a:off x="9097518" y="69411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直線接點 464"/>
              <p:cNvCxnSpPr/>
              <p:nvPr/>
            </p:nvCxnSpPr>
            <p:spPr>
              <a:xfrm rot="5400000">
                <a:off x="9097518" y="71886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6" name="直線接點 465"/>
              <p:cNvCxnSpPr/>
              <p:nvPr/>
            </p:nvCxnSpPr>
            <p:spPr>
              <a:xfrm rot="5400000">
                <a:off x="9097518" y="74362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7" name="直線接點 466"/>
              <p:cNvCxnSpPr/>
              <p:nvPr/>
            </p:nvCxnSpPr>
            <p:spPr>
              <a:xfrm rot="5400000">
                <a:off x="9097518" y="76837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8" name="直線接點 467"/>
              <p:cNvCxnSpPr/>
              <p:nvPr/>
            </p:nvCxnSpPr>
            <p:spPr>
              <a:xfrm rot="5400000">
                <a:off x="9133393" y="81541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直線接點 468"/>
              <p:cNvCxnSpPr/>
              <p:nvPr/>
            </p:nvCxnSpPr>
            <p:spPr>
              <a:xfrm rot="5400000">
                <a:off x="9133393" y="79065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直線接點 469"/>
              <p:cNvCxnSpPr/>
              <p:nvPr/>
            </p:nvCxnSpPr>
            <p:spPr>
              <a:xfrm rot="5400000">
                <a:off x="9133393" y="84016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直線接點 470"/>
              <p:cNvCxnSpPr/>
              <p:nvPr/>
            </p:nvCxnSpPr>
            <p:spPr>
              <a:xfrm rot="5400000">
                <a:off x="9133393" y="86491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直線接點 471"/>
              <p:cNvCxnSpPr/>
              <p:nvPr/>
            </p:nvCxnSpPr>
            <p:spPr>
              <a:xfrm rot="5400000">
                <a:off x="9133393" y="88967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3" name="直線接點 472"/>
              <p:cNvCxnSpPr/>
              <p:nvPr/>
            </p:nvCxnSpPr>
            <p:spPr>
              <a:xfrm rot="5400000">
                <a:off x="9133393" y="91442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4" name="直線接點 473"/>
              <p:cNvCxnSpPr/>
              <p:nvPr/>
            </p:nvCxnSpPr>
            <p:spPr>
              <a:xfrm rot="5400000">
                <a:off x="9094343" y="82176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5" name="直線接點 474"/>
              <p:cNvCxnSpPr/>
              <p:nvPr/>
            </p:nvCxnSpPr>
            <p:spPr>
              <a:xfrm rot="5400000">
                <a:off x="9094343" y="79700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6" name="直線接點 475"/>
              <p:cNvCxnSpPr/>
              <p:nvPr/>
            </p:nvCxnSpPr>
            <p:spPr>
              <a:xfrm rot="5400000">
                <a:off x="9094343" y="84651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7" name="直線接點 476"/>
              <p:cNvCxnSpPr/>
              <p:nvPr/>
            </p:nvCxnSpPr>
            <p:spPr>
              <a:xfrm rot="5400000">
                <a:off x="9094343" y="87126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8" name="直線接點 477"/>
              <p:cNvCxnSpPr/>
              <p:nvPr/>
            </p:nvCxnSpPr>
            <p:spPr>
              <a:xfrm rot="5400000">
                <a:off x="9094343" y="89602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9" name="直線接點 478"/>
              <p:cNvCxnSpPr/>
              <p:nvPr/>
            </p:nvCxnSpPr>
            <p:spPr>
              <a:xfrm rot="5400000">
                <a:off x="9094343" y="92077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0" name="直線接點 479"/>
              <p:cNvCxnSpPr/>
              <p:nvPr/>
            </p:nvCxnSpPr>
            <p:spPr>
              <a:xfrm>
                <a:off x="9118017" y="212659"/>
                <a:ext cx="0" cy="720000"/>
              </a:xfrm>
              <a:prstGeom prst="line">
                <a:avLst/>
              </a:prstGeom>
              <a:ln w="12700">
                <a:solidFill>
                  <a:srgbClr val="FFCC00"/>
                </a:solidFill>
              </a:ln>
              <a:scene3d>
                <a:camera prst="orthographicFront"/>
                <a:lightRig rig="threePt" dir="t"/>
              </a:scene3d>
              <a:sp3d>
                <a:bevelT w="38100" h="381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" name="直線接點 480"/>
              <p:cNvCxnSpPr/>
              <p:nvPr/>
            </p:nvCxnSpPr>
            <p:spPr>
              <a:xfrm>
                <a:off x="9112343" y="212425"/>
                <a:ext cx="0" cy="72000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38100" h="381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8" name="群組 357"/>
            <p:cNvGrpSpPr/>
            <p:nvPr/>
          </p:nvGrpSpPr>
          <p:grpSpPr>
            <a:xfrm>
              <a:off x="8566807" y="201245"/>
              <a:ext cx="78225" cy="728109"/>
              <a:chOff x="9076343" y="210667"/>
              <a:chExt cx="78225" cy="728109"/>
            </a:xfrm>
          </p:grpSpPr>
          <p:cxnSp>
            <p:nvCxnSpPr>
              <p:cNvPr id="359" name="直線接點 358"/>
              <p:cNvCxnSpPr/>
              <p:nvPr/>
            </p:nvCxnSpPr>
            <p:spPr>
              <a:xfrm rot="5400000">
                <a:off x="9136567" y="192667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直線接點 359"/>
              <p:cNvCxnSpPr/>
              <p:nvPr/>
            </p:nvCxnSpPr>
            <p:spPr>
              <a:xfrm rot="5400000">
                <a:off x="9136568" y="21742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直線接點 360"/>
              <p:cNvCxnSpPr/>
              <p:nvPr/>
            </p:nvCxnSpPr>
            <p:spPr>
              <a:xfrm rot="5400000">
                <a:off x="9136568" y="24217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直線接點 361"/>
              <p:cNvCxnSpPr/>
              <p:nvPr/>
            </p:nvCxnSpPr>
            <p:spPr>
              <a:xfrm rot="5400000">
                <a:off x="9136568" y="26693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直線接點 362"/>
              <p:cNvCxnSpPr/>
              <p:nvPr/>
            </p:nvCxnSpPr>
            <p:spPr>
              <a:xfrm rot="5400000">
                <a:off x="9136568" y="29168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直線接點 363"/>
              <p:cNvCxnSpPr/>
              <p:nvPr/>
            </p:nvCxnSpPr>
            <p:spPr>
              <a:xfrm rot="5400000">
                <a:off x="9136568" y="36595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直線接點 364"/>
              <p:cNvCxnSpPr/>
              <p:nvPr/>
            </p:nvCxnSpPr>
            <p:spPr>
              <a:xfrm rot="5400000">
                <a:off x="9136567" y="41546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直線接點 365"/>
              <p:cNvCxnSpPr/>
              <p:nvPr/>
            </p:nvCxnSpPr>
            <p:spPr>
              <a:xfrm rot="5400000">
                <a:off x="9136568" y="46497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直線接點 366"/>
              <p:cNvCxnSpPr/>
              <p:nvPr/>
            </p:nvCxnSpPr>
            <p:spPr>
              <a:xfrm rot="5400000">
                <a:off x="9136568" y="48972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直線接點 367"/>
              <p:cNvCxnSpPr/>
              <p:nvPr/>
            </p:nvCxnSpPr>
            <p:spPr>
              <a:xfrm rot="5400000">
                <a:off x="9136568" y="53923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直線接點 368"/>
              <p:cNvCxnSpPr/>
              <p:nvPr/>
            </p:nvCxnSpPr>
            <p:spPr>
              <a:xfrm rot="5400000">
                <a:off x="9136568" y="58874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直線接點 369"/>
              <p:cNvCxnSpPr/>
              <p:nvPr/>
            </p:nvCxnSpPr>
            <p:spPr>
              <a:xfrm rot="5400000">
                <a:off x="9136568" y="66301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直線接點 370"/>
              <p:cNvCxnSpPr/>
              <p:nvPr/>
            </p:nvCxnSpPr>
            <p:spPr>
              <a:xfrm rot="5400000">
                <a:off x="9136567" y="31644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直線接點 371"/>
              <p:cNvCxnSpPr/>
              <p:nvPr/>
            </p:nvCxnSpPr>
            <p:spPr>
              <a:xfrm rot="5400000">
                <a:off x="9136568" y="34119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直線接點 372"/>
              <p:cNvCxnSpPr/>
              <p:nvPr/>
            </p:nvCxnSpPr>
            <p:spPr>
              <a:xfrm rot="5400000">
                <a:off x="9136568" y="39070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直線接點 373"/>
              <p:cNvCxnSpPr/>
              <p:nvPr/>
            </p:nvCxnSpPr>
            <p:spPr>
              <a:xfrm rot="5400000">
                <a:off x="9136568" y="44021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直線接點 374"/>
              <p:cNvCxnSpPr/>
              <p:nvPr/>
            </p:nvCxnSpPr>
            <p:spPr>
              <a:xfrm rot="5400000">
                <a:off x="9136568" y="51448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直線接點 375"/>
              <p:cNvCxnSpPr/>
              <p:nvPr/>
            </p:nvCxnSpPr>
            <p:spPr>
              <a:xfrm rot="5400000">
                <a:off x="9136568" y="56399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直線接點 376"/>
              <p:cNvCxnSpPr/>
              <p:nvPr/>
            </p:nvCxnSpPr>
            <p:spPr>
              <a:xfrm rot="5400000">
                <a:off x="9136567" y="61350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直線接點 377"/>
              <p:cNvCxnSpPr/>
              <p:nvPr/>
            </p:nvCxnSpPr>
            <p:spPr>
              <a:xfrm rot="5400000">
                <a:off x="9136568" y="63825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直線接點 378"/>
              <p:cNvCxnSpPr/>
              <p:nvPr/>
            </p:nvCxnSpPr>
            <p:spPr>
              <a:xfrm rot="5400000">
                <a:off x="9136568" y="68776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直線接點 379"/>
              <p:cNvCxnSpPr/>
              <p:nvPr/>
            </p:nvCxnSpPr>
            <p:spPr>
              <a:xfrm rot="5400000">
                <a:off x="9136568" y="71251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直線接點 380"/>
              <p:cNvCxnSpPr/>
              <p:nvPr/>
            </p:nvCxnSpPr>
            <p:spPr>
              <a:xfrm rot="5400000">
                <a:off x="9136568" y="73727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直線接點 381"/>
              <p:cNvCxnSpPr/>
              <p:nvPr/>
            </p:nvCxnSpPr>
            <p:spPr>
              <a:xfrm rot="5400000">
                <a:off x="9136568" y="76202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直線接點 382"/>
              <p:cNvCxnSpPr/>
              <p:nvPr/>
            </p:nvCxnSpPr>
            <p:spPr>
              <a:xfrm rot="5400000">
                <a:off x="9097517" y="199017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直線接點 383"/>
              <p:cNvCxnSpPr/>
              <p:nvPr/>
            </p:nvCxnSpPr>
            <p:spPr>
              <a:xfrm rot="5400000">
                <a:off x="9097518" y="22377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直線接點 384"/>
              <p:cNvCxnSpPr/>
              <p:nvPr/>
            </p:nvCxnSpPr>
            <p:spPr>
              <a:xfrm rot="5400000">
                <a:off x="9097518" y="24852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直線接點 385"/>
              <p:cNvCxnSpPr/>
              <p:nvPr/>
            </p:nvCxnSpPr>
            <p:spPr>
              <a:xfrm rot="5400000">
                <a:off x="9097518" y="27328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直線接點 386"/>
              <p:cNvCxnSpPr/>
              <p:nvPr/>
            </p:nvCxnSpPr>
            <p:spPr>
              <a:xfrm rot="5400000">
                <a:off x="9097518" y="29803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直線接點 387"/>
              <p:cNvCxnSpPr/>
              <p:nvPr/>
            </p:nvCxnSpPr>
            <p:spPr>
              <a:xfrm rot="5400000">
                <a:off x="9097518" y="37230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直線接點 388"/>
              <p:cNvCxnSpPr/>
              <p:nvPr/>
            </p:nvCxnSpPr>
            <p:spPr>
              <a:xfrm rot="5400000">
                <a:off x="9097517" y="42181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直線接點 389"/>
              <p:cNvCxnSpPr/>
              <p:nvPr/>
            </p:nvCxnSpPr>
            <p:spPr>
              <a:xfrm rot="5400000">
                <a:off x="9097518" y="47132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直線接點 390"/>
              <p:cNvCxnSpPr/>
              <p:nvPr/>
            </p:nvCxnSpPr>
            <p:spPr>
              <a:xfrm rot="5400000">
                <a:off x="9097518" y="49607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直線接點 391"/>
              <p:cNvCxnSpPr/>
              <p:nvPr/>
            </p:nvCxnSpPr>
            <p:spPr>
              <a:xfrm rot="5400000">
                <a:off x="9097518" y="54558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3" name="直線接點 392"/>
              <p:cNvCxnSpPr/>
              <p:nvPr/>
            </p:nvCxnSpPr>
            <p:spPr>
              <a:xfrm rot="5400000">
                <a:off x="9097518" y="59509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直線接點 393"/>
              <p:cNvCxnSpPr/>
              <p:nvPr/>
            </p:nvCxnSpPr>
            <p:spPr>
              <a:xfrm rot="5400000">
                <a:off x="9097518" y="66936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直線接點 394"/>
              <p:cNvCxnSpPr/>
              <p:nvPr/>
            </p:nvCxnSpPr>
            <p:spPr>
              <a:xfrm rot="5400000">
                <a:off x="9097517" y="322791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直線接點 395"/>
              <p:cNvCxnSpPr/>
              <p:nvPr/>
            </p:nvCxnSpPr>
            <p:spPr>
              <a:xfrm rot="5400000">
                <a:off x="9097518" y="34754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直線接點 396"/>
              <p:cNvCxnSpPr/>
              <p:nvPr/>
            </p:nvCxnSpPr>
            <p:spPr>
              <a:xfrm rot="5400000">
                <a:off x="9097518" y="39705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直線接點 397"/>
              <p:cNvCxnSpPr/>
              <p:nvPr/>
            </p:nvCxnSpPr>
            <p:spPr>
              <a:xfrm rot="5400000">
                <a:off x="9097518" y="44656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直線接點 398"/>
              <p:cNvCxnSpPr/>
              <p:nvPr/>
            </p:nvCxnSpPr>
            <p:spPr>
              <a:xfrm rot="5400000">
                <a:off x="9097518" y="52083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直線接點 399"/>
              <p:cNvCxnSpPr/>
              <p:nvPr/>
            </p:nvCxnSpPr>
            <p:spPr>
              <a:xfrm rot="5400000">
                <a:off x="9097518" y="57034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直線接點 400"/>
              <p:cNvCxnSpPr/>
              <p:nvPr/>
            </p:nvCxnSpPr>
            <p:spPr>
              <a:xfrm rot="5400000">
                <a:off x="9097517" y="61985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直線接點 401"/>
              <p:cNvCxnSpPr/>
              <p:nvPr/>
            </p:nvCxnSpPr>
            <p:spPr>
              <a:xfrm rot="5400000">
                <a:off x="9097518" y="64460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直線接點 402"/>
              <p:cNvCxnSpPr/>
              <p:nvPr/>
            </p:nvCxnSpPr>
            <p:spPr>
              <a:xfrm rot="5400000">
                <a:off x="9097518" y="69411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直線接點 403"/>
              <p:cNvCxnSpPr/>
              <p:nvPr/>
            </p:nvCxnSpPr>
            <p:spPr>
              <a:xfrm rot="5400000">
                <a:off x="9097518" y="71886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直線接點 404"/>
              <p:cNvCxnSpPr/>
              <p:nvPr/>
            </p:nvCxnSpPr>
            <p:spPr>
              <a:xfrm rot="5400000">
                <a:off x="9097518" y="74362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直線接點 405"/>
              <p:cNvCxnSpPr/>
              <p:nvPr/>
            </p:nvCxnSpPr>
            <p:spPr>
              <a:xfrm rot="5400000">
                <a:off x="9097518" y="76837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7" name="直線接點 406"/>
              <p:cNvCxnSpPr/>
              <p:nvPr/>
            </p:nvCxnSpPr>
            <p:spPr>
              <a:xfrm rot="5400000">
                <a:off x="9133393" y="81541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直線接點 407"/>
              <p:cNvCxnSpPr/>
              <p:nvPr/>
            </p:nvCxnSpPr>
            <p:spPr>
              <a:xfrm rot="5400000">
                <a:off x="9133393" y="79065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" name="直線接點 408"/>
              <p:cNvCxnSpPr/>
              <p:nvPr/>
            </p:nvCxnSpPr>
            <p:spPr>
              <a:xfrm rot="5400000">
                <a:off x="9133393" y="84016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直線接點 409"/>
              <p:cNvCxnSpPr/>
              <p:nvPr/>
            </p:nvCxnSpPr>
            <p:spPr>
              <a:xfrm rot="5400000">
                <a:off x="9133393" y="86491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直線接點 410"/>
              <p:cNvCxnSpPr/>
              <p:nvPr/>
            </p:nvCxnSpPr>
            <p:spPr>
              <a:xfrm rot="5400000">
                <a:off x="9133393" y="88967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直線接點 411"/>
              <p:cNvCxnSpPr/>
              <p:nvPr/>
            </p:nvCxnSpPr>
            <p:spPr>
              <a:xfrm rot="5400000">
                <a:off x="9133393" y="91442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直線接點 412"/>
              <p:cNvCxnSpPr/>
              <p:nvPr/>
            </p:nvCxnSpPr>
            <p:spPr>
              <a:xfrm rot="5400000">
                <a:off x="9094343" y="821760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直線接點 413"/>
              <p:cNvCxnSpPr/>
              <p:nvPr/>
            </p:nvCxnSpPr>
            <p:spPr>
              <a:xfrm rot="5400000">
                <a:off x="9094343" y="79700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直線接點 414"/>
              <p:cNvCxnSpPr/>
              <p:nvPr/>
            </p:nvCxnSpPr>
            <p:spPr>
              <a:xfrm rot="5400000">
                <a:off x="9094343" y="846515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6" name="直線接點 415"/>
              <p:cNvCxnSpPr/>
              <p:nvPr/>
            </p:nvCxnSpPr>
            <p:spPr>
              <a:xfrm rot="5400000">
                <a:off x="9094343" y="871269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7" name="直線接點 416"/>
              <p:cNvCxnSpPr/>
              <p:nvPr/>
            </p:nvCxnSpPr>
            <p:spPr>
              <a:xfrm rot="5400000">
                <a:off x="9094343" y="896024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8" name="直線接點 417"/>
              <p:cNvCxnSpPr/>
              <p:nvPr/>
            </p:nvCxnSpPr>
            <p:spPr>
              <a:xfrm rot="5400000">
                <a:off x="9094343" y="920776"/>
                <a:ext cx="0" cy="36000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" name="直線接點 418"/>
              <p:cNvCxnSpPr/>
              <p:nvPr/>
            </p:nvCxnSpPr>
            <p:spPr>
              <a:xfrm>
                <a:off x="9118017" y="212659"/>
                <a:ext cx="0" cy="72000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  <a:scene3d>
                <a:camera prst="orthographicFront"/>
                <a:lightRig rig="threePt" dir="t"/>
              </a:scene3d>
              <a:sp3d>
                <a:bevelT w="38100" h="38100"/>
              </a:sp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68" name="標題 24">
            <a:extLst>
              <a:ext uri="{FF2B5EF4-FFF2-40B4-BE49-F238E27FC236}">
                <a16:creationId xmlns:a16="http://schemas.microsoft.com/office/drawing/2014/main" id="{D1495BB2-2D03-4AB3-9FBA-97C6DA72A9E0}"/>
              </a:ext>
            </a:extLst>
          </p:cNvPr>
          <p:cNvSpPr txBox="1">
            <a:spLocks/>
          </p:cNvSpPr>
          <p:nvPr/>
        </p:nvSpPr>
        <p:spPr>
          <a:xfrm>
            <a:off x="493274" y="351338"/>
            <a:ext cx="8749785" cy="678150"/>
          </a:xfrm>
          <a:prstGeom prst="rect">
            <a:avLst/>
          </a:prstGeom>
        </p:spPr>
        <p:txBody>
          <a:bodyPr/>
          <a:lstStyle>
            <a:lvl1pPr algn="l" defTabSz="78311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rgbClr val="42637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dirty="0"/>
              <a:t>Other</a:t>
            </a:r>
            <a:endParaRPr lang="zh-TW" altLang="en-US" dirty="0"/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9356" y="4782228"/>
            <a:ext cx="873015" cy="428474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493" y="2862239"/>
            <a:ext cx="1440742" cy="498101"/>
          </a:xfrm>
          <a:prstGeom prst="rect">
            <a:avLst/>
          </a:prstGeom>
        </p:spPr>
      </p:pic>
      <p:sp>
        <p:nvSpPr>
          <p:cNvPr id="670" name="矩形 669"/>
          <p:cNvSpPr/>
          <p:nvPr/>
        </p:nvSpPr>
        <p:spPr>
          <a:xfrm>
            <a:off x="3462876" y="5410919"/>
            <a:ext cx="1520034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GPU  card (HL)</a:t>
            </a:r>
            <a:endParaRPr lang="zh-TW" altLang="en-US" sz="1200" dirty="0"/>
          </a:p>
        </p:txBody>
      </p:sp>
      <p:sp>
        <p:nvSpPr>
          <p:cNvPr id="671" name="矩形 670"/>
          <p:cNvSpPr/>
          <p:nvPr/>
        </p:nvSpPr>
        <p:spPr>
          <a:xfrm>
            <a:off x="3462876" y="3692578"/>
            <a:ext cx="1520034" cy="2301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GPU  card (FL)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89975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15408" y="4241093"/>
            <a:ext cx="3036917" cy="1530322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sp>
        <p:nvSpPr>
          <p:cNvPr id="288" name="橢圓 287"/>
          <p:cNvSpPr>
            <a:spLocks noChangeAspect="1"/>
          </p:cNvSpPr>
          <p:nvPr/>
        </p:nvSpPr>
        <p:spPr>
          <a:xfrm>
            <a:off x="3363098" y="4566562"/>
            <a:ext cx="154125" cy="1541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sp>
        <p:nvSpPr>
          <p:cNvPr id="7" name="橢圓 6"/>
          <p:cNvSpPr>
            <a:spLocks noChangeAspect="1"/>
          </p:cNvSpPr>
          <p:nvPr/>
        </p:nvSpPr>
        <p:spPr>
          <a:xfrm>
            <a:off x="547363" y="4566912"/>
            <a:ext cx="154125" cy="1541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grpSp>
        <p:nvGrpSpPr>
          <p:cNvPr id="327" name="群組 326"/>
          <p:cNvGrpSpPr>
            <a:grpSpLocks noChangeAspect="1"/>
          </p:cNvGrpSpPr>
          <p:nvPr/>
        </p:nvGrpSpPr>
        <p:grpSpPr>
          <a:xfrm>
            <a:off x="784149" y="4512790"/>
            <a:ext cx="2469722" cy="1011780"/>
            <a:chOff x="7373682" y="5593596"/>
            <a:chExt cx="2397658" cy="982258"/>
          </a:xfrm>
        </p:grpSpPr>
        <p:grpSp>
          <p:nvGrpSpPr>
            <p:cNvPr id="328" name="群組 327"/>
            <p:cNvGrpSpPr/>
            <p:nvPr/>
          </p:nvGrpSpPr>
          <p:grpSpPr>
            <a:xfrm>
              <a:off x="7373682" y="5593596"/>
              <a:ext cx="2397658" cy="982258"/>
              <a:chOff x="8157771" y="4317246"/>
              <a:chExt cx="2397658" cy="982258"/>
            </a:xfrm>
          </p:grpSpPr>
          <p:grpSp>
            <p:nvGrpSpPr>
              <p:cNvPr id="401" name="群組 400"/>
              <p:cNvGrpSpPr/>
              <p:nvPr/>
            </p:nvGrpSpPr>
            <p:grpSpPr>
              <a:xfrm>
                <a:off x="8157771" y="4321460"/>
                <a:ext cx="1205566" cy="978044"/>
                <a:chOff x="8157771" y="3275552"/>
                <a:chExt cx="1205566" cy="978044"/>
              </a:xfrm>
            </p:grpSpPr>
            <p:grpSp>
              <p:nvGrpSpPr>
                <p:cNvPr id="461" name="群組 460"/>
                <p:cNvGrpSpPr/>
                <p:nvPr/>
              </p:nvGrpSpPr>
              <p:grpSpPr>
                <a:xfrm>
                  <a:off x="8157771" y="3276887"/>
                  <a:ext cx="608812" cy="976709"/>
                  <a:chOff x="7413476" y="3280360"/>
                  <a:chExt cx="608812" cy="976709"/>
                </a:xfrm>
              </p:grpSpPr>
              <p:grpSp>
                <p:nvGrpSpPr>
                  <p:cNvPr id="491" name="群組 490"/>
                  <p:cNvGrpSpPr/>
                  <p:nvPr/>
                </p:nvGrpSpPr>
                <p:grpSpPr>
                  <a:xfrm>
                    <a:off x="7413476" y="3280360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506" name="圓角矩形 505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07" name="圓角矩形 506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08" name="圓角矩形 507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09" name="圓角矩形 508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10" name="圓角矩形 509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511" name="直線接點 510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2" name="直線接點 511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3" name="直線接點 512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4" name="直線接點 513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5" name="直線接點 514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6" name="直線接點 515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7" name="直線接點 516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8" name="直線接點 517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407" name="圓角矩形 2406"/>
                    <p:cNvSpPr/>
                    <p:nvPr/>
                  </p:nvSpPr>
                  <p:spPr>
                    <a:xfrm>
                      <a:off x="7715568" y="2606892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</p:grpSp>
              <p:grpSp>
                <p:nvGrpSpPr>
                  <p:cNvPr id="492" name="群組 491"/>
                  <p:cNvGrpSpPr/>
                  <p:nvPr/>
                </p:nvGrpSpPr>
                <p:grpSpPr>
                  <a:xfrm rot="10800000">
                    <a:off x="7413476" y="3759145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493" name="圓角矩形 492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94" name="圓角矩形 493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95" name="圓角矩形 494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96" name="圓角矩形 495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97" name="圓角矩形 496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498" name="直線接點 497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9" name="直線接點 498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0" name="直線接點 499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1" name="直線接點 500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2" name="直線接點 501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3" name="直線接點 502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4" name="直線接點 503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5" name="直線接點 504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408" name="圓角矩形 2407"/>
                    <p:cNvSpPr/>
                    <p:nvPr/>
                  </p:nvSpPr>
                  <p:spPr>
                    <a:xfrm>
                      <a:off x="7310052" y="2630782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</p:grpSp>
            </p:grpSp>
            <p:grpSp>
              <p:nvGrpSpPr>
                <p:cNvPr id="462" name="群組 461"/>
                <p:cNvGrpSpPr/>
                <p:nvPr/>
              </p:nvGrpSpPr>
              <p:grpSpPr>
                <a:xfrm>
                  <a:off x="8754525" y="3275552"/>
                  <a:ext cx="608812" cy="976709"/>
                  <a:chOff x="7413476" y="3280360"/>
                  <a:chExt cx="608812" cy="976709"/>
                </a:xfrm>
              </p:grpSpPr>
              <p:grpSp>
                <p:nvGrpSpPr>
                  <p:cNvPr id="463" name="群組 462"/>
                  <p:cNvGrpSpPr/>
                  <p:nvPr/>
                </p:nvGrpSpPr>
                <p:grpSpPr>
                  <a:xfrm>
                    <a:off x="7413476" y="3280360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478" name="圓角矩形 477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79" name="圓角矩形 478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80" name="圓角矩形 479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81" name="圓角矩形 480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82" name="圓角矩形 481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483" name="直線接點 482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4" name="直線接點 483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5" name="直線接點 484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6" name="直線接點 485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7" name="直線接點 486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8" name="直線接點 487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9" name="直線接點 488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0" name="直線接點 489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64" name="群組 463"/>
                  <p:cNvGrpSpPr/>
                  <p:nvPr/>
                </p:nvGrpSpPr>
                <p:grpSpPr>
                  <a:xfrm rot="10800000">
                    <a:off x="7413476" y="3759145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465" name="圓角矩形 464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66" name="圓角矩形 465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67" name="圓角矩形 466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68" name="圓角矩形 467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69" name="圓角矩形 468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470" name="直線接點 469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1" name="直線接點 470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2" name="直線接點 471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3" name="直線接點 472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4" name="直線接點 473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5" name="直線接點 474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6" name="直線接點 475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7" name="直線接點 476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402" name="群組 401"/>
              <p:cNvGrpSpPr/>
              <p:nvPr/>
            </p:nvGrpSpPr>
            <p:grpSpPr>
              <a:xfrm>
                <a:off x="9349863" y="4317246"/>
                <a:ext cx="1205566" cy="978044"/>
                <a:chOff x="8157771" y="3275552"/>
                <a:chExt cx="1205566" cy="978044"/>
              </a:xfrm>
            </p:grpSpPr>
            <p:grpSp>
              <p:nvGrpSpPr>
                <p:cNvPr id="403" name="群組 402"/>
                <p:cNvGrpSpPr/>
                <p:nvPr/>
              </p:nvGrpSpPr>
              <p:grpSpPr>
                <a:xfrm>
                  <a:off x="8157771" y="3276887"/>
                  <a:ext cx="608812" cy="976709"/>
                  <a:chOff x="7413476" y="3280360"/>
                  <a:chExt cx="608812" cy="976709"/>
                </a:xfrm>
              </p:grpSpPr>
              <p:grpSp>
                <p:nvGrpSpPr>
                  <p:cNvPr id="433" name="群組 432"/>
                  <p:cNvGrpSpPr/>
                  <p:nvPr/>
                </p:nvGrpSpPr>
                <p:grpSpPr>
                  <a:xfrm>
                    <a:off x="7413476" y="3280360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448" name="圓角矩形 447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49" name="圓角矩形 448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50" name="圓角矩形 449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51" name="圓角矩形 450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52" name="圓角矩形 451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453" name="直線接點 452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4" name="直線接點 453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5" name="直線接點 454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6" name="直線接點 455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7" name="直線接點 456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8" name="直線接點 457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9" name="直線接點 458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0" name="直線接點 459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34" name="群組 433"/>
                  <p:cNvGrpSpPr/>
                  <p:nvPr/>
                </p:nvGrpSpPr>
                <p:grpSpPr>
                  <a:xfrm rot="10800000">
                    <a:off x="7413476" y="3759145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435" name="圓角矩形 434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36" name="圓角矩形 435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37" name="圓角矩形 436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38" name="圓角矩形 437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39" name="圓角矩形 438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440" name="直線接點 439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1" name="直線接點 440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2" name="直線接點 441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3" name="直線接點 442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4" name="直線接點 443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5" name="直線接點 444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6" name="直線接點 445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7" name="直線接點 446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404" name="群組 403"/>
                <p:cNvGrpSpPr/>
                <p:nvPr/>
              </p:nvGrpSpPr>
              <p:grpSpPr>
                <a:xfrm>
                  <a:off x="8754525" y="3275552"/>
                  <a:ext cx="608812" cy="976709"/>
                  <a:chOff x="7413476" y="3280360"/>
                  <a:chExt cx="608812" cy="976709"/>
                </a:xfrm>
              </p:grpSpPr>
              <p:grpSp>
                <p:nvGrpSpPr>
                  <p:cNvPr id="405" name="群組 404"/>
                  <p:cNvGrpSpPr/>
                  <p:nvPr/>
                </p:nvGrpSpPr>
                <p:grpSpPr>
                  <a:xfrm>
                    <a:off x="7413476" y="3280360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420" name="圓角矩形 419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21" name="圓角矩形 420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22" name="圓角矩形 421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23" name="圓角矩形 422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24" name="圓角矩形 423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425" name="直線接點 424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6" name="直線接點 425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7" name="直線接點 426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8" name="直線接點 427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9" name="直線接點 428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0" name="直線接點 429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1" name="直線接點 430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2" name="直線接點 431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06" name="群組 405"/>
                  <p:cNvGrpSpPr/>
                  <p:nvPr/>
                </p:nvGrpSpPr>
                <p:grpSpPr>
                  <a:xfrm rot="10800000">
                    <a:off x="7413476" y="3759145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407" name="圓角矩形 406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08" name="圓角矩形 407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09" name="圓角矩形 408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10" name="圓角矩形 409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11" name="圓角矩形 410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412" name="直線接點 411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3" name="直線接點 412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4" name="直線接點 413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5" name="直線接點 414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6" name="直線接點 415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7" name="直線接點 416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8" name="直線接點 417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9" name="直線接點 418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grpSp>
          <p:nvGrpSpPr>
            <p:cNvPr id="329" name="群組 328"/>
            <p:cNvGrpSpPr/>
            <p:nvPr/>
          </p:nvGrpSpPr>
          <p:grpSpPr>
            <a:xfrm>
              <a:off x="7527418" y="5975790"/>
              <a:ext cx="281717" cy="83704"/>
              <a:chOff x="8400565" y="3029365"/>
              <a:chExt cx="281717" cy="83704"/>
            </a:xfrm>
          </p:grpSpPr>
          <p:cxnSp>
            <p:nvCxnSpPr>
              <p:cNvPr id="393" name="直線接點 392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直線接點 393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直線接點 394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直線接點 395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直線接點 396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直線接點 397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直線接點 398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直線接點 399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0" name="群組 329"/>
            <p:cNvGrpSpPr/>
            <p:nvPr/>
          </p:nvGrpSpPr>
          <p:grpSpPr>
            <a:xfrm>
              <a:off x="7526613" y="6109020"/>
              <a:ext cx="281717" cy="83704"/>
              <a:chOff x="8400565" y="3029365"/>
              <a:chExt cx="281717" cy="83704"/>
            </a:xfrm>
          </p:grpSpPr>
          <p:cxnSp>
            <p:nvCxnSpPr>
              <p:cNvPr id="385" name="直線接點 384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直線接點 385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直線接點 386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直線接點 387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直線接點 388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直線接點 389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直線接點 390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直線接點 391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1" name="群組 330"/>
            <p:cNvGrpSpPr/>
            <p:nvPr/>
          </p:nvGrpSpPr>
          <p:grpSpPr>
            <a:xfrm>
              <a:off x="8122502" y="5971062"/>
              <a:ext cx="281717" cy="83704"/>
              <a:chOff x="8400565" y="3029365"/>
              <a:chExt cx="281717" cy="83704"/>
            </a:xfrm>
          </p:grpSpPr>
          <p:cxnSp>
            <p:nvCxnSpPr>
              <p:cNvPr id="377" name="直線接點 376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直線接點 377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直線接點 378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直線接點 379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直線接點 380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直線接點 381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直線接點 382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直線接點 383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2" name="群組 331"/>
            <p:cNvGrpSpPr/>
            <p:nvPr/>
          </p:nvGrpSpPr>
          <p:grpSpPr>
            <a:xfrm>
              <a:off x="8121697" y="6104292"/>
              <a:ext cx="281717" cy="83704"/>
              <a:chOff x="8400565" y="3029365"/>
              <a:chExt cx="281717" cy="83704"/>
            </a:xfrm>
          </p:grpSpPr>
          <p:cxnSp>
            <p:nvCxnSpPr>
              <p:cNvPr id="369" name="直線接點 368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直線接點 369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直線接點 370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直線接點 371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直線接點 372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直線接點 373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直線接點 374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直線接點 375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3" name="群組 332"/>
            <p:cNvGrpSpPr/>
            <p:nvPr/>
          </p:nvGrpSpPr>
          <p:grpSpPr>
            <a:xfrm>
              <a:off x="8726268" y="5975902"/>
              <a:ext cx="281717" cy="83704"/>
              <a:chOff x="8400565" y="3029365"/>
              <a:chExt cx="281717" cy="83704"/>
            </a:xfrm>
          </p:grpSpPr>
          <p:cxnSp>
            <p:nvCxnSpPr>
              <p:cNvPr id="361" name="直線接點 360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直線接點 361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直線接點 362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直線接點 363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直線接點 364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直線接點 365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直線接點 366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直線接點 367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4" name="群組 333"/>
            <p:cNvGrpSpPr/>
            <p:nvPr/>
          </p:nvGrpSpPr>
          <p:grpSpPr>
            <a:xfrm>
              <a:off x="8725463" y="6109132"/>
              <a:ext cx="281717" cy="83704"/>
              <a:chOff x="8400565" y="3029365"/>
              <a:chExt cx="281717" cy="83704"/>
            </a:xfrm>
          </p:grpSpPr>
          <p:cxnSp>
            <p:nvCxnSpPr>
              <p:cNvPr id="353" name="直線接點 352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直線接點 353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直線接點 354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直線接點 355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直線接點 356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直線接點 357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直線接點 358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直線接點 359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5" name="群組 334"/>
            <p:cNvGrpSpPr/>
            <p:nvPr/>
          </p:nvGrpSpPr>
          <p:grpSpPr>
            <a:xfrm>
              <a:off x="9316589" y="5971174"/>
              <a:ext cx="281717" cy="83704"/>
              <a:chOff x="8400565" y="3029365"/>
              <a:chExt cx="281717" cy="83704"/>
            </a:xfrm>
          </p:grpSpPr>
          <p:cxnSp>
            <p:nvCxnSpPr>
              <p:cNvPr id="345" name="直線接點 344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直線接點 345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直線接點 346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直線接點 347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直線接點 348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直線接點 349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直線接點 350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直線接點 351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6" name="群組 335"/>
            <p:cNvGrpSpPr/>
            <p:nvPr/>
          </p:nvGrpSpPr>
          <p:grpSpPr>
            <a:xfrm>
              <a:off x="9315784" y="6104404"/>
              <a:ext cx="281717" cy="83704"/>
              <a:chOff x="8400565" y="3029365"/>
              <a:chExt cx="281717" cy="83704"/>
            </a:xfrm>
          </p:grpSpPr>
          <p:cxnSp>
            <p:nvCxnSpPr>
              <p:cNvPr id="337" name="直線接點 336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直線接點 337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直線接點 338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直線接點 339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直線接點 340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直線接點 341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直線接點 342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直線接點 343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29" name="群組 1028"/>
          <p:cNvGrpSpPr/>
          <p:nvPr/>
        </p:nvGrpSpPr>
        <p:grpSpPr>
          <a:xfrm>
            <a:off x="776136" y="5479932"/>
            <a:ext cx="577501" cy="340324"/>
            <a:chOff x="4355881" y="5281371"/>
            <a:chExt cx="674454" cy="397454"/>
          </a:xfrm>
        </p:grpSpPr>
        <p:sp>
          <p:nvSpPr>
            <p:cNvPr id="1027" name="等腰三角形 1026"/>
            <p:cNvSpPr/>
            <p:nvPr/>
          </p:nvSpPr>
          <p:spPr>
            <a:xfrm>
              <a:off x="4574338" y="53862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21" name="等腰三角形 520"/>
            <p:cNvSpPr/>
            <p:nvPr/>
          </p:nvSpPr>
          <p:spPr>
            <a:xfrm rot="10800000">
              <a:off x="4869951" y="53989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028" name="文字方塊 1027"/>
            <p:cNvSpPr txBox="1"/>
            <p:nvPr/>
          </p:nvSpPr>
          <p:spPr>
            <a:xfrm>
              <a:off x="4355881" y="5294069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0</a:t>
              </a:r>
              <a:endParaRPr lang="zh-TW" altLang="en-US" sz="1541" dirty="0"/>
            </a:p>
          </p:txBody>
        </p:sp>
        <p:sp>
          <p:nvSpPr>
            <p:cNvPr id="523" name="文字方塊 522"/>
            <p:cNvSpPr txBox="1"/>
            <p:nvPr/>
          </p:nvSpPr>
          <p:spPr>
            <a:xfrm>
              <a:off x="4651493" y="5281371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1</a:t>
              </a:r>
              <a:endParaRPr lang="zh-TW" altLang="en-US" sz="1541" dirty="0"/>
            </a:p>
          </p:txBody>
        </p:sp>
      </p:grpSp>
      <p:grpSp>
        <p:nvGrpSpPr>
          <p:cNvPr id="525" name="群組 524"/>
          <p:cNvGrpSpPr/>
          <p:nvPr/>
        </p:nvGrpSpPr>
        <p:grpSpPr>
          <a:xfrm>
            <a:off x="1417510" y="5479932"/>
            <a:ext cx="577501" cy="340324"/>
            <a:chOff x="4355881" y="5281371"/>
            <a:chExt cx="674454" cy="397454"/>
          </a:xfrm>
        </p:grpSpPr>
        <p:sp>
          <p:nvSpPr>
            <p:cNvPr id="526" name="等腰三角形 525"/>
            <p:cNvSpPr/>
            <p:nvPr/>
          </p:nvSpPr>
          <p:spPr>
            <a:xfrm>
              <a:off x="4574338" y="53862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27" name="等腰三角形 526"/>
            <p:cNvSpPr/>
            <p:nvPr/>
          </p:nvSpPr>
          <p:spPr>
            <a:xfrm rot="10800000">
              <a:off x="4869951" y="53989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28" name="文字方塊 527"/>
            <p:cNvSpPr txBox="1"/>
            <p:nvPr/>
          </p:nvSpPr>
          <p:spPr>
            <a:xfrm>
              <a:off x="4355881" y="5294069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2</a:t>
              </a:r>
              <a:endParaRPr lang="zh-TW" altLang="en-US" sz="1541" dirty="0"/>
            </a:p>
          </p:txBody>
        </p:sp>
        <p:sp>
          <p:nvSpPr>
            <p:cNvPr id="529" name="文字方塊 528"/>
            <p:cNvSpPr txBox="1"/>
            <p:nvPr/>
          </p:nvSpPr>
          <p:spPr>
            <a:xfrm>
              <a:off x="4651493" y="5281371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3</a:t>
              </a:r>
              <a:endParaRPr lang="zh-TW" altLang="en-US" sz="1541" dirty="0"/>
            </a:p>
          </p:txBody>
        </p:sp>
      </p:grpSp>
      <p:grpSp>
        <p:nvGrpSpPr>
          <p:cNvPr id="530" name="群組 529"/>
          <p:cNvGrpSpPr/>
          <p:nvPr/>
        </p:nvGrpSpPr>
        <p:grpSpPr>
          <a:xfrm>
            <a:off x="2069904" y="5479932"/>
            <a:ext cx="577501" cy="340324"/>
            <a:chOff x="4355881" y="5281371"/>
            <a:chExt cx="674454" cy="397454"/>
          </a:xfrm>
        </p:grpSpPr>
        <p:sp>
          <p:nvSpPr>
            <p:cNvPr id="531" name="等腰三角形 530"/>
            <p:cNvSpPr/>
            <p:nvPr/>
          </p:nvSpPr>
          <p:spPr>
            <a:xfrm>
              <a:off x="4574338" y="53862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32" name="等腰三角形 531"/>
            <p:cNvSpPr/>
            <p:nvPr/>
          </p:nvSpPr>
          <p:spPr>
            <a:xfrm rot="10800000">
              <a:off x="4869951" y="53989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33" name="文字方塊 532"/>
            <p:cNvSpPr txBox="1"/>
            <p:nvPr/>
          </p:nvSpPr>
          <p:spPr>
            <a:xfrm>
              <a:off x="4355881" y="5294069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4</a:t>
              </a:r>
              <a:endParaRPr lang="zh-TW" altLang="en-US" sz="1541" dirty="0"/>
            </a:p>
          </p:txBody>
        </p:sp>
        <p:sp>
          <p:nvSpPr>
            <p:cNvPr id="534" name="文字方塊 533"/>
            <p:cNvSpPr txBox="1"/>
            <p:nvPr/>
          </p:nvSpPr>
          <p:spPr>
            <a:xfrm>
              <a:off x="4651493" y="5281371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5</a:t>
              </a:r>
              <a:endParaRPr lang="zh-TW" altLang="en-US" sz="1541" dirty="0"/>
            </a:p>
          </p:txBody>
        </p:sp>
      </p:grpSp>
      <p:grpSp>
        <p:nvGrpSpPr>
          <p:cNvPr id="535" name="群組 534"/>
          <p:cNvGrpSpPr/>
          <p:nvPr/>
        </p:nvGrpSpPr>
        <p:grpSpPr>
          <a:xfrm>
            <a:off x="2668907" y="5479932"/>
            <a:ext cx="577501" cy="340324"/>
            <a:chOff x="4355881" y="5281371"/>
            <a:chExt cx="674454" cy="397454"/>
          </a:xfrm>
        </p:grpSpPr>
        <p:sp>
          <p:nvSpPr>
            <p:cNvPr id="536" name="等腰三角形 535"/>
            <p:cNvSpPr/>
            <p:nvPr/>
          </p:nvSpPr>
          <p:spPr>
            <a:xfrm>
              <a:off x="4574338" y="53862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37" name="等腰三角形 536"/>
            <p:cNvSpPr/>
            <p:nvPr/>
          </p:nvSpPr>
          <p:spPr>
            <a:xfrm rot="10800000">
              <a:off x="4869951" y="53989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38" name="文字方塊 537"/>
            <p:cNvSpPr txBox="1"/>
            <p:nvPr/>
          </p:nvSpPr>
          <p:spPr>
            <a:xfrm>
              <a:off x="4355881" y="5294069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6</a:t>
              </a:r>
              <a:endParaRPr lang="zh-TW" altLang="en-US" sz="1541" dirty="0"/>
            </a:p>
          </p:txBody>
        </p:sp>
        <p:sp>
          <p:nvSpPr>
            <p:cNvPr id="539" name="文字方塊 538"/>
            <p:cNvSpPr txBox="1"/>
            <p:nvPr/>
          </p:nvSpPr>
          <p:spPr>
            <a:xfrm>
              <a:off x="4651493" y="5281371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7</a:t>
              </a:r>
              <a:endParaRPr lang="zh-TW" altLang="en-US" sz="1541" dirty="0"/>
            </a:p>
          </p:txBody>
        </p:sp>
      </p:grpSp>
      <p:sp>
        <p:nvSpPr>
          <p:cNvPr id="540" name="矩形 539"/>
          <p:cNvSpPr/>
          <p:nvPr/>
        </p:nvSpPr>
        <p:spPr>
          <a:xfrm>
            <a:off x="3824481" y="4248951"/>
            <a:ext cx="3036917" cy="1530322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sp>
        <p:nvSpPr>
          <p:cNvPr id="541" name="橢圓 540"/>
          <p:cNvSpPr>
            <a:spLocks noChangeAspect="1"/>
          </p:cNvSpPr>
          <p:nvPr/>
        </p:nvSpPr>
        <p:spPr>
          <a:xfrm>
            <a:off x="6672171" y="4574421"/>
            <a:ext cx="154125" cy="1541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sp>
        <p:nvSpPr>
          <p:cNvPr id="542" name="橢圓 541"/>
          <p:cNvSpPr>
            <a:spLocks noChangeAspect="1"/>
          </p:cNvSpPr>
          <p:nvPr/>
        </p:nvSpPr>
        <p:spPr>
          <a:xfrm>
            <a:off x="3856436" y="4574770"/>
            <a:ext cx="154125" cy="1541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grpSp>
        <p:nvGrpSpPr>
          <p:cNvPr id="543" name="群組 542"/>
          <p:cNvGrpSpPr/>
          <p:nvPr/>
        </p:nvGrpSpPr>
        <p:grpSpPr>
          <a:xfrm>
            <a:off x="4144538" y="4365565"/>
            <a:ext cx="2306987" cy="94934"/>
            <a:chOff x="2231870" y="583337"/>
            <a:chExt cx="2694291" cy="110872"/>
          </a:xfrm>
        </p:grpSpPr>
        <p:sp>
          <p:nvSpPr>
            <p:cNvPr id="544" name="矩形 543"/>
            <p:cNvSpPr/>
            <p:nvPr/>
          </p:nvSpPr>
          <p:spPr>
            <a:xfrm>
              <a:off x="22318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45" name="矩形 544"/>
            <p:cNvSpPr/>
            <p:nvPr/>
          </p:nvSpPr>
          <p:spPr>
            <a:xfrm>
              <a:off x="23842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46" name="矩形 545"/>
            <p:cNvSpPr/>
            <p:nvPr/>
          </p:nvSpPr>
          <p:spPr>
            <a:xfrm>
              <a:off x="25366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47" name="矩形 546"/>
            <p:cNvSpPr/>
            <p:nvPr/>
          </p:nvSpPr>
          <p:spPr>
            <a:xfrm>
              <a:off x="26890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48" name="矩形 547"/>
            <p:cNvSpPr/>
            <p:nvPr/>
          </p:nvSpPr>
          <p:spPr>
            <a:xfrm>
              <a:off x="28414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49" name="矩形 548"/>
            <p:cNvSpPr/>
            <p:nvPr/>
          </p:nvSpPr>
          <p:spPr>
            <a:xfrm>
              <a:off x="29938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50" name="矩形 549"/>
            <p:cNvSpPr/>
            <p:nvPr/>
          </p:nvSpPr>
          <p:spPr>
            <a:xfrm>
              <a:off x="31462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51" name="矩形 550"/>
            <p:cNvSpPr/>
            <p:nvPr/>
          </p:nvSpPr>
          <p:spPr>
            <a:xfrm>
              <a:off x="32986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52" name="矩形 551"/>
            <p:cNvSpPr/>
            <p:nvPr/>
          </p:nvSpPr>
          <p:spPr>
            <a:xfrm>
              <a:off x="34510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53" name="矩形 552"/>
            <p:cNvSpPr/>
            <p:nvPr/>
          </p:nvSpPr>
          <p:spPr>
            <a:xfrm>
              <a:off x="36034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54" name="矩形 553"/>
            <p:cNvSpPr/>
            <p:nvPr/>
          </p:nvSpPr>
          <p:spPr>
            <a:xfrm>
              <a:off x="37558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55" name="矩形 554"/>
            <p:cNvSpPr/>
            <p:nvPr/>
          </p:nvSpPr>
          <p:spPr>
            <a:xfrm>
              <a:off x="39082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56" name="矩形 555"/>
            <p:cNvSpPr/>
            <p:nvPr/>
          </p:nvSpPr>
          <p:spPr>
            <a:xfrm>
              <a:off x="40606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57" name="矩形 556"/>
            <p:cNvSpPr/>
            <p:nvPr/>
          </p:nvSpPr>
          <p:spPr>
            <a:xfrm>
              <a:off x="42130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58" name="矩形 557"/>
            <p:cNvSpPr/>
            <p:nvPr/>
          </p:nvSpPr>
          <p:spPr>
            <a:xfrm>
              <a:off x="43609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59" name="矩形 558"/>
            <p:cNvSpPr/>
            <p:nvPr/>
          </p:nvSpPr>
          <p:spPr>
            <a:xfrm>
              <a:off x="45133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60" name="矩形 559"/>
            <p:cNvSpPr/>
            <p:nvPr/>
          </p:nvSpPr>
          <p:spPr>
            <a:xfrm>
              <a:off x="46657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61" name="矩形 560"/>
            <p:cNvSpPr/>
            <p:nvPr/>
          </p:nvSpPr>
          <p:spPr>
            <a:xfrm>
              <a:off x="48181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774" name="群組 773"/>
          <p:cNvGrpSpPr>
            <a:grpSpLocks noChangeAspect="1"/>
          </p:cNvGrpSpPr>
          <p:nvPr/>
        </p:nvGrpSpPr>
        <p:grpSpPr>
          <a:xfrm>
            <a:off x="4118560" y="5031318"/>
            <a:ext cx="2429361" cy="597435"/>
            <a:chOff x="9626920" y="1799186"/>
            <a:chExt cx="1547129" cy="380474"/>
          </a:xfrm>
        </p:grpSpPr>
        <p:grpSp>
          <p:nvGrpSpPr>
            <p:cNvPr id="775" name="群組 774"/>
            <p:cNvGrpSpPr/>
            <p:nvPr/>
          </p:nvGrpSpPr>
          <p:grpSpPr>
            <a:xfrm>
              <a:off x="9626920" y="1799186"/>
              <a:ext cx="1547129" cy="380474"/>
              <a:chOff x="8157771" y="4322270"/>
              <a:chExt cx="2397658" cy="589636"/>
            </a:xfrm>
          </p:grpSpPr>
          <p:grpSp>
            <p:nvGrpSpPr>
              <p:cNvPr id="812" name="群組 811"/>
              <p:cNvGrpSpPr/>
              <p:nvPr/>
            </p:nvGrpSpPr>
            <p:grpSpPr>
              <a:xfrm>
                <a:off x="8157771" y="4322271"/>
                <a:ext cx="1205566" cy="589635"/>
                <a:chOff x="8157771" y="3276363"/>
                <a:chExt cx="1205566" cy="589635"/>
              </a:xfrm>
            </p:grpSpPr>
            <p:grpSp>
              <p:nvGrpSpPr>
                <p:cNvPr id="862" name="群組 861"/>
                <p:cNvGrpSpPr/>
                <p:nvPr/>
              </p:nvGrpSpPr>
              <p:grpSpPr>
                <a:xfrm>
                  <a:off x="8157771" y="3276363"/>
                  <a:ext cx="608812" cy="589635"/>
                  <a:chOff x="7413476" y="3279836"/>
                  <a:chExt cx="608812" cy="589635"/>
                </a:xfrm>
              </p:grpSpPr>
              <p:grpSp>
                <p:nvGrpSpPr>
                  <p:cNvPr id="887" name="群組 886"/>
                  <p:cNvGrpSpPr/>
                  <p:nvPr/>
                </p:nvGrpSpPr>
                <p:grpSpPr>
                  <a:xfrm>
                    <a:off x="7413476" y="3279836"/>
                    <a:ext cx="608812" cy="497924"/>
                    <a:chOff x="7287413" y="2593332"/>
                    <a:chExt cx="608812" cy="497924"/>
                  </a:xfrm>
                </p:grpSpPr>
                <p:sp>
                  <p:nvSpPr>
                    <p:cNvPr id="897" name="圓角矩形 896"/>
                    <p:cNvSpPr/>
                    <p:nvPr/>
                  </p:nvSpPr>
                  <p:spPr>
                    <a:xfrm>
                      <a:off x="7287413" y="2593332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98" name="圓角矩形 897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99" name="圓角矩形 898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900" name="圓角矩形 899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901" name="圓角矩形 900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902" name="直線接點 901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3" name="直線接點 902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4" name="直線接點 903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5" name="直線接點 904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6" name="直線接點 905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7" name="直線接點 906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8" name="直線接點 907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09" name="直線接點 908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88" name="群組 887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889" name="直線接點 888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0" name="直線接點 889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1" name="直線接點 890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2" name="直線接點 891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3" name="直線接點 892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4" name="直線接點 893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5" name="直線接點 894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6" name="直線接點 895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863" name="群組 862"/>
                <p:cNvGrpSpPr/>
                <p:nvPr/>
              </p:nvGrpSpPr>
              <p:grpSpPr>
                <a:xfrm>
                  <a:off x="8754525" y="3276363"/>
                  <a:ext cx="608812" cy="588300"/>
                  <a:chOff x="7413476" y="3281171"/>
                  <a:chExt cx="608812" cy="588300"/>
                </a:xfrm>
              </p:grpSpPr>
              <p:grpSp>
                <p:nvGrpSpPr>
                  <p:cNvPr id="864" name="群組 863"/>
                  <p:cNvGrpSpPr/>
                  <p:nvPr/>
                </p:nvGrpSpPr>
                <p:grpSpPr>
                  <a:xfrm>
                    <a:off x="7413476" y="3281171"/>
                    <a:ext cx="608812" cy="497924"/>
                    <a:chOff x="7287413" y="2594667"/>
                    <a:chExt cx="608812" cy="497924"/>
                  </a:xfrm>
                </p:grpSpPr>
                <p:sp>
                  <p:nvSpPr>
                    <p:cNvPr id="874" name="圓角矩形 873"/>
                    <p:cNvSpPr/>
                    <p:nvPr/>
                  </p:nvSpPr>
                  <p:spPr>
                    <a:xfrm>
                      <a:off x="7287413" y="2594667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75" name="圓角矩形 874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76" name="圓角矩形 875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77" name="圓角矩形 876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78" name="圓角矩形 877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879" name="直線接點 878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0" name="直線接點 879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1" name="直線接點 880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2" name="直線接點 881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3" name="直線接點 882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4" name="直線接點 883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5" name="直線接點 884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6" name="直線接點 885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65" name="群組 864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866" name="直線接點 865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7" name="直線接點 866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8" name="直線接點 867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9" name="直線接點 868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0" name="直線接點 869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1" name="直線接點 870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2" name="直線接點 871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73" name="直線接點 872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813" name="群組 812"/>
              <p:cNvGrpSpPr/>
              <p:nvPr/>
            </p:nvGrpSpPr>
            <p:grpSpPr>
              <a:xfrm>
                <a:off x="9349862" y="4322270"/>
                <a:ext cx="1205567" cy="585422"/>
                <a:chOff x="8157770" y="3280576"/>
                <a:chExt cx="1205567" cy="585422"/>
              </a:xfrm>
            </p:grpSpPr>
            <p:grpSp>
              <p:nvGrpSpPr>
                <p:cNvPr id="814" name="群組 813"/>
                <p:cNvGrpSpPr/>
                <p:nvPr/>
              </p:nvGrpSpPr>
              <p:grpSpPr>
                <a:xfrm>
                  <a:off x="8157770" y="3280582"/>
                  <a:ext cx="608812" cy="585416"/>
                  <a:chOff x="7413475" y="3284055"/>
                  <a:chExt cx="608812" cy="585416"/>
                </a:xfrm>
              </p:grpSpPr>
              <p:grpSp>
                <p:nvGrpSpPr>
                  <p:cNvPr id="839" name="群組 838"/>
                  <p:cNvGrpSpPr/>
                  <p:nvPr/>
                </p:nvGrpSpPr>
                <p:grpSpPr>
                  <a:xfrm>
                    <a:off x="7413475" y="3284055"/>
                    <a:ext cx="608812" cy="497924"/>
                    <a:chOff x="7287412" y="2597551"/>
                    <a:chExt cx="608812" cy="497924"/>
                  </a:xfrm>
                </p:grpSpPr>
                <p:sp>
                  <p:nvSpPr>
                    <p:cNvPr id="849" name="圓角矩形 848"/>
                    <p:cNvSpPr/>
                    <p:nvPr/>
                  </p:nvSpPr>
                  <p:spPr>
                    <a:xfrm>
                      <a:off x="7287412" y="2597551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50" name="圓角矩形 849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51" name="圓角矩形 850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52" name="圓角矩形 851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53" name="圓角矩形 852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854" name="直線接點 853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5" name="直線接點 854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6" name="直線接點 855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7" name="直線接點 856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8" name="直線接點 857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9" name="直線接點 858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0" name="直線接點 859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1" name="直線接點 860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40" name="群組 839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841" name="直線接點 840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2" name="直線接點 841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3" name="直線接點 842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4" name="直線接點 843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5" name="直線接點 844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6" name="直線接點 845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7" name="直線接點 846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8" name="直線接點 847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815" name="群組 814"/>
                <p:cNvGrpSpPr/>
                <p:nvPr/>
              </p:nvGrpSpPr>
              <p:grpSpPr>
                <a:xfrm>
                  <a:off x="8754525" y="3280576"/>
                  <a:ext cx="608812" cy="584087"/>
                  <a:chOff x="7413476" y="3285384"/>
                  <a:chExt cx="608812" cy="584087"/>
                </a:xfrm>
              </p:grpSpPr>
              <p:grpSp>
                <p:nvGrpSpPr>
                  <p:cNvPr id="816" name="群組 815"/>
                  <p:cNvGrpSpPr/>
                  <p:nvPr/>
                </p:nvGrpSpPr>
                <p:grpSpPr>
                  <a:xfrm>
                    <a:off x="7413476" y="3285384"/>
                    <a:ext cx="608812" cy="497924"/>
                    <a:chOff x="7287413" y="2598880"/>
                    <a:chExt cx="608812" cy="497924"/>
                  </a:xfrm>
                </p:grpSpPr>
                <p:sp>
                  <p:nvSpPr>
                    <p:cNvPr id="826" name="圓角矩形 825"/>
                    <p:cNvSpPr/>
                    <p:nvPr/>
                  </p:nvSpPr>
                  <p:spPr>
                    <a:xfrm>
                      <a:off x="7287413" y="2598880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27" name="圓角矩形 826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28" name="圓角矩形 827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29" name="圓角矩形 828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30" name="圓角矩形 829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831" name="直線接點 830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2" name="直線接點 831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3" name="直線接點 832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4" name="直線接點 833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5" name="直線接點 834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6" name="直線接點 835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7" name="直線接點 836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8" name="直線接點 837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17" name="群組 816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818" name="直線接點 817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9" name="直線接點 818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0" name="直線接點 819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1" name="直線接點 820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2" name="直線接點 821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3" name="直線接點 822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4" name="直線接點 823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5" name="直線接點 824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grpSp>
          <p:nvGrpSpPr>
            <p:cNvPr id="776" name="群組 775"/>
            <p:cNvGrpSpPr/>
            <p:nvPr/>
          </p:nvGrpSpPr>
          <p:grpSpPr>
            <a:xfrm>
              <a:off x="9727533" y="2041660"/>
              <a:ext cx="181783" cy="54011"/>
              <a:chOff x="8400565" y="3029365"/>
              <a:chExt cx="281717" cy="83704"/>
            </a:xfrm>
          </p:grpSpPr>
          <p:cxnSp>
            <p:nvCxnSpPr>
              <p:cNvPr id="804" name="直線接點 803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5" name="直線接點 804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6" name="直線接點 805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7" name="直線接點 806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8" name="直線接點 807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9" name="直線接點 808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0" name="直線接點 809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1" name="直線接點 810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77" name="群組 776"/>
            <p:cNvGrpSpPr/>
            <p:nvPr/>
          </p:nvGrpSpPr>
          <p:grpSpPr>
            <a:xfrm>
              <a:off x="10111521" y="2038609"/>
              <a:ext cx="181783" cy="54011"/>
              <a:chOff x="8400565" y="3029365"/>
              <a:chExt cx="281717" cy="83704"/>
            </a:xfrm>
          </p:grpSpPr>
          <p:cxnSp>
            <p:nvCxnSpPr>
              <p:cNvPr id="796" name="直線接點 795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7" name="直線接點 796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8" name="直線接點 797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9" name="直線接點 798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0" name="直線接點 799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1" name="直線接點 800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2" name="直線接點 801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3" name="直線接點 802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78" name="群組 777"/>
            <p:cNvGrpSpPr/>
            <p:nvPr/>
          </p:nvGrpSpPr>
          <p:grpSpPr>
            <a:xfrm>
              <a:off x="10501111" y="2041733"/>
              <a:ext cx="181783" cy="54011"/>
              <a:chOff x="8400565" y="3029365"/>
              <a:chExt cx="281717" cy="83704"/>
            </a:xfrm>
          </p:grpSpPr>
          <p:cxnSp>
            <p:nvCxnSpPr>
              <p:cNvPr id="788" name="直線接點 787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9" name="直線接點 788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0" name="直線接點 789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1" name="直線接點 790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2" name="直線接點 791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3" name="直線接點 792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4" name="直線接點 793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5" name="直線接點 794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79" name="群組 778"/>
            <p:cNvGrpSpPr/>
            <p:nvPr/>
          </p:nvGrpSpPr>
          <p:grpSpPr>
            <a:xfrm>
              <a:off x="10882025" y="2038682"/>
              <a:ext cx="181783" cy="54011"/>
              <a:chOff x="8400565" y="3029365"/>
              <a:chExt cx="281717" cy="83704"/>
            </a:xfrm>
          </p:grpSpPr>
          <p:cxnSp>
            <p:nvCxnSpPr>
              <p:cNvPr id="780" name="直線接點 779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1" name="直線接點 780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2" name="直線接點 781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3" name="直線接點 782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4" name="直線接點 783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5" name="直線接點 784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6" name="直線接點 785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7" name="直線接點 786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30" name="文字方塊 1029"/>
          <p:cNvSpPr txBox="1"/>
          <p:nvPr/>
        </p:nvSpPr>
        <p:spPr>
          <a:xfrm>
            <a:off x="4319914" y="5503742"/>
            <a:ext cx="2303836" cy="329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41" dirty="0"/>
              <a:t>0           1            2           3 </a:t>
            </a:r>
            <a:endParaRPr lang="zh-TW" altLang="en-US" sz="1541" dirty="0"/>
          </a:p>
        </p:txBody>
      </p:sp>
      <p:grpSp>
        <p:nvGrpSpPr>
          <p:cNvPr id="58" name="群組 57"/>
          <p:cNvGrpSpPr/>
          <p:nvPr/>
        </p:nvGrpSpPr>
        <p:grpSpPr>
          <a:xfrm>
            <a:off x="4149931" y="4502721"/>
            <a:ext cx="2311199" cy="238055"/>
            <a:chOff x="1708639" y="3678402"/>
            <a:chExt cx="2699211" cy="278020"/>
          </a:xfrm>
        </p:grpSpPr>
        <p:sp>
          <p:nvSpPr>
            <p:cNvPr id="59" name="矩形 58"/>
            <p:cNvSpPr/>
            <p:nvPr/>
          </p:nvSpPr>
          <p:spPr>
            <a:xfrm>
              <a:off x="17086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0" name="矩形 59"/>
            <p:cNvSpPr/>
            <p:nvPr/>
          </p:nvSpPr>
          <p:spPr>
            <a:xfrm>
              <a:off x="18610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1" name="矩形 60"/>
            <p:cNvSpPr/>
            <p:nvPr/>
          </p:nvSpPr>
          <p:spPr>
            <a:xfrm>
              <a:off x="20134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2" name="矩形 61"/>
            <p:cNvSpPr/>
            <p:nvPr/>
          </p:nvSpPr>
          <p:spPr>
            <a:xfrm>
              <a:off x="21658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3" name="矩形 62"/>
            <p:cNvSpPr/>
            <p:nvPr/>
          </p:nvSpPr>
          <p:spPr>
            <a:xfrm>
              <a:off x="23182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4" name="矩形 63"/>
            <p:cNvSpPr/>
            <p:nvPr/>
          </p:nvSpPr>
          <p:spPr>
            <a:xfrm>
              <a:off x="24706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5" name="矩形 64"/>
            <p:cNvSpPr/>
            <p:nvPr/>
          </p:nvSpPr>
          <p:spPr>
            <a:xfrm>
              <a:off x="26230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6" name="矩形 65"/>
            <p:cNvSpPr/>
            <p:nvPr/>
          </p:nvSpPr>
          <p:spPr>
            <a:xfrm>
              <a:off x="27754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7" name="矩形 66"/>
            <p:cNvSpPr/>
            <p:nvPr/>
          </p:nvSpPr>
          <p:spPr>
            <a:xfrm>
              <a:off x="29278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8" name="矩形 67"/>
            <p:cNvSpPr/>
            <p:nvPr/>
          </p:nvSpPr>
          <p:spPr>
            <a:xfrm>
              <a:off x="30802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9" name="矩形 68"/>
            <p:cNvSpPr/>
            <p:nvPr/>
          </p:nvSpPr>
          <p:spPr>
            <a:xfrm>
              <a:off x="32326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70" name="矩形 69"/>
            <p:cNvSpPr/>
            <p:nvPr/>
          </p:nvSpPr>
          <p:spPr>
            <a:xfrm>
              <a:off x="33850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71" name="矩形 70"/>
            <p:cNvSpPr/>
            <p:nvPr/>
          </p:nvSpPr>
          <p:spPr>
            <a:xfrm>
              <a:off x="35374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72" name="矩形 71"/>
            <p:cNvSpPr/>
            <p:nvPr/>
          </p:nvSpPr>
          <p:spPr>
            <a:xfrm>
              <a:off x="36898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73" name="矩形 72"/>
            <p:cNvSpPr/>
            <p:nvPr/>
          </p:nvSpPr>
          <p:spPr>
            <a:xfrm>
              <a:off x="1713559" y="384555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74" name="矩形 73"/>
            <p:cNvSpPr/>
            <p:nvPr/>
          </p:nvSpPr>
          <p:spPr>
            <a:xfrm>
              <a:off x="1865959" y="384555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75" name="矩形 74"/>
            <p:cNvSpPr/>
            <p:nvPr/>
          </p:nvSpPr>
          <p:spPr>
            <a:xfrm>
              <a:off x="2018359" y="384555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7" name="矩形 86"/>
            <p:cNvSpPr/>
            <p:nvPr/>
          </p:nvSpPr>
          <p:spPr>
            <a:xfrm>
              <a:off x="38377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8" name="矩形 87"/>
            <p:cNvSpPr/>
            <p:nvPr/>
          </p:nvSpPr>
          <p:spPr>
            <a:xfrm>
              <a:off x="39901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89" name="矩形 88"/>
            <p:cNvSpPr/>
            <p:nvPr/>
          </p:nvSpPr>
          <p:spPr>
            <a:xfrm>
              <a:off x="41425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90" name="矩形 89"/>
            <p:cNvSpPr/>
            <p:nvPr/>
          </p:nvSpPr>
          <p:spPr>
            <a:xfrm>
              <a:off x="42949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92" name="矩形 91"/>
            <p:cNvSpPr/>
            <p:nvPr/>
          </p:nvSpPr>
          <p:spPr>
            <a:xfrm>
              <a:off x="3995050" y="384842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93" name="矩形 92"/>
            <p:cNvSpPr/>
            <p:nvPr/>
          </p:nvSpPr>
          <p:spPr>
            <a:xfrm>
              <a:off x="4147450" y="384842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94" name="矩形 93"/>
            <p:cNvSpPr/>
            <p:nvPr/>
          </p:nvSpPr>
          <p:spPr>
            <a:xfrm>
              <a:off x="4299850" y="384842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911" name="矩形 910"/>
          <p:cNvSpPr/>
          <p:nvPr/>
        </p:nvSpPr>
        <p:spPr>
          <a:xfrm>
            <a:off x="480306" y="2508012"/>
            <a:ext cx="3036917" cy="1530322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sp>
        <p:nvSpPr>
          <p:cNvPr id="912" name="橢圓 911"/>
          <p:cNvSpPr>
            <a:spLocks noChangeAspect="1"/>
          </p:cNvSpPr>
          <p:nvPr/>
        </p:nvSpPr>
        <p:spPr>
          <a:xfrm>
            <a:off x="3327996" y="2833482"/>
            <a:ext cx="154125" cy="1541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grpSp>
        <p:nvGrpSpPr>
          <p:cNvPr id="1369" name="群組 1368"/>
          <p:cNvGrpSpPr/>
          <p:nvPr/>
        </p:nvGrpSpPr>
        <p:grpSpPr>
          <a:xfrm>
            <a:off x="898994" y="2520308"/>
            <a:ext cx="2254924" cy="329449"/>
            <a:chOff x="1195134" y="2257722"/>
            <a:chExt cx="2633487" cy="384759"/>
          </a:xfrm>
        </p:grpSpPr>
        <p:sp>
          <p:nvSpPr>
            <p:cNvPr id="1362" name="文字方塊 1361"/>
            <p:cNvSpPr txBox="1"/>
            <p:nvPr/>
          </p:nvSpPr>
          <p:spPr>
            <a:xfrm>
              <a:off x="1195134" y="2257722"/>
              <a:ext cx="485253" cy="384758"/>
            </a:xfrm>
            <a:prstGeom prst="rect">
              <a:avLst/>
            </a:prstGeom>
            <a:solidFill>
              <a:srgbClr val="5B9BD5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P1</a:t>
              </a:r>
              <a:endParaRPr lang="zh-TW" altLang="en-US" sz="1541" dirty="0"/>
            </a:p>
          </p:txBody>
        </p:sp>
        <p:sp>
          <p:nvSpPr>
            <p:cNvPr id="1366" name="文字方塊 1365"/>
            <p:cNvSpPr txBox="1"/>
            <p:nvPr/>
          </p:nvSpPr>
          <p:spPr>
            <a:xfrm>
              <a:off x="1881794" y="2257722"/>
              <a:ext cx="485253" cy="384758"/>
            </a:xfrm>
            <a:prstGeom prst="rect">
              <a:avLst/>
            </a:prstGeom>
            <a:solidFill>
              <a:srgbClr val="5B9BD5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P2</a:t>
              </a:r>
              <a:endParaRPr lang="zh-TW" altLang="en-US" sz="1541" dirty="0"/>
            </a:p>
          </p:txBody>
        </p:sp>
        <p:sp>
          <p:nvSpPr>
            <p:cNvPr id="1367" name="文字方塊 1366"/>
            <p:cNvSpPr txBox="1"/>
            <p:nvPr/>
          </p:nvSpPr>
          <p:spPr>
            <a:xfrm>
              <a:off x="2618613" y="2257723"/>
              <a:ext cx="485253" cy="3847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P3</a:t>
              </a:r>
              <a:endParaRPr lang="zh-TW" altLang="en-US" sz="1541" dirty="0"/>
            </a:p>
          </p:txBody>
        </p:sp>
        <p:sp>
          <p:nvSpPr>
            <p:cNvPr id="1368" name="文字方塊 1367"/>
            <p:cNvSpPr txBox="1"/>
            <p:nvPr/>
          </p:nvSpPr>
          <p:spPr>
            <a:xfrm>
              <a:off x="3343368" y="2257722"/>
              <a:ext cx="485253" cy="3847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P4</a:t>
              </a:r>
              <a:endParaRPr lang="zh-TW" altLang="en-US" sz="1541" dirty="0"/>
            </a:p>
          </p:txBody>
        </p:sp>
      </p:grpSp>
      <p:sp>
        <p:nvSpPr>
          <p:cNvPr id="913" name="橢圓 912"/>
          <p:cNvSpPr>
            <a:spLocks noChangeAspect="1"/>
          </p:cNvSpPr>
          <p:nvPr/>
        </p:nvSpPr>
        <p:spPr>
          <a:xfrm>
            <a:off x="512261" y="2833831"/>
            <a:ext cx="154125" cy="1541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grpSp>
        <p:nvGrpSpPr>
          <p:cNvPr id="933" name="群組 932"/>
          <p:cNvGrpSpPr>
            <a:grpSpLocks noChangeAspect="1"/>
          </p:cNvGrpSpPr>
          <p:nvPr/>
        </p:nvGrpSpPr>
        <p:grpSpPr>
          <a:xfrm>
            <a:off x="749047" y="2779710"/>
            <a:ext cx="2469722" cy="1011780"/>
            <a:chOff x="7373682" y="5593596"/>
            <a:chExt cx="2397658" cy="982258"/>
          </a:xfrm>
        </p:grpSpPr>
        <p:grpSp>
          <p:nvGrpSpPr>
            <p:cNvPr id="934" name="群組 933"/>
            <p:cNvGrpSpPr/>
            <p:nvPr/>
          </p:nvGrpSpPr>
          <p:grpSpPr>
            <a:xfrm>
              <a:off x="7373682" y="5593596"/>
              <a:ext cx="2397658" cy="982258"/>
              <a:chOff x="8157771" y="4317246"/>
              <a:chExt cx="2397658" cy="982258"/>
            </a:xfrm>
          </p:grpSpPr>
          <p:grpSp>
            <p:nvGrpSpPr>
              <p:cNvPr id="1007" name="群組 1006"/>
              <p:cNvGrpSpPr/>
              <p:nvPr/>
            </p:nvGrpSpPr>
            <p:grpSpPr>
              <a:xfrm>
                <a:off x="8157771" y="4321460"/>
                <a:ext cx="1205566" cy="978044"/>
                <a:chOff x="8157771" y="3275552"/>
                <a:chExt cx="1205566" cy="978044"/>
              </a:xfrm>
            </p:grpSpPr>
            <p:grpSp>
              <p:nvGrpSpPr>
                <p:cNvPr id="1074" name="群組 1073"/>
                <p:cNvGrpSpPr/>
                <p:nvPr/>
              </p:nvGrpSpPr>
              <p:grpSpPr>
                <a:xfrm>
                  <a:off x="8157771" y="3276887"/>
                  <a:ext cx="608812" cy="976709"/>
                  <a:chOff x="7413476" y="3280360"/>
                  <a:chExt cx="608812" cy="976709"/>
                </a:xfrm>
              </p:grpSpPr>
              <p:grpSp>
                <p:nvGrpSpPr>
                  <p:cNvPr id="1104" name="群組 1103"/>
                  <p:cNvGrpSpPr/>
                  <p:nvPr/>
                </p:nvGrpSpPr>
                <p:grpSpPr>
                  <a:xfrm>
                    <a:off x="7413476" y="3280360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1119" name="圓角矩形 1118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120" name="圓角矩形 1119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121" name="圓角矩形 1120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122" name="圓角矩形 1121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123" name="圓角矩形 1122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124" name="直線接點 1123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5" name="直線接點 1124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6" name="直線接點 1125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7" name="直線接點 1126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8" name="直線接點 1127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29" name="直線接點 1128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30" name="直線接點 1129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31" name="直線接點 1130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05" name="群組 1104"/>
                  <p:cNvGrpSpPr/>
                  <p:nvPr/>
                </p:nvGrpSpPr>
                <p:grpSpPr>
                  <a:xfrm rot="10800000">
                    <a:off x="7413476" y="3759145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1106" name="圓角矩形 1105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107" name="圓角矩形 1106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108" name="圓角矩形 1107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109" name="圓角矩形 1108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110" name="圓角矩形 1109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111" name="直線接點 1110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2" name="直線接點 1111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3" name="直線接點 1112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4" name="直線接點 1113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5" name="直線接點 1114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6" name="直線接點 1115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7" name="直線接點 1116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8" name="直線接點 1117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075" name="群組 1074"/>
                <p:cNvGrpSpPr/>
                <p:nvPr/>
              </p:nvGrpSpPr>
              <p:grpSpPr>
                <a:xfrm>
                  <a:off x="8754525" y="3275552"/>
                  <a:ext cx="608812" cy="976709"/>
                  <a:chOff x="7413476" y="3280360"/>
                  <a:chExt cx="608812" cy="976709"/>
                </a:xfrm>
              </p:grpSpPr>
              <p:grpSp>
                <p:nvGrpSpPr>
                  <p:cNvPr id="1076" name="群組 1075"/>
                  <p:cNvGrpSpPr/>
                  <p:nvPr/>
                </p:nvGrpSpPr>
                <p:grpSpPr>
                  <a:xfrm>
                    <a:off x="7413476" y="3280360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1091" name="圓角矩形 1090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92" name="圓角矩形 1091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93" name="圓角矩形 1092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94" name="圓角矩形 1093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95" name="圓角矩形 1094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096" name="直線接點 1095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7" name="直線接點 1096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8" name="直線接點 1097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9" name="直線接點 1098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0" name="直線接點 1099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1" name="直線接點 1100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2" name="直線接點 1101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3" name="直線接點 1102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77" name="群組 1076"/>
                  <p:cNvGrpSpPr/>
                  <p:nvPr/>
                </p:nvGrpSpPr>
                <p:grpSpPr>
                  <a:xfrm rot="10800000">
                    <a:off x="7413476" y="3759145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1078" name="圓角矩形 1077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79" name="圓角矩形 1078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80" name="圓角矩形 1079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81" name="圓角矩形 1080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82" name="圓角矩形 1081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083" name="直線接點 1082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4" name="直線接點 1083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5" name="直線接點 1084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6" name="直線接點 1085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7" name="直線接點 1086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8" name="直線接點 1087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9" name="直線接點 1088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0" name="直線接點 1089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008" name="群組 1007"/>
              <p:cNvGrpSpPr/>
              <p:nvPr/>
            </p:nvGrpSpPr>
            <p:grpSpPr>
              <a:xfrm>
                <a:off x="9349863" y="4317246"/>
                <a:ext cx="1205566" cy="978044"/>
                <a:chOff x="8157771" y="3275552"/>
                <a:chExt cx="1205566" cy="978044"/>
              </a:xfrm>
            </p:grpSpPr>
            <p:grpSp>
              <p:nvGrpSpPr>
                <p:cNvPr id="1009" name="群組 1008"/>
                <p:cNvGrpSpPr/>
                <p:nvPr/>
              </p:nvGrpSpPr>
              <p:grpSpPr>
                <a:xfrm>
                  <a:off x="8157771" y="3276887"/>
                  <a:ext cx="608812" cy="976709"/>
                  <a:chOff x="7413476" y="3280360"/>
                  <a:chExt cx="608812" cy="976709"/>
                </a:xfrm>
              </p:grpSpPr>
              <p:grpSp>
                <p:nvGrpSpPr>
                  <p:cNvPr id="1046" name="群組 1045"/>
                  <p:cNvGrpSpPr/>
                  <p:nvPr/>
                </p:nvGrpSpPr>
                <p:grpSpPr>
                  <a:xfrm>
                    <a:off x="7413476" y="3280360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1061" name="圓角矩形 1060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62" name="圓角矩形 1061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63" name="圓角矩形 1062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64" name="圓角矩形 1063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65" name="圓角矩形 1064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066" name="直線接點 1065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7" name="直線接點 1066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8" name="直線接點 1067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9" name="直線接點 1068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0" name="直線接點 1069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1" name="直線接點 1070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2" name="直線接點 1071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3" name="直線接點 1072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47" name="群組 1046"/>
                  <p:cNvGrpSpPr/>
                  <p:nvPr/>
                </p:nvGrpSpPr>
                <p:grpSpPr>
                  <a:xfrm rot="10800000">
                    <a:off x="7413476" y="3759145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1048" name="圓角矩形 1047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49" name="圓角矩形 1048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50" name="圓角矩形 1049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51" name="圓角矩形 1050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52" name="圓角矩形 1051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053" name="直線接點 1052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4" name="直線接點 1053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5" name="直線接點 1054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6" name="直線接點 1055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7" name="直線接點 1056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8" name="直線接點 1057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9" name="直線接點 1058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0" name="直線接點 1059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010" name="群組 1009"/>
                <p:cNvGrpSpPr/>
                <p:nvPr/>
              </p:nvGrpSpPr>
              <p:grpSpPr>
                <a:xfrm>
                  <a:off x="8754525" y="3275552"/>
                  <a:ext cx="608812" cy="976709"/>
                  <a:chOff x="7413476" y="3280360"/>
                  <a:chExt cx="608812" cy="976709"/>
                </a:xfrm>
              </p:grpSpPr>
              <p:grpSp>
                <p:nvGrpSpPr>
                  <p:cNvPr id="1011" name="群組 1010"/>
                  <p:cNvGrpSpPr/>
                  <p:nvPr/>
                </p:nvGrpSpPr>
                <p:grpSpPr>
                  <a:xfrm>
                    <a:off x="7413476" y="3280360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1033" name="圓角矩形 1032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34" name="圓角矩形 1033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35" name="圓角矩形 1034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36" name="圓角矩形 1035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37" name="圓角矩形 1036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038" name="直線接點 1037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9" name="直線接點 1038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0" name="直線接點 1039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1" name="直線接點 1040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2" name="直線接點 1041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3" name="直線接點 1042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4" name="直線接點 1043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5" name="直線接點 1044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12" name="群組 1011"/>
                  <p:cNvGrpSpPr/>
                  <p:nvPr/>
                </p:nvGrpSpPr>
                <p:grpSpPr>
                  <a:xfrm rot="10800000">
                    <a:off x="7413476" y="3759145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1013" name="圓角矩形 1012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14" name="圓角矩形 1013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15" name="圓角矩形 1014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16" name="圓角矩形 1015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17" name="圓角矩形 1016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018" name="直線接點 1017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9" name="直線接點 1018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0" name="直線接點 1019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1" name="直線接點 1020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2" name="直線接點 1021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3" name="直線接點 1022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1" name="直線接點 1030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2" name="直線接點 1031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grpSp>
          <p:nvGrpSpPr>
            <p:cNvPr id="935" name="群組 934"/>
            <p:cNvGrpSpPr/>
            <p:nvPr/>
          </p:nvGrpSpPr>
          <p:grpSpPr>
            <a:xfrm>
              <a:off x="7527418" y="5975790"/>
              <a:ext cx="281717" cy="83704"/>
              <a:chOff x="8400565" y="3029365"/>
              <a:chExt cx="281717" cy="83704"/>
            </a:xfrm>
          </p:grpSpPr>
          <p:cxnSp>
            <p:nvCxnSpPr>
              <p:cNvPr id="999" name="直線接點 998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0" name="直線接點 999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1" name="直線接點 1000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2" name="直線接點 1001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3" name="直線接點 1002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4" name="直線接點 1003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5" name="直線接點 1004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6" name="直線接點 1005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36" name="群組 935"/>
            <p:cNvGrpSpPr/>
            <p:nvPr/>
          </p:nvGrpSpPr>
          <p:grpSpPr>
            <a:xfrm>
              <a:off x="7526613" y="6109020"/>
              <a:ext cx="281717" cy="83704"/>
              <a:chOff x="8400565" y="3029365"/>
              <a:chExt cx="281717" cy="83704"/>
            </a:xfrm>
          </p:grpSpPr>
          <p:cxnSp>
            <p:nvCxnSpPr>
              <p:cNvPr id="991" name="直線接點 990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2" name="直線接點 991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3" name="直線接點 992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4" name="直線接點 993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5" name="直線接點 994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6" name="直線接點 995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7" name="直線接點 996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8" name="直線接點 997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37" name="群組 936"/>
            <p:cNvGrpSpPr/>
            <p:nvPr/>
          </p:nvGrpSpPr>
          <p:grpSpPr>
            <a:xfrm>
              <a:off x="8122502" y="5971062"/>
              <a:ext cx="281717" cy="83704"/>
              <a:chOff x="8400565" y="3029365"/>
              <a:chExt cx="281717" cy="83704"/>
            </a:xfrm>
          </p:grpSpPr>
          <p:cxnSp>
            <p:nvCxnSpPr>
              <p:cNvPr id="983" name="直線接點 982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4" name="直線接點 983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5" name="直線接點 984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6" name="直線接點 985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7" name="直線接點 986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8" name="直線接點 987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9" name="直線接點 988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0" name="直線接點 989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38" name="群組 937"/>
            <p:cNvGrpSpPr/>
            <p:nvPr/>
          </p:nvGrpSpPr>
          <p:grpSpPr>
            <a:xfrm>
              <a:off x="8121697" y="6104292"/>
              <a:ext cx="281717" cy="83704"/>
              <a:chOff x="8400565" y="3029365"/>
              <a:chExt cx="281717" cy="83704"/>
            </a:xfrm>
          </p:grpSpPr>
          <p:cxnSp>
            <p:nvCxnSpPr>
              <p:cNvPr id="975" name="直線接點 974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6" name="直線接點 975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7" name="直線接點 976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8" name="直線接點 977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9" name="直線接點 978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0" name="直線接點 979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1" name="直線接點 980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2" name="直線接點 981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39" name="群組 938"/>
            <p:cNvGrpSpPr/>
            <p:nvPr/>
          </p:nvGrpSpPr>
          <p:grpSpPr>
            <a:xfrm>
              <a:off x="8726268" y="5975902"/>
              <a:ext cx="281717" cy="83704"/>
              <a:chOff x="8400565" y="3029365"/>
              <a:chExt cx="281717" cy="83704"/>
            </a:xfrm>
          </p:grpSpPr>
          <p:cxnSp>
            <p:nvCxnSpPr>
              <p:cNvPr id="967" name="直線接點 966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8" name="直線接點 967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9" name="直線接點 968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0" name="直線接點 969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1" name="直線接點 970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2" name="直線接點 971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3" name="直線接點 972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4" name="直線接點 973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40" name="群組 939"/>
            <p:cNvGrpSpPr/>
            <p:nvPr/>
          </p:nvGrpSpPr>
          <p:grpSpPr>
            <a:xfrm>
              <a:off x="8725463" y="6109132"/>
              <a:ext cx="281717" cy="83704"/>
              <a:chOff x="8400565" y="3029365"/>
              <a:chExt cx="281717" cy="83704"/>
            </a:xfrm>
          </p:grpSpPr>
          <p:cxnSp>
            <p:nvCxnSpPr>
              <p:cNvPr id="959" name="直線接點 958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0" name="直線接點 959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1" name="直線接點 960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2" name="直線接點 961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3" name="直線接點 962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4" name="直線接點 963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5" name="直線接點 964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6" name="直線接點 965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41" name="群組 940"/>
            <p:cNvGrpSpPr/>
            <p:nvPr/>
          </p:nvGrpSpPr>
          <p:grpSpPr>
            <a:xfrm>
              <a:off x="9316589" y="5971174"/>
              <a:ext cx="281717" cy="83704"/>
              <a:chOff x="8400565" y="3029365"/>
              <a:chExt cx="281717" cy="83704"/>
            </a:xfrm>
          </p:grpSpPr>
          <p:cxnSp>
            <p:nvCxnSpPr>
              <p:cNvPr id="951" name="直線接點 950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2" name="直線接點 951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3" name="直線接點 952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4" name="直線接點 953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5" name="直線接點 954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6" name="直線接點 955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7" name="直線接點 956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8" name="直線接點 957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42" name="群組 941"/>
            <p:cNvGrpSpPr/>
            <p:nvPr/>
          </p:nvGrpSpPr>
          <p:grpSpPr>
            <a:xfrm>
              <a:off x="9315784" y="6104404"/>
              <a:ext cx="281717" cy="83704"/>
              <a:chOff x="8400565" y="3029365"/>
              <a:chExt cx="281717" cy="83704"/>
            </a:xfrm>
          </p:grpSpPr>
          <p:cxnSp>
            <p:nvCxnSpPr>
              <p:cNvPr id="943" name="直線接點 942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4" name="直線接點 943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5" name="直線接點 944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6" name="直線接點 945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7" name="直線接點 946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8" name="直線接點 947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9" name="直線接點 948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0" name="直線接點 949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52" name="矩形 1151"/>
          <p:cNvSpPr/>
          <p:nvPr/>
        </p:nvSpPr>
        <p:spPr>
          <a:xfrm>
            <a:off x="3789379" y="2515871"/>
            <a:ext cx="3036917" cy="1530322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sp>
        <p:nvSpPr>
          <p:cNvPr id="1153" name="橢圓 1152"/>
          <p:cNvSpPr>
            <a:spLocks noChangeAspect="1"/>
          </p:cNvSpPr>
          <p:nvPr/>
        </p:nvSpPr>
        <p:spPr>
          <a:xfrm>
            <a:off x="6637069" y="2841340"/>
            <a:ext cx="154125" cy="1541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sp>
        <p:nvSpPr>
          <p:cNvPr id="1154" name="橢圓 1153"/>
          <p:cNvSpPr>
            <a:spLocks noChangeAspect="1"/>
          </p:cNvSpPr>
          <p:nvPr/>
        </p:nvSpPr>
        <p:spPr>
          <a:xfrm>
            <a:off x="3821334" y="2841690"/>
            <a:ext cx="154125" cy="1541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grpSp>
        <p:nvGrpSpPr>
          <p:cNvPr id="1155" name="群組 1154"/>
          <p:cNvGrpSpPr/>
          <p:nvPr/>
        </p:nvGrpSpPr>
        <p:grpSpPr>
          <a:xfrm>
            <a:off x="4121718" y="2632209"/>
            <a:ext cx="2306987" cy="94934"/>
            <a:chOff x="2231870" y="583337"/>
            <a:chExt cx="2694291" cy="110872"/>
          </a:xfrm>
        </p:grpSpPr>
        <p:sp>
          <p:nvSpPr>
            <p:cNvPr id="1156" name="矩形 1155"/>
            <p:cNvSpPr/>
            <p:nvPr/>
          </p:nvSpPr>
          <p:spPr>
            <a:xfrm>
              <a:off x="22318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157" name="矩形 1156"/>
            <p:cNvSpPr/>
            <p:nvPr/>
          </p:nvSpPr>
          <p:spPr>
            <a:xfrm>
              <a:off x="23842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158" name="矩形 1157"/>
            <p:cNvSpPr/>
            <p:nvPr/>
          </p:nvSpPr>
          <p:spPr>
            <a:xfrm>
              <a:off x="25366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159" name="矩形 1158"/>
            <p:cNvSpPr/>
            <p:nvPr/>
          </p:nvSpPr>
          <p:spPr>
            <a:xfrm>
              <a:off x="26890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160" name="矩形 1159"/>
            <p:cNvSpPr/>
            <p:nvPr/>
          </p:nvSpPr>
          <p:spPr>
            <a:xfrm>
              <a:off x="28414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161" name="矩形 1160"/>
            <p:cNvSpPr/>
            <p:nvPr/>
          </p:nvSpPr>
          <p:spPr>
            <a:xfrm>
              <a:off x="29938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162" name="矩形 1161"/>
            <p:cNvSpPr/>
            <p:nvPr/>
          </p:nvSpPr>
          <p:spPr>
            <a:xfrm>
              <a:off x="31462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163" name="矩形 1162"/>
            <p:cNvSpPr/>
            <p:nvPr/>
          </p:nvSpPr>
          <p:spPr>
            <a:xfrm>
              <a:off x="32986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164" name="矩形 1163"/>
            <p:cNvSpPr/>
            <p:nvPr/>
          </p:nvSpPr>
          <p:spPr>
            <a:xfrm>
              <a:off x="34510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165" name="矩形 1164"/>
            <p:cNvSpPr/>
            <p:nvPr/>
          </p:nvSpPr>
          <p:spPr>
            <a:xfrm>
              <a:off x="36034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166" name="矩形 1165"/>
            <p:cNvSpPr/>
            <p:nvPr/>
          </p:nvSpPr>
          <p:spPr>
            <a:xfrm>
              <a:off x="37558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167" name="矩形 1166"/>
            <p:cNvSpPr/>
            <p:nvPr/>
          </p:nvSpPr>
          <p:spPr>
            <a:xfrm>
              <a:off x="39082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168" name="矩形 1167"/>
            <p:cNvSpPr/>
            <p:nvPr/>
          </p:nvSpPr>
          <p:spPr>
            <a:xfrm>
              <a:off x="40606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169" name="矩形 1168"/>
            <p:cNvSpPr/>
            <p:nvPr/>
          </p:nvSpPr>
          <p:spPr>
            <a:xfrm>
              <a:off x="42130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170" name="矩形 1169"/>
            <p:cNvSpPr/>
            <p:nvPr/>
          </p:nvSpPr>
          <p:spPr>
            <a:xfrm>
              <a:off x="43609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171" name="矩形 1170"/>
            <p:cNvSpPr/>
            <p:nvPr/>
          </p:nvSpPr>
          <p:spPr>
            <a:xfrm>
              <a:off x="45133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172" name="矩形 1171"/>
            <p:cNvSpPr/>
            <p:nvPr/>
          </p:nvSpPr>
          <p:spPr>
            <a:xfrm>
              <a:off x="46657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173" name="矩形 1172"/>
            <p:cNvSpPr/>
            <p:nvPr/>
          </p:nvSpPr>
          <p:spPr>
            <a:xfrm>
              <a:off x="48181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174" name="群組 1173"/>
          <p:cNvGrpSpPr>
            <a:grpSpLocks noChangeAspect="1"/>
          </p:cNvGrpSpPr>
          <p:nvPr/>
        </p:nvGrpSpPr>
        <p:grpSpPr>
          <a:xfrm>
            <a:off x="4083458" y="3298237"/>
            <a:ext cx="2429361" cy="597435"/>
            <a:chOff x="9626920" y="1799186"/>
            <a:chExt cx="1547129" cy="380474"/>
          </a:xfrm>
        </p:grpSpPr>
        <p:grpSp>
          <p:nvGrpSpPr>
            <p:cNvPr id="1175" name="群組 1174"/>
            <p:cNvGrpSpPr/>
            <p:nvPr/>
          </p:nvGrpSpPr>
          <p:grpSpPr>
            <a:xfrm>
              <a:off x="9626920" y="1799186"/>
              <a:ext cx="1547129" cy="380474"/>
              <a:chOff x="8157771" y="4322270"/>
              <a:chExt cx="2397658" cy="589636"/>
            </a:xfrm>
          </p:grpSpPr>
          <p:grpSp>
            <p:nvGrpSpPr>
              <p:cNvPr id="1212" name="群組 1211"/>
              <p:cNvGrpSpPr/>
              <p:nvPr/>
            </p:nvGrpSpPr>
            <p:grpSpPr>
              <a:xfrm>
                <a:off x="8157771" y="4322271"/>
                <a:ext cx="1205566" cy="589635"/>
                <a:chOff x="8157771" y="3276363"/>
                <a:chExt cx="1205566" cy="589635"/>
              </a:xfrm>
            </p:grpSpPr>
            <p:grpSp>
              <p:nvGrpSpPr>
                <p:cNvPr id="1262" name="群組 1261"/>
                <p:cNvGrpSpPr/>
                <p:nvPr/>
              </p:nvGrpSpPr>
              <p:grpSpPr>
                <a:xfrm>
                  <a:off x="8157771" y="3276363"/>
                  <a:ext cx="608812" cy="589635"/>
                  <a:chOff x="7413476" y="3279836"/>
                  <a:chExt cx="608812" cy="589635"/>
                </a:xfrm>
              </p:grpSpPr>
              <p:grpSp>
                <p:nvGrpSpPr>
                  <p:cNvPr id="1287" name="群組 1286"/>
                  <p:cNvGrpSpPr/>
                  <p:nvPr/>
                </p:nvGrpSpPr>
                <p:grpSpPr>
                  <a:xfrm>
                    <a:off x="7413476" y="3279836"/>
                    <a:ext cx="608812" cy="497924"/>
                    <a:chOff x="7287413" y="2593332"/>
                    <a:chExt cx="608812" cy="497924"/>
                  </a:xfrm>
                </p:grpSpPr>
                <p:sp>
                  <p:nvSpPr>
                    <p:cNvPr id="1297" name="圓角矩形 1296"/>
                    <p:cNvSpPr/>
                    <p:nvPr/>
                  </p:nvSpPr>
                  <p:spPr>
                    <a:xfrm>
                      <a:off x="7287413" y="2593332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98" name="圓角矩形 1297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99" name="圓角矩形 1298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300" name="圓角矩形 1299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301" name="圓角矩形 1300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302" name="直線接點 1301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3" name="直線接點 1302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4" name="直線接點 1303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5" name="直線接點 1304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6" name="直線接點 1305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7" name="直線接點 1306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8" name="直線接點 1307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9" name="直線接點 1308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88" name="群組 1287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1289" name="直線接點 1288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0" name="直線接點 1289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1" name="直線接點 1290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2" name="直線接點 1291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3" name="直線接點 1292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4" name="直線接點 1293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5" name="直線接點 1294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96" name="直線接點 1295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263" name="群組 1262"/>
                <p:cNvGrpSpPr/>
                <p:nvPr/>
              </p:nvGrpSpPr>
              <p:grpSpPr>
                <a:xfrm>
                  <a:off x="8754525" y="3276363"/>
                  <a:ext cx="608812" cy="588300"/>
                  <a:chOff x="7413476" y="3281171"/>
                  <a:chExt cx="608812" cy="588300"/>
                </a:xfrm>
              </p:grpSpPr>
              <p:grpSp>
                <p:nvGrpSpPr>
                  <p:cNvPr id="1264" name="群組 1263"/>
                  <p:cNvGrpSpPr/>
                  <p:nvPr/>
                </p:nvGrpSpPr>
                <p:grpSpPr>
                  <a:xfrm>
                    <a:off x="7413476" y="3281171"/>
                    <a:ext cx="608812" cy="497924"/>
                    <a:chOff x="7287413" y="2594667"/>
                    <a:chExt cx="608812" cy="497924"/>
                  </a:xfrm>
                </p:grpSpPr>
                <p:sp>
                  <p:nvSpPr>
                    <p:cNvPr id="1274" name="圓角矩形 1273"/>
                    <p:cNvSpPr/>
                    <p:nvPr/>
                  </p:nvSpPr>
                  <p:spPr>
                    <a:xfrm>
                      <a:off x="7287413" y="2594667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75" name="圓角矩形 1274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76" name="圓角矩形 1275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77" name="圓角矩形 1276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78" name="圓角矩形 1277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279" name="直線接點 1278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0" name="直線接點 1279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1" name="直線接點 1280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2" name="直線接點 1281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3" name="直線接點 1282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4" name="直線接點 1283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5" name="直線接點 1284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86" name="直線接點 1285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65" name="群組 1264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1266" name="直線接點 1265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7" name="直線接點 1266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8" name="直線接點 1267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9" name="直線接點 1268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0" name="直線接點 1269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1" name="直線接點 1270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2" name="直線接點 1271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3" name="直線接點 1272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213" name="群組 1212"/>
              <p:cNvGrpSpPr/>
              <p:nvPr/>
            </p:nvGrpSpPr>
            <p:grpSpPr>
              <a:xfrm>
                <a:off x="9349862" y="4322270"/>
                <a:ext cx="1205567" cy="585422"/>
                <a:chOff x="8157770" y="3280576"/>
                <a:chExt cx="1205567" cy="585422"/>
              </a:xfrm>
            </p:grpSpPr>
            <p:grpSp>
              <p:nvGrpSpPr>
                <p:cNvPr id="1214" name="群組 1213"/>
                <p:cNvGrpSpPr/>
                <p:nvPr/>
              </p:nvGrpSpPr>
              <p:grpSpPr>
                <a:xfrm>
                  <a:off x="8157770" y="3280582"/>
                  <a:ext cx="608812" cy="585416"/>
                  <a:chOff x="7413475" y="3284055"/>
                  <a:chExt cx="608812" cy="585416"/>
                </a:xfrm>
              </p:grpSpPr>
              <p:grpSp>
                <p:nvGrpSpPr>
                  <p:cNvPr id="1239" name="群組 1238"/>
                  <p:cNvGrpSpPr/>
                  <p:nvPr/>
                </p:nvGrpSpPr>
                <p:grpSpPr>
                  <a:xfrm>
                    <a:off x="7413475" y="3284055"/>
                    <a:ext cx="608812" cy="497924"/>
                    <a:chOff x="7287412" y="2597551"/>
                    <a:chExt cx="608812" cy="497924"/>
                  </a:xfrm>
                </p:grpSpPr>
                <p:sp>
                  <p:nvSpPr>
                    <p:cNvPr id="1249" name="圓角矩形 1248"/>
                    <p:cNvSpPr/>
                    <p:nvPr/>
                  </p:nvSpPr>
                  <p:spPr>
                    <a:xfrm>
                      <a:off x="7287412" y="2597551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50" name="圓角矩形 1249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51" name="圓角矩形 1250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52" name="圓角矩形 1251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53" name="圓角矩形 1252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254" name="直線接點 1253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5" name="直線接點 1254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6" name="直線接點 1255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7" name="直線接點 1256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8" name="直線接點 1257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9" name="直線接點 1258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0" name="直線接點 1259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1" name="直線接點 1260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40" name="群組 1239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1241" name="直線接點 1240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2" name="直線接點 1241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3" name="直線接點 1242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4" name="直線接點 1243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5" name="直線接點 1244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6" name="直線接點 1245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7" name="直線接點 1246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8" name="直線接點 1247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215" name="群組 1214"/>
                <p:cNvGrpSpPr/>
                <p:nvPr/>
              </p:nvGrpSpPr>
              <p:grpSpPr>
                <a:xfrm>
                  <a:off x="8754525" y="3280576"/>
                  <a:ext cx="608812" cy="584087"/>
                  <a:chOff x="7413476" y="3285384"/>
                  <a:chExt cx="608812" cy="584087"/>
                </a:xfrm>
              </p:grpSpPr>
              <p:grpSp>
                <p:nvGrpSpPr>
                  <p:cNvPr id="1216" name="群組 1215"/>
                  <p:cNvGrpSpPr/>
                  <p:nvPr/>
                </p:nvGrpSpPr>
                <p:grpSpPr>
                  <a:xfrm>
                    <a:off x="7413476" y="3285384"/>
                    <a:ext cx="608812" cy="497924"/>
                    <a:chOff x="7287413" y="2598880"/>
                    <a:chExt cx="608812" cy="497924"/>
                  </a:xfrm>
                </p:grpSpPr>
                <p:sp>
                  <p:nvSpPr>
                    <p:cNvPr id="1226" name="圓角矩形 1225"/>
                    <p:cNvSpPr/>
                    <p:nvPr/>
                  </p:nvSpPr>
                  <p:spPr>
                    <a:xfrm>
                      <a:off x="7287413" y="2598880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27" name="圓角矩形 1226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28" name="圓角矩形 1227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29" name="圓角矩形 1228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30" name="圓角矩形 1229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231" name="直線接點 1230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2" name="直線接點 1231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3" name="直線接點 1232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4" name="直線接點 1233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5" name="直線接點 1234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6" name="直線接點 1235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7" name="直線接點 1236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8" name="直線接點 1237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17" name="群組 1216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1218" name="直線接點 1217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9" name="直線接點 1218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0" name="直線接點 1219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1" name="直線接點 1220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2" name="直線接點 1221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3" name="直線接點 1222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4" name="直線接點 1223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5" name="直線接點 1224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grpSp>
          <p:nvGrpSpPr>
            <p:cNvPr id="1176" name="群組 1175"/>
            <p:cNvGrpSpPr/>
            <p:nvPr/>
          </p:nvGrpSpPr>
          <p:grpSpPr>
            <a:xfrm>
              <a:off x="9727533" y="2041660"/>
              <a:ext cx="181783" cy="54011"/>
              <a:chOff x="8400565" y="3029365"/>
              <a:chExt cx="281717" cy="83704"/>
            </a:xfrm>
          </p:grpSpPr>
          <p:cxnSp>
            <p:nvCxnSpPr>
              <p:cNvPr id="1204" name="直線接點 1203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5" name="直線接點 1204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6" name="直線接點 1205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7" name="直線接點 1206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8" name="直線接點 1207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9" name="直線接點 1208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0" name="直線接點 1209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1" name="直線接點 1210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77" name="群組 1176"/>
            <p:cNvGrpSpPr/>
            <p:nvPr/>
          </p:nvGrpSpPr>
          <p:grpSpPr>
            <a:xfrm>
              <a:off x="10111521" y="2038609"/>
              <a:ext cx="181783" cy="54011"/>
              <a:chOff x="8400565" y="3029365"/>
              <a:chExt cx="281717" cy="83704"/>
            </a:xfrm>
          </p:grpSpPr>
          <p:cxnSp>
            <p:nvCxnSpPr>
              <p:cNvPr id="1196" name="直線接點 1195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7" name="直線接點 1196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8" name="直線接點 1197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9" name="直線接點 1198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0" name="直線接點 1199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1" name="直線接點 1200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2" name="直線接點 1201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3" name="直線接點 1202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78" name="群組 1177"/>
            <p:cNvGrpSpPr/>
            <p:nvPr/>
          </p:nvGrpSpPr>
          <p:grpSpPr>
            <a:xfrm>
              <a:off x="10501111" y="2041733"/>
              <a:ext cx="181783" cy="54011"/>
              <a:chOff x="8400565" y="3029365"/>
              <a:chExt cx="281717" cy="83704"/>
            </a:xfrm>
          </p:grpSpPr>
          <p:cxnSp>
            <p:nvCxnSpPr>
              <p:cNvPr id="1188" name="直線接點 1187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9" name="直線接點 1188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0" name="直線接點 1189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1" name="直線接點 1190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2" name="直線接點 1191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3" name="直線接點 1192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4" name="直線接點 1193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5" name="直線接點 1194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79" name="群組 1178"/>
            <p:cNvGrpSpPr/>
            <p:nvPr/>
          </p:nvGrpSpPr>
          <p:grpSpPr>
            <a:xfrm>
              <a:off x="10882025" y="2038682"/>
              <a:ext cx="181783" cy="54011"/>
              <a:chOff x="8400565" y="3029365"/>
              <a:chExt cx="281717" cy="83704"/>
            </a:xfrm>
          </p:grpSpPr>
          <p:cxnSp>
            <p:nvCxnSpPr>
              <p:cNvPr id="1180" name="直線接點 1179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1" name="直線接點 1180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2" name="直線接點 1181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3" name="直線接點 1182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4" name="直線接點 1183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5" name="直線接點 1184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6" name="直線接點 1185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7" name="直線接點 1186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10" name="文字方塊 1309"/>
          <p:cNvSpPr txBox="1"/>
          <p:nvPr/>
        </p:nvSpPr>
        <p:spPr>
          <a:xfrm>
            <a:off x="4284812" y="3770661"/>
            <a:ext cx="2303836" cy="329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41" dirty="0"/>
              <a:t>0           1            2           3 </a:t>
            </a:r>
            <a:endParaRPr lang="zh-TW" altLang="en-US" sz="1541" dirty="0"/>
          </a:p>
        </p:txBody>
      </p:sp>
      <p:grpSp>
        <p:nvGrpSpPr>
          <p:cNvPr id="1311" name="群組 1310"/>
          <p:cNvGrpSpPr/>
          <p:nvPr/>
        </p:nvGrpSpPr>
        <p:grpSpPr>
          <a:xfrm>
            <a:off x="4114829" y="2769640"/>
            <a:ext cx="2311199" cy="238055"/>
            <a:chOff x="1708639" y="3678402"/>
            <a:chExt cx="2699211" cy="278020"/>
          </a:xfrm>
        </p:grpSpPr>
        <p:sp>
          <p:nvSpPr>
            <p:cNvPr id="1312" name="矩形 1311"/>
            <p:cNvSpPr/>
            <p:nvPr/>
          </p:nvSpPr>
          <p:spPr>
            <a:xfrm>
              <a:off x="17086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13" name="矩形 1312"/>
            <p:cNvSpPr/>
            <p:nvPr/>
          </p:nvSpPr>
          <p:spPr>
            <a:xfrm>
              <a:off x="18610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14" name="矩形 1313"/>
            <p:cNvSpPr/>
            <p:nvPr/>
          </p:nvSpPr>
          <p:spPr>
            <a:xfrm>
              <a:off x="20134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15" name="矩形 1314"/>
            <p:cNvSpPr/>
            <p:nvPr/>
          </p:nvSpPr>
          <p:spPr>
            <a:xfrm>
              <a:off x="21658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16" name="矩形 1315"/>
            <p:cNvSpPr/>
            <p:nvPr/>
          </p:nvSpPr>
          <p:spPr>
            <a:xfrm>
              <a:off x="23182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17" name="矩形 1316"/>
            <p:cNvSpPr/>
            <p:nvPr/>
          </p:nvSpPr>
          <p:spPr>
            <a:xfrm>
              <a:off x="24706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18" name="矩形 1317"/>
            <p:cNvSpPr/>
            <p:nvPr/>
          </p:nvSpPr>
          <p:spPr>
            <a:xfrm>
              <a:off x="26230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19" name="矩形 1318"/>
            <p:cNvSpPr/>
            <p:nvPr/>
          </p:nvSpPr>
          <p:spPr>
            <a:xfrm>
              <a:off x="27754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20" name="矩形 1319"/>
            <p:cNvSpPr/>
            <p:nvPr/>
          </p:nvSpPr>
          <p:spPr>
            <a:xfrm>
              <a:off x="29278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21" name="矩形 1320"/>
            <p:cNvSpPr/>
            <p:nvPr/>
          </p:nvSpPr>
          <p:spPr>
            <a:xfrm>
              <a:off x="30802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22" name="矩形 1321"/>
            <p:cNvSpPr/>
            <p:nvPr/>
          </p:nvSpPr>
          <p:spPr>
            <a:xfrm>
              <a:off x="32326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23" name="矩形 1322"/>
            <p:cNvSpPr/>
            <p:nvPr/>
          </p:nvSpPr>
          <p:spPr>
            <a:xfrm>
              <a:off x="33850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24" name="矩形 1323"/>
            <p:cNvSpPr/>
            <p:nvPr/>
          </p:nvSpPr>
          <p:spPr>
            <a:xfrm>
              <a:off x="35374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25" name="矩形 1324"/>
            <p:cNvSpPr/>
            <p:nvPr/>
          </p:nvSpPr>
          <p:spPr>
            <a:xfrm>
              <a:off x="36898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26" name="矩形 1325"/>
            <p:cNvSpPr/>
            <p:nvPr/>
          </p:nvSpPr>
          <p:spPr>
            <a:xfrm>
              <a:off x="1713559" y="384555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27" name="矩形 1326"/>
            <p:cNvSpPr/>
            <p:nvPr/>
          </p:nvSpPr>
          <p:spPr>
            <a:xfrm>
              <a:off x="1865959" y="384555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28" name="矩形 1327"/>
            <p:cNvSpPr/>
            <p:nvPr/>
          </p:nvSpPr>
          <p:spPr>
            <a:xfrm>
              <a:off x="2018359" y="384555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40" name="矩形 1339"/>
            <p:cNvSpPr/>
            <p:nvPr/>
          </p:nvSpPr>
          <p:spPr>
            <a:xfrm>
              <a:off x="38377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41" name="矩形 1340"/>
            <p:cNvSpPr/>
            <p:nvPr/>
          </p:nvSpPr>
          <p:spPr>
            <a:xfrm>
              <a:off x="39901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42" name="矩形 1341"/>
            <p:cNvSpPr/>
            <p:nvPr/>
          </p:nvSpPr>
          <p:spPr>
            <a:xfrm>
              <a:off x="41425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43" name="矩形 1342"/>
            <p:cNvSpPr/>
            <p:nvPr/>
          </p:nvSpPr>
          <p:spPr>
            <a:xfrm>
              <a:off x="42949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45" name="矩形 1344"/>
            <p:cNvSpPr/>
            <p:nvPr/>
          </p:nvSpPr>
          <p:spPr>
            <a:xfrm>
              <a:off x="3995050" y="384842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46" name="矩形 1345"/>
            <p:cNvSpPr/>
            <p:nvPr/>
          </p:nvSpPr>
          <p:spPr>
            <a:xfrm>
              <a:off x="4147450" y="384842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47" name="矩形 1346"/>
            <p:cNvSpPr/>
            <p:nvPr/>
          </p:nvSpPr>
          <p:spPr>
            <a:xfrm>
              <a:off x="4299850" y="384842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cxnSp>
        <p:nvCxnSpPr>
          <p:cNvPr id="522" name="肘形接點 521"/>
          <p:cNvCxnSpPr>
            <a:stCxn id="1297" idx="0"/>
            <a:endCxn id="1274" idx="0"/>
          </p:cNvCxnSpPr>
          <p:nvPr/>
        </p:nvCxnSpPr>
        <p:spPr>
          <a:xfrm rot="5400000" flipH="1" flipV="1">
            <a:off x="4694211" y="2995916"/>
            <a:ext cx="10874" cy="604644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0" name="肘形接點 909"/>
          <p:cNvCxnSpPr>
            <a:stCxn id="1249" idx="0"/>
            <a:endCxn id="1226" idx="0"/>
          </p:cNvCxnSpPr>
          <p:nvPr/>
        </p:nvCxnSpPr>
        <p:spPr>
          <a:xfrm rot="5400000" flipH="1" flipV="1">
            <a:off x="5902063" y="2995919"/>
            <a:ext cx="6" cy="604645"/>
          </a:xfrm>
          <a:prstGeom prst="bentConnector3">
            <a:avLst>
              <a:gd name="adj1" fmla="val 326581428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文字方塊 286"/>
          <p:cNvSpPr txBox="1"/>
          <p:nvPr/>
        </p:nvSpPr>
        <p:spPr>
          <a:xfrm>
            <a:off x="4502623" y="2946879"/>
            <a:ext cx="372679" cy="276999"/>
          </a:xfrm>
          <a:prstGeom prst="rect">
            <a:avLst/>
          </a:prstGeom>
          <a:solidFill>
            <a:srgbClr val="5B9BD5"/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P1</a:t>
            </a:r>
            <a:endParaRPr lang="zh-TW" altLang="en-US" sz="1200" dirty="0"/>
          </a:p>
        </p:txBody>
      </p:sp>
      <p:sp>
        <p:nvSpPr>
          <p:cNvPr id="1349" name="文字方塊 1348"/>
          <p:cNvSpPr txBox="1"/>
          <p:nvPr/>
        </p:nvSpPr>
        <p:spPr>
          <a:xfrm>
            <a:off x="5684951" y="2932770"/>
            <a:ext cx="372679" cy="276999"/>
          </a:xfrm>
          <a:prstGeom prst="rect">
            <a:avLst/>
          </a:prstGeom>
          <a:solidFill>
            <a:srgbClr val="5B9BD5"/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P2</a:t>
            </a:r>
            <a:endParaRPr lang="zh-TW" altLang="en-US" sz="1200" dirty="0"/>
          </a:p>
        </p:txBody>
      </p:sp>
      <p:grpSp>
        <p:nvGrpSpPr>
          <p:cNvPr id="1370" name="群組 1369"/>
          <p:cNvGrpSpPr/>
          <p:nvPr/>
        </p:nvGrpSpPr>
        <p:grpSpPr>
          <a:xfrm>
            <a:off x="742187" y="3773291"/>
            <a:ext cx="577501" cy="340324"/>
            <a:chOff x="4355881" y="5281371"/>
            <a:chExt cx="674454" cy="397454"/>
          </a:xfrm>
        </p:grpSpPr>
        <p:sp>
          <p:nvSpPr>
            <p:cNvPr id="1371" name="等腰三角形 1370"/>
            <p:cNvSpPr/>
            <p:nvPr/>
          </p:nvSpPr>
          <p:spPr>
            <a:xfrm>
              <a:off x="4574338" y="53862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72" name="等腰三角形 1371"/>
            <p:cNvSpPr/>
            <p:nvPr/>
          </p:nvSpPr>
          <p:spPr>
            <a:xfrm rot="10800000">
              <a:off x="4869951" y="53989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73" name="文字方塊 1372"/>
            <p:cNvSpPr txBox="1"/>
            <p:nvPr/>
          </p:nvSpPr>
          <p:spPr>
            <a:xfrm>
              <a:off x="4355881" y="5294069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0</a:t>
              </a:r>
              <a:endParaRPr lang="zh-TW" altLang="en-US" sz="1541" dirty="0"/>
            </a:p>
          </p:txBody>
        </p:sp>
        <p:sp>
          <p:nvSpPr>
            <p:cNvPr id="1374" name="文字方塊 1373"/>
            <p:cNvSpPr txBox="1"/>
            <p:nvPr/>
          </p:nvSpPr>
          <p:spPr>
            <a:xfrm>
              <a:off x="4651493" y="5281371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1</a:t>
              </a:r>
              <a:endParaRPr lang="zh-TW" altLang="en-US" sz="1541" dirty="0"/>
            </a:p>
          </p:txBody>
        </p:sp>
      </p:grpSp>
      <p:grpSp>
        <p:nvGrpSpPr>
          <p:cNvPr id="1375" name="群組 1374"/>
          <p:cNvGrpSpPr/>
          <p:nvPr/>
        </p:nvGrpSpPr>
        <p:grpSpPr>
          <a:xfrm>
            <a:off x="1383562" y="3773291"/>
            <a:ext cx="577501" cy="340324"/>
            <a:chOff x="4355881" y="5281371"/>
            <a:chExt cx="674454" cy="397454"/>
          </a:xfrm>
        </p:grpSpPr>
        <p:sp>
          <p:nvSpPr>
            <p:cNvPr id="1376" name="等腰三角形 1375"/>
            <p:cNvSpPr/>
            <p:nvPr/>
          </p:nvSpPr>
          <p:spPr>
            <a:xfrm>
              <a:off x="4574338" y="53862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77" name="等腰三角形 1376"/>
            <p:cNvSpPr/>
            <p:nvPr/>
          </p:nvSpPr>
          <p:spPr>
            <a:xfrm rot="10800000">
              <a:off x="4869951" y="53989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78" name="文字方塊 1377"/>
            <p:cNvSpPr txBox="1"/>
            <p:nvPr/>
          </p:nvSpPr>
          <p:spPr>
            <a:xfrm>
              <a:off x="4355881" y="5294069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2</a:t>
              </a:r>
              <a:endParaRPr lang="zh-TW" altLang="en-US" sz="1541" dirty="0"/>
            </a:p>
          </p:txBody>
        </p:sp>
        <p:sp>
          <p:nvSpPr>
            <p:cNvPr id="1379" name="文字方塊 1378"/>
            <p:cNvSpPr txBox="1"/>
            <p:nvPr/>
          </p:nvSpPr>
          <p:spPr>
            <a:xfrm>
              <a:off x="4651493" y="5281371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3</a:t>
              </a:r>
              <a:endParaRPr lang="zh-TW" altLang="en-US" sz="1541" dirty="0"/>
            </a:p>
          </p:txBody>
        </p:sp>
      </p:grpSp>
      <p:grpSp>
        <p:nvGrpSpPr>
          <p:cNvPr id="1380" name="群組 1379"/>
          <p:cNvGrpSpPr/>
          <p:nvPr/>
        </p:nvGrpSpPr>
        <p:grpSpPr>
          <a:xfrm>
            <a:off x="2035955" y="3773291"/>
            <a:ext cx="577501" cy="340324"/>
            <a:chOff x="4355881" y="5281371"/>
            <a:chExt cx="674454" cy="397454"/>
          </a:xfrm>
        </p:grpSpPr>
        <p:sp>
          <p:nvSpPr>
            <p:cNvPr id="1381" name="等腰三角形 1380"/>
            <p:cNvSpPr/>
            <p:nvPr/>
          </p:nvSpPr>
          <p:spPr>
            <a:xfrm>
              <a:off x="4574338" y="53862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82" name="等腰三角形 1381"/>
            <p:cNvSpPr/>
            <p:nvPr/>
          </p:nvSpPr>
          <p:spPr>
            <a:xfrm rot="10800000">
              <a:off x="4869951" y="53989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83" name="文字方塊 1382"/>
            <p:cNvSpPr txBox="1"/>
            <p:nvPr/>
          </p:nvSpPr>
          <p:spPr>
            <a:xfrm>
              <a:off x="4355881" y="5294069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4</a:t>
              </a:r>
              <a:endParaRPr lang="zh-TW" altLang="en-US" sz="1541" dirty="0"/>
            </a:p>
          </p:txBody>
        </p:sp>
        <p:sp>
          <p:nvSpPr>
            <p:cNvPr id="1384" name="文字方塊 1383"/>
            <p:cNvSpPr txBox="1"/>
            <p:nvPr/>
          </p:nvSpPr>
          <p:spPr>
            <a:xfrm>
              <a:off x="4651493" y="5281371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5</a:t>
              </a:r>
              <a:endParaRPr lang="zh-TW" altLang="en-US" sz="1541" dirty="0"/>
            </a:p>
          </p:txBody>
        </p:sp>
      </p:grpSp>
      <p:grpSp>
        <p:nvGrpSpPr>
          <p:cNvPr id="1385" name="群組 1384"/>
          <p:cNvGrpSpPr/>
          <p:nvPr/>
        </p:nvGrpSpPr>
        <p:grpSpPr>
          <a:xfrm>
            <a:off x="2634958" y="3773291"/>
            <a:ext cx="577501" cy="340324"/>
            <a:chOff x="4355881" y="5281371"/>
            <a:chExt cx="674454" cy="397454"/>
          </a:xfrm>
        </p:grpSpPr>
        <p:sp>
          <p:nvSpPr>
            <p:cNvPr id="1386" name="等腰三角形 1385"/>
            <p:cNvSpPr/>
            <p:nvPr/>
          </p:nvSpPr>
          <p:spPr>
            <a:xfrm>
              <a:off x="4574338" y="53862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87" name="等腰三角形 1386"/>
            <p:cNvSpPr/>
            <p:nvPr/>
          </p:nvSpPr>
          <p:spPr>
            <a:xfrm rot="10800000">
              <a:off x="4869951" y="53989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88" name="文字方塊 1387"/>
            <p:cNvSpPr txBox="1"/>
            <p:nvPr/>
          </p:nvSpPr>
          <p:spPr>
            <a:xfrm>
              <a:off x="4355881" y="5294069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6</a:t>
              </a:r>
              <a:endParaRPr lang="zh-TW" altLang="en-US" sz="1541" dirty="0"/>
            </a:p>
          </p:txBody>
        </p:sp>
        <p:sp>
          <p:nvSpPr>
            <p:cNvPr id="1389" name="文字方塊 1388"/>
            <p:cNvSpPr txBox="1"/>
            <p:nvPr/>
          </p:nvSpPr>
          <p:spPr>
            <a:xfrm>
              <a:off x="4651493" y="5281371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7</a:t>
              </a:r>
              <a:endParaRPr lang="zh-TW" altLang="en-US" sz="1541" dirty="0"/>
            </a:p>
          </p:txBody>
        </p:sp>
      </p:grpSp>
      <p:grpSp>
        <p:nvGrpSpPr>
          <p:cNvPr id="1409" name="群組 1408"/>
          <p:cNvGrpSpPr/>
          <p:nvPr/>
        </p:nvGrpSpPr>
        <p:grpSpPr>
          <a:xfrm>
            <a:off x="584025" y="4817970"/>
            <a:ext cx="92475" cy="725732"/>
            <a:chOff x="8987487" y="3847218"/>
            <a:chExt cx="108000" cy="847570"/>
          </a:xfrm>
        </p:grpSpPr>
        <p:sp>
          <p:nvSpPr>
            <p:cNvPr id="1391" name="矩形 1390"/>
            <p:cNvSpPr/>
            <p:nvPr/>
          </p:nvSpPr>
          <p:spPr>
            <a:xfrm>
              <a:off x="8987487" y="384721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92" name="矩形 1391"/>
            <p:cNvSpPr/>
            <p:nvPr/>
          </p:nvSpPr>
          <p:spPr>
            <a:xfrm>
              <a:off x="8987487" y="4143046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93" name="矩形 1392"/>
            <p:cNvSpPr/>
            <p:nvPr/>
          </p:nvSpPr>
          <p:spPr>
            <a:xfrm>
              <a:off x="8987487" y="44388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94" name="矩形 1393"/>
            <p:cNvSpPr/>
            <p:nvPr/>
          </p:nvSpPr>
          <p:spPr>
            <a:xfrm>
              <a:off x="8987487" y="3995132"/>
              <a:ext cx="108000" cy="25591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96" name="矩形 1395"/>
            <p:cNvSpPr/>
            <p:nvPr/>
          </p:nvSpPr>
          <p:spPr>
            <a:xfrm>
              <a:off x="8987487" y="429096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397" name="矩形 1396"/>
            <p:cNvSpPr/>
            <p:nvPr/>
          </p:nvSpPr>
          <p:spPr>
            <a:xfrm>
              <a:off x="8987487" y="458678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410" name="群組 1409"/>
          <p:cNvGrpSpPr/>
          <p:nvPr/>
        </p:nvGrpSpPr>
        <p:grpSpPr>
          <a:xfrm>
            <a:off x="3383889" y="4796549"/>
            <a:ext cx="92475" cy="725732"/>
            <a:chOff x="8987487" y="3847218"/>
            <a:chExt cx="108000" cy="847570"/>
          </a:xfrm>
        </p:grpSpPr>
        <p:sp>
          <p:nvSpPr>
            <p:cNvPr id="1411" name="矩形 1410"/>
            <p:cNvSpPr/>
            <p:nvPr/>
          </p:nvSpPr>
          <p:spPr>
            <a:xfrm>
              <a:off x="8987487" y="384721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12" name="矩形 1411"/>
            <p:cNvSpPr/>
            <p:nvPr/>
          </p:nvSpPr>
          <p:spPr>
            <a:xfrm>
              <a:off x="8987487" y="4143046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13" name="矩形 1412"/>
            <p:cNvSpPr/>
            <p:nvPr/>
          </p:nvSpPr>
          <p:spPr>
            <a:xfrm>
              <a:off x="8987487" y="44388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14" name="矩形 1413"/>
            <p:cNvSpPr/>
            <p:nvPr/>
          </p:nvSpPr>
          <p:spPr>
            <a:xfrm>
              <a:off x="8987487" y="3995131"/>
              <a:ext cx="108000" cy="26235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16" name="矩形 1415"/>
            <p:cNvSpPr/>
            <p:nvPr/>
          </p:nvSpPr>
          <p:spPr>
            <a:xfrm>
              <a:off x="8987487" y="429096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17" name="矩形 1416"/>
            <p:cNvSpPr/>
            <p:nvPr/>
          </p:nvSpPr>
          <p:spPr>
            <a:xfrm>
              <a:off x="8987487" y="458678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418" name="群組 1417"/>
          <p:cNvGrpSpPr/>
          <p:nvPr/>
        </p:nvGrpSpPr>
        <p:grpSpPr>
          <a:xfrm>
            <a:off x="560281" y="3061529"/>
            <a:ext cx="92475" cy="725732"/>
            <a:chOff x="8987487" y="3847218"/>
            <a:chExt cx="108000" cy="847570"/>
          </a:xfrm>
        </p:grpSpPr>
        <p:sp>
          <p:nvSpPr>
            <p:cNvPr id="1419" name="矩形 1418"/>
            <p:cNvSpPr/>
            <p:nvPr/>
          </p:nvSpPr>
          <p:spPr>
            <a:xfrm>
              <a:off x="8987487" y="384721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20" name="矩形 1419"/>
            <p:cNvSpPr/>
            <p:nvPr/>
          </p:nvSpPr>
          <p:spPr>
            <a:xfrm>
              <a:off x="8987487" y="4143046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21" name="矩形 1420"/>
            <p:cNvSpPr/>
            <p:nvPr/>
          </p:nvSpPr>
          <p:spPr>
            <a:xfrm>
              <a:off x="8987487" y="44388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22" name="矩形 1421"/>
            <p:cNvSpPr/>
            <p:nvPr/>
          </p:nvSpPr>
          <p:spPr>
            <a:xfrm>
              <a:off x="8987487" y="3995132"/>
              <a:ext cx="108000" cy="25576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24" name="矩形 1423"/>
            <p:cNvSpPr/>
            <p:nvPr/>
          </p:nvSpPr>
          <p:spPr>
            <a:xfrm>
              <a:off x="8987487" y="429096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25" name="矩形 1424"/>
            <p:cNvSpPr/>
            <p:nvPr/>
          </p:nvSpPr>
          <p:spPr>
            <a:xfrm>
              <a:off x="8987487" y="458678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426" name="群組 1425"/>
          <p:cNvGrpSpPr/>
          <p:nvPr/>
        </p:nvGrpSpPr>
        <p:grpSpPr>
          <a:xfrm>
            <a:off x="3359759" y="3037666"/>
            <a:ext cx="92475" cy="725732"/>
            <a:chOff x="8987487" y="3847218"/>
            <a:chExt cx="108000" cy="847570"/>
          </a:xfrm>
        </p:grpSpPr>
        <p:sp>
          <p:nvSpPr>
            <p:cNvPr id="1427" name="矩形 1426"/>
            <p:cNvSpPr/>
            <p:nvPr/>
          </p:nvSpPr>
          <p:spPr>
            <a:xfrm>
              <a:off x="8987487" y="384721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28" name="矩形 1427"/>
            <p:cNvSpPr/>
            <p:nvPr/>
          </p:nvSpPr>
          <p:spPr>
            <a:xfrm>
              <a:off x="8987487" y="4143046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29" name="矩形 1428"/>
            <p:cNvSpPr/>
            <p:nvPr/>
          </p:nvSpPr>
          <p:spPr>
            <a:xfrm>
              <a:off x="8987487" y="44388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30" name="矩形 1429"/>
            <p:cNvSpPr/>
            <p:nvPr/>
          </p:nvSpPr>
          <p:spPr>
            <a:xfrm>
              <a:off x="8987487" y="3995132"/>
              <a:ext cx="108000" cy="25420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32" name="矩形 1431"/>
            <p:cNvSpPr/>
            <p:nvPr/>
          </p:nvSpPr>
          <p:spPr>
            <a:xfrm>
              <a:off x="8987487" y="429096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33" name="矩形 1432"/>
            <p:cNvSpPr/>
            <p:nvPr/>
          </p:nvSpPr>
          <p:spPr>
            <a:xfrm>
              <a:off x="8987487" y="458678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1439" name="矩形 1438"/>
          <p:cNvSpPr/>
          <p:nvPr/>
        </p:nvSpPr>
        <p:spPr>
          <a:xfrm>
            <a:off x="3775015" y="844107"/>
            <a:ext cx="3036917" cy="15303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 dirty="0"/>
          </a:p>
        </p:txBody>
      </p:sp>
      <p:sp>
        <p:nvSpPr>
          <p:cNvPr id="1440" name="橢圓 1439"/>
          <p:cNvSpPr>
            <a:spLocks noChangeAspect="1"/>
          </p:cNvSpPr>
          <p:nvPr/>
        </p:nvSpPr>
        <p:spPr>
          <a:xfrm>
            <a:off x="6622705" y="1169577"/>
            <a:ext cx="154125" cy="1541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sp>
        <p:nvSpPr>
          <p:cNvPr id="1441" name="橢圓 1440"/>
          <p:cNvSpPr>
            <a:spLocks noChangeAspect="1"/>
          </p:cNvSpPr>
          <p:nvPr/>
        </p:nvSpPr>
        <p:spPr>
          <a:xfrm>
            <a:off x="3806969" y="1169927"/>
            <a:ext cx="154125" cy="1541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grpSp>
        <p:nvGrpSpPr>
          <p:cNvPr id="1442" name="群組 1441"/>
          <p:cNvGrpSpPr/>
          <p:nvPr/>
        </p:nvGrpSpPr>
        <p:grpSpPr>
          <a:xfrm>
            <a:off x="4095072" y="960721"/>
            <a:ext cx="2306987" cy="94934"/>
            <a:chOff x="2231870" y="583337"/>
            <a:chExt cx="2694291" cy="110872"/>
          </a:xfrm>
        </p:grpSpPr>
        <p:sp>
          <p:nvSpPr>
            <p:cNvPr id="1443" name="矩形 1442"/>
            <p:cNvSpPr/>
            <p:nvPr/>
          </p:nvSpPr>
          <p:spPr>
            <a:xfrm>
              <a:off x="22318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44" name="矩形 1443"/>
            <p:cNvSpPr/>
            <p:nvPr/>
          </p:nvSpPr>
          <p:spPr>
            <a:xfrm>
              <a:off x="23842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45" name="矩形 1444"/>
            <p:cNvSpPr/>
            <p:nvPr/>
          </p:nvSpPr>
          <p:spPr>
            <a:xfrm>
              <a:off x="25366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46" name="矩形 1445"/>
            <p:cNvSpPr/>
            <p:nvPr/>
          </p:nvSpPr>
          <p:spPr>
            <a:xfrm>
              <a:off x="26890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47" name="矩形 1446"/>
            <p:cNvSpPr/>
            <p:nvPr/>
          </p:nvSpPr>
          <p:spPr>
            <a:xfrm>
              <a:off x="28414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48" name="矩形 1447"/>
            <p:cNvSpPr/>
            <p:nvPr/>
          </p:nvSpPr>
          <p:spPr>
            <a:xfrm>
              <a:off x="29938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49" name="矩形 1448"/>
            <p:cNvSpPr/>
            <p:nvPr/>
          </p:nvSpPr>
          <p:spPr>
            <a:xfrm>
              <a:off x="31462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50" name="矩形 1449"/>
            <p:cNvSpPr/>
            <p:nvPr/>
          </p:nvSpPr>
          <p:spPr>
            <a:xfrm>
              <a:off x="32986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51" name="矩形 1450"/>
            <p:cNvSpPr/>
            <p:nvPr/>
          </p:nvSpPr>
          <p:spPr>
            <a:xfrm>
              <a:off x="34510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52" name="矩形 1451"/>
            <p:cNvSpPr/>
            <p:nvPr/>
          </p:nvSpPr>
          <p:spPr>
            <a:xfrm>
              <a:off x="36034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53" name="矩形 1452"/>
            <p:cNvSpPr/>
            <p:nvPr/>
          </p:nvSpPr>
          <p:spPr>
            <a:xfrm>
              <a:off x="37558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54" name="矩形 1453"/>
            <p:cNvSpPr/>
            <p:nvPr/>
          </p:nvSpPr>
          <p:spPr>
            <a:xfrm>
              <a:off x="39082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55" name="矩形 1454"/>
            <p:cNvSpPr/>
            <p:nvPr/>
          </p:nvSpPr>
          <p:spPr>
            <a:xfrm>
              <a:off x="40606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56" name="矩形 1455"/>
            <p:cNvSpPr/>
            <p:nvPr/>
          </p:nvSpPr>
          <p:spPr>
            <a:xfrm>
              <a:off x="42130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57" name="矩形 1456"/>
            <p:cNvSpPr/>
            <p:nvPr/>
          </p:nvSpPr>
          <p:spPr>
            <a:xfrm>
              <a:off x="43609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58" name="矩形 1457"/>
            <p:cNvSpPr/>
            <p:nvPr/>
          </p:nvSpPr>
          <p:spPr>
            <a:xfrm>
              <a:off x="45133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59" name="矩形 1458"/>
            <p:cNvSpPr/>
            <p:nvPr/>
          </p:nvSpPr>
          <p:spPr>
            <a:xfrm>
              <a:off x="46657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460" name="矩形 1459"/>
            <p:cNvSpPr/>
            <p:nvPr/>
          </p:nvSpPr>
          <p:spPr>
            <a:xfrm>
              <a:off x="48181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461" name="群組 1460"/>
          <p:cNvGrpSpPr>
            <a:grpSpLocks noChangeAspect="1"/>
          </p:cNvGrpSpPr>
          <p:nvPr/>
        </p:nvGrpSpPr>
        <p:grpSpPr>
          <a:xfrm>
            <a:off x="4069093" y="1626474"/>
            <a:ext cx="2429361" cy="597435"/>
            <a:chOff x="9626920" y="1799186"/>
            <a:chExt cx="1547129" cy="380474"/>
          </a:xfrm>
        </p:grpSpPr>
        <p:grpSp>
          <p:nvGrpSpPr>
            <p:cNvPr id="1462" name="群組 1461"/>
            <p:cNvGrpSpPr/>
            <p:nvPr/>
          </p:nvGrpSpPr>
          <p:grpSpPr>
            <a:xfrm>
              <a:off x="9626920" y="1799186"/>
              <a:ext cx="1547129" cy="380474"/>
              <a:chOff x="8157771" y="4322270"/>
              <a:chExt cx="2397658" cy="589636"/>
            </a:xfrm>
          </p:grpSpPr>
          <p:grpSp>
            <p:nvGrpSpPr>
              <p:cNvPr id="1499" name="群組 1498"/>
              <p:cNvGrpSpPr/>
              <p:nvPr/>
            </p:nvGrpSpPr>
            <p:grpSpPr>
              <a:xfrm>
                <a:off x="8157771" y="4322271"/>
                <a:ext cx="1205566" cy="589635"/>
                <a:chOff x="8157771" y="3276363"/>
                <a:chExt cx="1205566" cy="589635"/>
              </a:xfrm>
            </p:grpSpPr>
            <p:grpSp>
              <p:nvGrpSpPr>
                <p:cNvPr id="1549" name="群組 1548"/>
                <p:cNvGrpSpPr/>
                <p:nvPr/>
              </p:nvGrpSpPr>
              <p:grpSpPr>
                <a:xfrm>
                  <a:off x="8157771" y="3276363"/>
                  <a:ext cx="608812" cy="589635"/>
                  <a:chOff x="7413476" y="3279836"/>
                  <a:chExt cx="608812" cy="589635"/>
                </a:xfrm>
              </p:grpSpPr>
              <p:grpSp>
                <p:nvGrpSpPr>
                  <p:cNvPr id="1574" name="群組 1573"/>
                  <p:cNvGrpSpPr/>
                  <p:nvPr/>
                </p:nvGrpSpPr>
                <p:grpSpPr>
                  <a:xfrm>
                    <a:off x="7413476" y="3279836"/>
                    <a:ext cx="608812" cy="497924"/>
                    <a:chOff x="7287413" y="2593332"/>
                    <a:chExt cx="608812" cy="497924"/>
                  </a:xfrm>
                </p:grpSpPr>
                <p:sp>
                  <p:nvSpPr>
                    <p:cNvPr id="1584" name="圓角矩形 1583"/>
                    <p:cNvSpPr/>
                    <p:nvPr/>
                  </p:nvSpPr>
                  <p:spPr>
                    <a:xfrm>
                      <a:off x="7287413" y="2593332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85" name="圓角矩形 1584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86" name="圓角矩形 1585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87" name="圓角矩形 1586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88" name="圓角矩形 1587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589" name="直線接點 1588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90" name="直線接點 1589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91" name="直線接點 1590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92" name="直線接點 1591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93" name="直線接點 1592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94" name="直線接點 1593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95" name="直線接點 1594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96" name="直線接點 1595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75" name="群組 1574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1576" name="直線接點 1575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7" name="直線接點 1576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8" name="直線接點 1577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9" name="直線接點 1578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80" name="直線接點 1579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81" name="直線接點 1580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82" name="直線接點 1581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83" name="直線接點 1582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550" name="群組 1549"/>
                <p:cNvGrpSpPr/>
                <p:nvPr/>
              </p:nvGrpSpPr>
              <p:grpSpPr>
                <a:xfrm>
                  <a:off x="8754525" y="3276363"/>
                  <a:ext cx="608812" cy="588300"/>
                  <a:chOff x="7413476" y="3281171"/>
                  <a:chExt cx="608812" cy="588300"/>
                </a:xfrm>
              </p:grpSpPr>
              <p:grpSp>
                <p:nvGrpSpPr>
                  <p:cNvPr id="1551" name="群組 1550"/>
                  <p:cNvGrpSpPr/>
                  <p:nvPr/>
                </p:nvGrpSpPr>
                <p:grpSpPr>
                  <a:xfrm>
                    <a:off x="7413476" y="3281171"/>
                    <a:ext cx="608812" cy="497924"/>
                    <a:chOff x="7287413" y="2594667"/>
                    <a:chExt cx="608812" cy="497924"/>
                  </a:xfrm>
                </p:grpSpPr>
                <p:sp>
                  <p:nvSpPr>
                    <p:cNvPr id="1561" name="圓角矩形 1560"/>
                    <p:cNvSpPr/>
                    <p:nvPr/>
                  </p:nvSpPr>
                  <p:spPr>
                    <a:xfrm>
                      <a:off x="7287413" y="2594667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62" name="圓角矩形 1561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63" name="圓角矩形 1562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64" name="圓角矩形 1563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65" name="圓角矩形 1564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566" name="直線接點 1565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67" name="直線接點 1566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68" name="直線接點 1567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69" name="直線接點 1568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0" name="直線接點 1569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1" name="直線接點 1570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2" name="直線接點 1571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3" name="直線接點 1572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52" name="群組 1551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1553" name="直線接點 1552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4" name="直線接點 1553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5" name="直線接點 1554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6" name="直線接點 1555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7" name="直線接點 1556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8" name="直線接點 1557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9" name="直線接點 1558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60" name="直線接點 1559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500" name="群組 1499"/>
              <p:cNvGrpSpPr/>
              <p:nvPr/>
            </p:nvGrpSpPr>
            <p:grpSpPr>
              <a:xfrm>
                <a:off x="9349862" y="4322270"/>
                <a:ext cx="1205567" cy="585422"/>
                <a:chOff x="8157770" y="3280576"/>
                <a:chExt cx="1205567" cy="585422"/>
              </a:xfrm>
            </p:grpSpPr>
            <p:grpSp>
              <p:nvGrpSpPr>
                <p:cNvPr id="1501" name="群組 1500"/>
                <p:cNvGrpSpPr/>
                <p:nvPr/>
              </p:nvGrpSpPr>
              <p:grpSpPr>
                <a:xfrm>
                  <a:off x="8157770" y="3280582"/>
                  <a:ext cx="608812" cy="585416"/>
                  <a:chOff x="7413475" y="3284055"/>
                  <a:chExt cx="608812" cy="585416"/>
                </a:xfrm>
              </p:grpSpPr>
              <p:grpSp>
                <p:nvGrpSpPr>
                  <p:cNvPr id="1526" name="群組 1525"/>
                  <p:cNvGrpSpPr/>
                  <p:nvPr/>
                </p:nvGrpSpPr>
                <p:grpSpPr>
                  <a:xfrm>
                    <a:off x="7413475" y="3284055"/>
                    <a:ext cx="608812" cy="497924"/>
                    <a:chOff x="7287412" y="2597551"/>
                    <a:chExt cx="608812" cy="497924"/>
                  </a:xfrm>
                </p:grpSpPr>
                <p:sp>
                  <p:nvSpPr>
                    <p:cNvPr id="1536" name="圓角矩形 1535"/>
                    <p:cNvSpPr/>
                    <p:nvPr/>
                  </p:nvSpPr>
                  <p:spPr>
                    <a:xfrm>
                      <a:off x="7287412" y="2597551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37" name="圓角矩形 1536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38" name="圓角矩形 1537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39" name="圓角矩形 1538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40" name="圓角矩形 1539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541" name="直線接點 1540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2" name="直線接點 1541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3" name="直線接點 1542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4" name="直線接點 1543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5" name="直線接點 1544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6" name="直線接點 1545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7" name="直線接點 1546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48" name="直線接點 1547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27" name="群組 1526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1528" name="直線接點 1527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9" name="直線接點 1528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0" name="直線接點 1529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1" name="直線接點 1530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2" name="直線接點 1531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3" name="直線接點 1532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4" name="直線接點 1533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5" name="直線接點 1534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502" name="群組 1501"/>
                <p:cNvGrpSpPr/>
                <p:nvPr/>
              </p:nvGrpSpPr>
              <p:grpSpPr>
                <a:xfrm>
                  <a:off x="8754525" y="3280576"/>
                  <a:ext cx="608812" cy="584087"/>
                  <a:chOff x="7413476" y="3285384"/>
                  <a:chExt cx="608812" cy="584087"/>
                </a:xfrm>
              </p:grpSpPr>
              <p:grpSp>
                <p:nvGrpSpPr>
                  <p:cNvPr id="1503" name="群組 1502"/>
                  <p:cNvGrpSpPr/>
                  <p:nvPr/>
                </p:nvGrpSpPr>
                <p:grpSpPr>
                  <a:xfrm>
                    <a:off x="7413476" y="3285384"/>
                    <a:ext cx="608812" cy="497924"/>
                    <a:chOff x="7287413" y="2598880"/>
                    <a:chExt cx="608812" cy="497924"/>
                  </a:xfrm>
                </p:grpSpPr>
                <p:sp>
                  <p:nvSpPr>
                    <p:cNvPr id="1513" name="圓角矩形 1512"/>
                    <p:cNvSpPr/>
                    <p:nvPr/>
                  </p:nvSpPr>
                  <p:spPr>
                    <a:xfrm>
                      <a:off x="7287413" y="2598880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14" name="圓角矩形 1513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15" name="圓角矩形 1514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16" name="圓角矩形 1515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517" name="圓角矩形 1516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518" name="直線接點 1517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9" name="直線接點 1518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0" name="直線接點 1519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1" name="直線接點 1520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2" name="直線接點 1521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3" name="直線接點 1522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4" name="直線接點 1523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5" name="直線接點 1524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504" name="群組 1503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1505" name="直線接點 1504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6" name="直線接點 1505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7" name="直線接點 1506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8" name="直線接點 1507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9" name="直線接點 1508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0" name="直線接點 1509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1" name="直線接點 1510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2" name="直線接點 1511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grpSp>
          <p:nvGrpSpPr>
            <p:cNvPr id="1463" name="群組 1462"/>
            <p:cNvGrpSpPr/>
            <p:nvPr/>
          </p:nvGrpSpPr>
          <p:grpSpPr>
            <a:xfrm>
              <a:off x="9727533" y="2041660"/>
              <a:ext cx="181783" cy="54011"/>
              <a:chOff x="8400565" y="3029365"/>
              <a:chExt cx="281717" cy="83704"/>
            </a:xfrm>
          </p:grpSpPr>
          <p:cxnSp>
            <p:nvCxnSpPr>
              <p:cNvPr id="1491" name="直線接點 1490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2" name="直線接點 1491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3" name="直線接點 1492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4" name="直線接點 1493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5" name="直線接點 1494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6" name="直線接點 1495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7" name="直線接點 1496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8" name="直線接點 1497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64" name="群組 1463"/>
            <p:cNvGrpSpPr/>
            <p:nvPr/>
          </p:nvGrpSpPr>
          <p:grpSpPr>
            <a:xfrm>
              <a:off x="10111521" y="2038609"/>
              <a:ext cx="181783" cy="54011"/>
              <a:chOff x="8400565" y="3029365"/>
              <a:chExt cx="281717" cy="83704"/>
            </a:xfrm>
          </p:grpSpPr>
          <p:cxnSp>
            <p:nvCxnSpPr>
              <p:cNvPr id="1483" name="直線接點 1482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4" name="直線接點 1483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5" name="直線接點 1484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6" name="直線接點 1485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7" name="直線接點 1486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8" name="直線接點 1487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9" name="直線接點 1488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0" name="直線接點 1489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65" name="群組 1464"/>
            <p:cNvGrpSpPr/>
            <p:nvPr/>
          </p:nvGrpSpPr>
          <p:grpSpPr>
            <a:xfrm>
              <a:off x="10501111" y="2041733"/>
              <a:ext cx="181783" cy="54011"/>
              <a:chOff x="8400565" y="3029365"/>
              <a:chExt cx="281717" cy="83704"/>
            </a:xfrm>
          </p:grpSpPr>
          <p:cxnSp>
            <p:nvCxnSpPr>
              <p:cNvPr id="1475" name="直線接點 1474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6" name="直線接點 1475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7" name="直線接點 1476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8" name="直線接點 1477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9" name="直線接點 1478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0" name="直線接點 1479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1" name="直線接點 1480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2" name="直線接點 1481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66" name="群組 1465"/>
            <p:cNvGrpSpPr/>
            <p:nvPr/>
          </p:nvGrpSpPr>
          <p:grpSpPr>
            <a:xfrm>
              <a:off x="10882025" y="2038682"/>
              <a:ext cx="181783" cy="54011"/>
              <a:chOff x="8400565" y="3029365"/>
              <a:chExt cx="281717" cy="83704"/>
            </a:xfrm>
          </p:grpSpPr>
          <p:cxnSp>
            <p:nvCxnSpPr>
              <p:cNvPr id="1467" name="直線接點 1466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8" name="直線接點 1467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9" name="直線接點 1468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0" name="直線接點 1469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1" name="直線接點 1470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2" name="直線接點 1471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3" name="直線接點 1472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4" name="直線接點 1473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98" name="群組 1597"/>
          <p:cNvGrpSpPr/>
          <p:nvPr/>
        </p:nvGrpSpPr>
        <p:grpSpPr>
          <a:xfrm>
            <a:off x="4100464" y="1097877"/>
            <a:ext cx="2311199" cy="238055"/>
            <a:chOff x="1708639" y="3678402"/>
            <a:chExt cx="2699211" cy="278020"/>
          </a:xfrm>
        </p:grpSpPr>
        <p:sp>
          <p:nvSpPr>
            <p:cNvPr id="1599" name="矩形 1598"/>
            <p:cNvSpPr/>
            <p:nvPr/>
          </p:nvSpPr>
          <p:spPr>
            <a:xfrm>
              <a:off x="17086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00" name="矩形 1599"/>
            <p:cNvSpPr/>
            <p:nvPr/>
          </p:nvSpPr>
          <p:spPr>
            <a:xfrm>
              <a:off x="18610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01" name="矩形 1600"/>
            <p:cNvSpPr/>
            <p:nvPr/>
          </p:nvSpPr>
          <p:spPr>
            <a:xfrm>
              <a:off x="20134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02" name="矩形 1601"/>
            <p:cNvSpPr/>
            <p:nvPr/>
          </p:nvSpPr>
          <p:spPr>
            <a:xfrm>
              <a:off x="21658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03" name="矩形 1602"/>
            <p:cNvSpPr/>
            <p:nvPr/>
          </p:nvSpPr>
          <p:spPr>
            <a:xfrm>
              <a:off x="23182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04" name="矩形 1603"/>
            <p:cNvSpPr/>
            <p:nvPr/>
          </p:nvSpPr>
          <p:spPr>
            <a:xfrm>
              <a:off x="24706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05" name="矩形 1604"/>
            <p:cNvSpPr/>
            <p:nvPr/>
          </p:nvSpPr>
          <p:spPr>
            <a:xfrm>
              <a:off x="26230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06" name="矩形 1605"/>
            <p:cNvSpPr/>
            <p:nvPr/>
          </p:nvSpPr>
          <p:spPr>
            <a:xfrm>
              <a:off x="27754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07" name="矩形 1606"/>
            <p:cNvSpPr/>
            <p:nvPr/>
          </p:nvSpPr>
          <p:spPr>
            <a:xfrm>
              <a:off x="29278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08" name="矩形 1607"/>
            <p:cNvSpPr/>
            <p:nvPr/>
          </p:nvSpPr>
          <p:spPr>
            <a:xfrm>
              <a:off x="30802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09" name="矩形 1608"/>
            <p:cNvSpPr/>
            <p:nvPr/>
          </p:nvSpPr>
          <p:spPr>
            <a:xfrm>
              <a:off x="32326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10" name="矩形 1609"/>
            <p:cNvSpPr/>
            <p:nvPr/>
          </p:nvSpPr>
          <p:spPr>
            <a:xfrm>
              <a:off x="33850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11" name="矩形 1610"/>
            <p:cNvSpPr/>
            <p:nvPr/>
          </p:nvSpPr>
          <p:spPr>
            <a:xfrm>
              <a:off x="35374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12" name="矩形 1611"/>
            <p:cNvSpPr/>
            <p:nvPr/>
          </p:nvSpPr>
          <p:spPr>
            <a:xfrm>
              <a:off x="36898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13" name="矩形 1612"/>
            <p:cNvSpPr/>
            <p:nvPr/>
          </p:nvSpPr>
          <p:spPr>
            <a:xfrm>
              <a:off x="1713559" y="384555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14" name="矩形 1613"/>
            <p:cNvSpPr/>
            <p:nvPr/>
          </p:nvSpPr>
          <p:spPr>
            <a:xfrm>
              <a:off x="1865959" y="384555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15" name="矩形 1614"/>
            <p:cNvSpPr/>
            <p:nvPr/>
          </p:nvSpPr>
          <p:spPr>
            <a:xfrm>
              <a:off x="2018359" y="384555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22" name="矩形 1621"/>
            <p:cNvSpPr/>
            <p:nvPr/>
          </p:nvSpPr>
          <p:spPr>
            <a:xfrm>
              <a:off x="38377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23" name="矩形 1622"/>
            <p:cNvSpPr/>
            <p:nvPr/>
          </p:nvSpPr>
          <p:spPr>
            <a:xfrm>
              <a:off x="39901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24" name="矩形 1623"/>
            <p:cNvSpPr/>
            <p:nvPr/>
          </p:nvSpPr>
          <p:spPr>
            <a:xfrm>
              <a:off x="41425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25" name="矩形 1624"/>
            <p:cNvSpPr/>
            <p:nvPr/>
          </p:nvSpPr>
          <p:spPr>
            <a:xfrm>
              <a:off x="42949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26" name="矩形 1625"/>
            <p:cNvSpPr/>
            <p:nvPr/>
          </p:nvSpPr>
          <p:spPr>
            <a:xfrm>
              <a:off x="3995050" y="384842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27" name="矩形 1626"/>
            <p:cNvSpPr/>
            <p:nvPr/>
          </p:nvSpPr>
          <p:spPr>
            <a:xfrm>
              <a:off x="4147450" y="384842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628" name="矩形 1627"/>
            <p:cNvSpPr/>
            <p:nvPr/>
          </p:nvSpPr>
          <p:spPr>
            <a:xfrm>
              <a:off x="4299850" y="384842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1629" name="矩形 1628"/>
          <p:cNvSpPr/>
          <p:nvPr/>
        </p:nvSpPr>
        <p:spPr>
          <a:xfrm>
            <a:off x="467966" y="836203"/>
            <a:ext cx="3036917" cy="1530322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sp>
        <p:nvSpPr>
          <p:cNvPr id="1630" name="橢圓 1629"/>
          <p:cNvSpPr>
            <a:spLocks noChangeAspect="1"/>
          </p:cNvSpPr>
          <p:nvPr/>
        </p:nvSpPr>
        <p:spPr>
          <a:xfrm>
            <a:off x="3315656" y="1161673"/>
            <a:ext cx="154125" cy="1541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sp>
        <p:nvSpPr>
          <p:cNvPr id="1631" name="橢圓 1630"/>
          <p:cNvSpPr>
            <a:spLocks noChangeAspect="1"/>
          </p:cNvSpPr>
          <p:nvPr/>
        </p:nvSpPr>
        <p:spPr>
          <a:xfrm>
            <a:off x="499920" y="1162023"/>
            <a:ext cx="154125" cy="1541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grpSp>
        <p:nvGrpSpPr>
          <p:cNvPr id="1632" name="群組 1631"/>
          <p:cNvGrpSpPr>
            <a:grpSpLocks noChangeAspect="1"/>
          </p:cNvGrpSpPr>
          <p:nvPr/>
        </p:nvGrpSpPr>
        <p:grpSpPr>
          <a:xfrm>
            <a:off x="736706" y="1107901"/>
            <a:ext cx="2469722" cy="1011780"/>
            <a:chOff x="7373682" y="5593596"/>
            <a:chExt cx="2397658" cy="982258"/>
          </a:xfrm>
        </p:grpSpPr>
        <p:grpSp>
          <p:nvGrpSpPr>
            <p:cNvPr id="1633" name="群組 1632"/>
            <p:cNvGrpSpPr/>
            <p:nvPr/>
          </p:nvGrpSpPr>
          <p:grpSpPr>
            <a:xfrm>
              <a:off x="7373682" y="5593596"/>
              <a:ext cx="2397658" cy="982258"/>
              <a:chOff x="8157771" y="4317246"/>
              <a:chExt cx="2397658" cy="982258"/>
            </a:xfrm>
          </p:grpSpPr>
          <p:grpSp>
            <p:nvGrpSpPr>
              <p:cNvPr id="1706" name="群組 1705"/>
              <p:cNvGrpSpPr/>
              <p:nvPr/>
            </p:nvGrpSpPr>
            <p:grpSpPr>
              <a:xfrm>
                <a:off x="8157771" y="4321460"/>
                <a:ext cx="1205566" cy="978044"/>
                <a:chOff x="8157771" y="3275552"/>
                <a:chExt cx="1205566" cy="978044"/>
              </a:xfrm>
            </p:grpSpPr>
            <p:grpSp>
              <p:nvGrpSpPr>
                <p:cNvPr id="1766" name="群組 1765"/>
                <p:cNvGrpSpPr/>
                <p:nvPr/>
              </p:nvGrpSpPr>
              <p:grpSpPr>
                <a:xfrm>
                  <a:off x="8157771" y="3276887"/>
                  <a:ext cx="608812" cy="976709"/>
                  <a:chOff x="7413476" y="3280360"/>
                  <a:chExt cx="608812" cy="976709"/>
                </a:xfrm>
              </p:grpSpPr>
              <p:grpSp>
                <p:nvGrpSpPr>
                  <p:cNvPr id="1796" name="群組 1795"/>
                  <p:cNvGrpSpPr/>
                  <p:nvPr/>
                </p:nvGrpSpPr>
                <p:grpSpPr>
                  <a:xfrm>
                    <a:off x="7413476" y="3280360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1811" name="圓角矩形 1810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812" name="圓角矩形 1811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813" name="圓角矩形 1812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814" name="圓角矩形 1813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815" name="圓角矩形 1814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816" name="直線接點 1815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17" name="直線接點 1816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18" name="直線接點 1817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19" name="直線接點 1818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0" name="直線接點 1819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1" name="直線接點 1820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2" name="直線接點 1821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3" name="直線接點 1822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409" name="圓角矩形 2408"/>
                    <p:cNvSpPr/>
                    <p:nvPr/>
                  </p:nvSpPr>
                  <p:spPr>
                    <a:xfrm>
                      <a:off x="7702571" y="2610655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</p:grpSp>
              <p:grpSp>
                <p:nvGrpSpPr>
                  <p:cNvPr id="1797" name="群組 1796"/>
                  <p:cNvGrpSpPr/>
                  <p:nvPr/>
                </p:nvGrpSpPr>
                <p:grpSpPr>
                  <a:xfrm rot="10800000">
                    <a:off x="7413476" y="3759145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1798" name="圓角矩形 1797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99" name="圓角矩形 1798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800" name="圓角矩形 1799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801" name="圓角矩形 1800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802" name="圓角矩形 1801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803" name="直線接點 1802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4" name="直線接點 1803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5" name="直線接點 1804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6" name="直線接點 1805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7" name="直線接點 1806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8" name="直線接點 1807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9" name="直線接點 1808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10" name="直線接點 1809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410" name="圓角矩形 2409"/>
                    <p:cNvSpPr/>
                    <p:nvPr/>
                  </p:nvSpPr>
                  <p:spPr>
                    <a:xfrm>
                      <a:off x="7323048" y="2627019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</p:grpSp>
            </p:grpSp>
            <p:grpSp>
              <p:nvGrpSpPr>
                <p:cNvPr id="1767" name="群組 1766"/>
                <p:cNvGrpSpPr/>
                <p:nvPr/>
              </p:nvGrpSpPr>
              <p:grpSpPr>
                <a:xfrm>
                  <a:off x="8754525" y="3275552"/>
                  <a:ext cx="608812" cy="976709"/>
                  <a:chOff x="7413476" y="3280360"/>
                  <a:chExt cx="608812" cy="976709"/>
                </a:xfrm>
              </p:grpSpPr>
              <p:grpSp>
                <p:nvGrpSpPr>
                  <p:cNvPr id="1768" name="群組 1767"/>
                  <p:cNvGrpSpPr/>
                  <p:nvPr/>
                </p:nvGrpSpPr>
                <p:grpSpPr>
                  <a:xfrm>
                    <a:off x="7413476" y="3280360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1783" name="圓角矩形 1782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84" name="圓角矩形 1783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85" name="圓角矩形 1784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86" name="圓角矩形 1785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87" name="圓角矩形 1786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788" name="直線接點 1787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89" name="直線接點 1788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90" name="直線接點 1789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91" name="直線接點 1790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92" name="直線接點 1791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93" name="直線接點 1792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94" name="直線接點 1793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95" name="直線接點 1794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411" name="圓角矩形 2410"/>
                    <p:cNvSpPr/>
                    <p:nvPr/>
                  </p:nvSpPr>
                  <p:spPr>
                    <a:xfrm>
                      <a:off x="7702571" y="2610655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</p:grpSp>
              <p:grpSp>
                <p:nvGrpSpPr>
                  <p:cNvPr id="1769" name="群組 1768"/>
                  <p:cNvGrpSpPr/>
                  <p:nvPr/>
                </p:nvGrpSpPr>
                <p:grpSpPr>
                  <a:xfrm rot="10800000">
                    <a:off x="7413476" y="3759145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1770" name="圓角矩形 1769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71" name="圓角矩形 1770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72" name="圓角矩形 1771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73" name="圓角矩形 1772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74" name="圓角矩形 1773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775" name="直線接點 1774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76" name="直線接點 1775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77" name="直線接點 1776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78" name="直線接點 1777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79" name="直線接點 1778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80" name="直線接點 1779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81" name="直線接點 1780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82" name="直線接點 1781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412" name="圓角矩形 2411"/>
                    <p:cNvSpPr/>
                    <p:nvPr/>
                  </p:nvSpPr>
                  <p:spPr>
                    <a:xfrm>
                      <a:off x="7327811" y="2627019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</p:grpSp>
            </p:grpSp>
          </p:grpSp>
          <p:grpSp>
            <p:nvGrpSpPr>
              <p:cNvPr id="1707" name="群組 1706"/>
              <p:cNvGrpSpPr/>
              <p:nvPr/>
            </p:nvGrpSpPr>
            <p:grpSpPr>
              <a:xfrm>
                <a:off x="9349863" y="4317246"/>
                <a:ext cx="1205566" cy="978044"/>
                <a:chOff x="8157771" y="3275552"/>
                <a:chExt cx="1205566" cy="978044"/>
              </a:xfrm>
            </p:grpSpPr>
            <p:grpSp>
              <p:nvGrpSpPr>
                <p:cNvPr id="1708" name="群組 1707"/>
                <p:cNvGrpSpPr/>
                <p:nvPr/>
              </p:nvGrpSpPr>
              <p:grpSpPr>
                <a:xfrm>
                  <a:off x="8157771" y="3276887"/>
                  <a:ext cx="608812" cy="976709"/>
                  <a:chOff x="7413476" y="3280360"/>
                  <a:chExt cx="608812" cy="976709"/>
                </a:xfrm>
              </p:grpSpPr>
              <p:grpSp>
                <p:nvGrpSpPr>
                  <p:cNvPr id="1738" name="群組 1737"/>
                  <p:cNvGrpSpPr/>
                  <p:nvPr/>
                </p:nvGrpSpPr>
                <p:grpSpPr>
                  <a:xfrm>
                    <a:off x="7413476" y="3280360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1753" name="圓角矩形 1752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54" name="圓角矩形 1753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55" name="圓角矩形 1754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56" name="圓角矩形 1755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57" name="圓角矩形 1756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758" name="直線接點 1757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59" name="直線接點 1758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0" name="直線接點 1759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1" name="直線接點 1760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2" name="直線接點 1761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3" name="直線接點 1762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4" name="直線接點 1763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5" name="直線接點 1764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413" name="圓角矩形 2412"/>
                    <p:cNvSpPr/>
                    <p:nvPr/>
                  </p:nvSpPr>
                  <p:spPr>
                    <a:xfrm>
                      <a:off x="7702571" y="2610655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</p:grpSp>
              <p:grpSp>
                <p:nvGrpSpPr>
                  <p:cNvPr id="1739" name="群組 1738"/>
                  <p:cNvGrpSpPr/>
                  <p:nvPr/>
                </p:nvGrpSpPr>
                <p:grpSpPr>
                  <a:xfrm rot="10800000">
                    <a:off x="7413476" y="3759145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1740" name="圓角矩形 1739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41" name="圓角矩形 1740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42" name="圓角矩形 1741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43" name="圓角矩形 1742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44" name="圓角矩形 1743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745" name="直線接點 1744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46" name="直線接點 1745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47" name="直線接點 1746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48" name="直線接點 1747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49" name="直線接點 1748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50" name="直線接點 1749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51" name="直線接點 1750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52" name="直線接點 1751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414" name="圓角矩形 2413"/>
                    <p:cNvSpPr/>
                    <p:nvPr/>
                  </p:nvSpPr>
                  <p:spPr>
                    <a:xfrm>
                      <a:off x="7323048" y="2627019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</p:grpSp>
            </p:grpSp>
            <p:grpSp>
              <p:nvGrpSpPr>
                <p:cNvPr id="1709" name="群組 1708"/>
                <p:cNvGrpSpPr/>
                <p:nvPr/>
              </p:nvGrpSpPr>
              <p:grpSpPr>
                <a:xfrm>
                  <a:off x="8754525" y="3275552"/>
                  <a:ext cx="608812" cy="976709"/>
                  <a:chOff x="7413476" y="3280360"/>
                  <a:chExt cx="608812" cy="976709"/>
                </a:xfrm>
              </p:grpSpPr>
              <p:grpSp>
                <p:nvGrpSpPr>
                  <p:cNvPr id="1710" name="群組 1709"/>
                  <p:cNvGrpSpPr/>
                  <p:nvPr/>
                </p:nvGrpSpPr>
                <p:grpSpPr>
                  <a:xfrm>
                    <a:off x="7413476" y="3280360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1725" name="圓角矩形 1724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26" name="圓角矩形 1725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27" name="圓角矩形 1726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28" name="圓角矩形 1727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29" name="圓角矩形 1728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730" name="直線接點 1729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1" name="直線接點 1730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2" name="直線接點 1731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3" name="直線接點 1732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4" name="直線接點 1733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5" name="直線接點 1734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6" name="直線接點 1735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7" name="直線接點 1736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711" name="群組 1710"/>
                  <p:cNvGrpSpPr/>
                  <p:nvPr/>
                </p:nvGrpSpPr>
                <p:grpSpPr>
                  <a:xfrm rot="10800000">
                    <a:off x="7413476" y="3759145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1712" name="圓角矩形 1711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13" name="圓角矩形 1712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14" name="圓角矩形 1713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15" name="圓角矩形 1714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716" name="圓角矩形 1715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717" name="直線接點 1716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18" name="直線接點 1717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19" name="直線接點 1718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20" name="直線接點 1719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21" name="直線接點 1720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22" name="直線接點 1721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23" name="直線接點 1722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24" name="直線接點 1723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grpSp>
          <p:nvGrpSpPr>
            <p:cNvPr id="1634" name="群組 1633"/>
            <p:cNvGrpSpPr/>
            <p:nvPr/>
          </p:nvGrpSpPr>
          <p:grpSpPr>
            <a:xfrm>
              <a:off x="7527418" y="5975790"/>
              <a:ext cx="281717" cy="83704"/>
              <a:chOff x="8400565" y="3029365"/>
              <a:chExt cx="281717" cy="83704"/>
            </a:xfrm>
          </p:grpSpPr>
          <p:cxnSp>
            <p:nvCxnSpPr>
              <p:cNvPr id="1698" name="直線接點 1697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9" name="直線接點 1698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0" name="直線接點 1699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1" name="直線接點 1700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2" name="直線接點 1701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3" name="直線接點 1702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4" name="直線接點 1703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5" name="直線接點 1704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35" name="群組 1634"/>
            <p:cNvGrpSpPr/>
            <p:nvPr/>
          </p:nvGrpSpPr>
          <p:grpSpPr>
            <a:xfrm>
              <a:off x="7526613" y="6109020"/>
              <a:ext cx="281717" cy="83704"/>
              <a:chOff x="8400565" y="3029365"/>
              <a:chExt cx="281717" cy="83704"/>
            </a:xfrm>
          </p:grpSpPr>
          <p:cxnSp>
            <p:nvCxnSpPr>
              <p:cNvPr id="1690" name="直線接點 1689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1" name="直線接點 1690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2" name="直線接點 1691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3" name="直線接點 1692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4" name="直線接點 1693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5" name="直線接點 1694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6" name="直線接點 1695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7" name="直線接點 1696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36" name="群組 1635"/>
            <p:cNvGrpSpPr/>
            <p:nvPr/>
          </p:nvGrpSpPr>
          <p:grpSpPr>
            <a:xfrm>
              <a:off x="8122502" y="5971062"/>
              <a:ext cx="281717" cy="83704"/>
              <a:chOff x="8400565" y="3029365"/>
              <a:chExt cx="281717" cy="83704"/>
            </a:xfrm>
          </p:grpSpPr>
          <p:cxnSp>
            <p:nvCxnSpPr>
              <p:cNvPr id="1682" name="直線接點 1681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3" name="直線接點 1682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4" name="直線接點 1683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5" name="直線接點 1684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6" name="直線接點 1685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7" name="直線接點 1686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8" name="直線接點 1687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9" name="直線接點 1688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37" name="群組 1636"/>
            <p:cNvGrpSpPr/>
            <p:nvPr/>
          </p:nvGrpSpPr>
          <p:grpSpPr>
            <a:xfrm>
              <a:off x="8121697" y="6104292"/>
              <a:ext cx="281717" cy="83704"/>
              <a:chOff x="8400565" y="3029365"/>
              <a:chExt cx="281717" cy="83704"/>
            </a:xfrm>
          </p:grpSpPr>
          <p:cxnSp>
            <p:nvCxnSpPr>
              <p:cNvPr id="1674" name="直線接點 1673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5" name="直線接點 1674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6" name="直線接點 1675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7" name="直線接點 1676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8" name="直線接點 1677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9" name="直線接點 1678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0" name="直線接點 1679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1" name="直線接點 1680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38" name="群組 1637"/>
            <p:cNvGrpSpPr/>
            <p:nvPr/>
          </p:nvGrpSpPr>
          <p:grpSpPr>
            <a:xfrm>
              <a:off x="8726268" y="5975902"/>
              <a:ext cx="281717" cy="83704"/>
              <a:chOff x="8400565" y="3029365"/>
              <a:chExt cx="281717" cy="83704"/>
            </a:xfrm>
          </p:grpSpPr>
          <p:cxnSp>
            <p:nvCxnSpPr>
              <p:cNvPr id="1666" name="直線接點 1665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7" name="直線接點 1666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8" name="直線接點 1667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9" name="直線接點 1668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0" name="直線接點 1669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1" name="直線接點 1670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2" name="直線接點 1671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3" name="直線接點 1672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39" name="群組 1638"/>
            <p:cNvGrpSpPr/>
            <p:nvPr/>
          </p:nvGrpSpPr>
          <p:grpSpPr>
            <a:xfrm>
              <a:off x="8725463" y="6109132"/>
              <a:ext cx="281717" cy="83704"/>
              <a:chOff x="8400565" y="3029365"/>
              <a:chExt cx="281717" cy="83704"/>
            </a:xfrm>
          </p:grpSpPr>
          <p:cxnSp>
            <p:nvCxnSpPr>
              <p:cNvPr id="1658" name="直線接點 1657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9" name="直線接點 1658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0" name="直線接點 1659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1" name="直線接點 1660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2" name="直線接點 1661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3" name="直線接點 1662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4" name="直線接點 1663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5" name="直線接點 1664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40" name="群組 1639"/>
            <p:cNvGrpSpPr/>
            <p:nvPr/>
          </p:nvGrpSpPr>
          <p:grpSpPr>
            <a:xfrm>
              <a:off x="9316589" y="5971174"/>
              <a:ext cx="281717" cy="83704"/>
              <a:chOff x="8400565" y="3029365"/>
              <a:chExt cx="281717" cy="83704"/>
            </a:xfrm>
          </p:grpSpPr>
          <p:cxnSp>
            <p:nvCxnSpPr>
              <p:cNvPr id="1650" name="直線接點 1649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1" name="直線接點 1650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2" name="直線接點 1651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3" name="直線接點 1652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4" name="直線接點 1653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5" name="直線接點 1654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6" name="直線接點 1655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7" name="直線接點 1656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41" name="群組 1640"/>
            <p:cNvGrpSpPr/>
            <p:nvPr/>
          </p:nvGrpSpPr>
          <p:grpSpPr>
            <a:xfrm>
              <a:off x="9315784" y="6104404"/>
              <a:ext cx="281717" cy="83704"/>
              <a:chOff x="8400565" y="3029365"/>
              <a:chExt cx="281717" cy="83704"/>
            </a:xfrm>
          </p:grpSpPr>
          <p:cxnSp>
            <p:nvCxnSpPr>
              <p:cNvPr id="1642" name="直線接點 1641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" name="直線接點 1642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" name="直線接點 1643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" name="直線接點 1644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6" name="直線接點 1645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7" name="直線接點 1646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8" name="直線接點 1647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9" name="直線接點 1648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49" name="群組 1848"/>
          <p:cNvGrpSpPr/>
          <p:nvPr/>
        </p:nvGrpSpPr>
        <p:grpSpPr>
          <a:xfrm>
            <a:off x="547941" y="1389721"/>
            <a:ext cx="92475" cy="725732"/>
            <a:chOff x="8987487" y="3847218"/>
            <a:chExt cx="108000" cy="847570"/>
          </a:xfrm>
        </p:grpSpPr>
        <p:sp>
          <p:nvSpPr>
            <p:cNvPr id="1850" name="矩形 1849"/>
            <p:cNvSpPr/>
            <p:nvPr/>
          </p:nvSpPr>
          <p:spPr>
            <a:xfrm>
              <a:off x="8987487" y="384721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51" name="矩形 1850"/>
            <p:cNvSpPr/>
            <p:nvPr/>
          </p:nvSpPr>
          <p:spPr>
            <a:xfrm>
              <a:off x="8987487" y="4143046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52" name="矩形 1851"/>
            <p:cNvSpPr/>
            <p:nvPr/>
          </p:nvSpPr>
          <p:spPr>
            <a:xfrm>
              <a:off x="8987487" y="44388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53" name="矩形 1852"/>
            <p:cNvSpPr/>
            <p:nvPr/>
          </p:nvSpPr>
          <p:spPr>
            <a:xfrm>
              <a:off x="8987487" y="3995132"/>
              <a:ext cx="108000" cy="25219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55" name="矩形 1854"/>
            <p:cNvSpPr/>
            <p:nvPr/>
          </p:nvSpPr>
          <p:spPr>
            <a:xfrm>
              <a:off x="8987487" y="429096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56" name="矩形 1855"/>
            <p:cNvSpPr/>
            <p:nvPr/>
          </p:nvSpPr>
          <p:spPr>
            <a:xfrm>
              <a:off x="8987487" y="458678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857" name="群組 1856"/>
          <p:cNvGrpSpPr/>
          <p:nvPr/>
        </p:nvGrpSpPr>
        <p:grpSpPr>
          <a:xfrm>
            <a:off x="3347418" y="1365857"/>
            <a:ext cx="92475" cy="725732"/>
            <a:chOff x="8987487" y="3847218"/>
            <a:chExt cx="108000" cy="847570"/>
          </a:xfrm>
        </p:grpSpPr>
        <p:sp>
          <p:nvSpPr>
            <p:cNvPr id="1858" name="矩形 1857"/>
            <p:cNvSpPr/>
            <p:nvPr/>
          </p:nvSpPr>
          <p:spPr>
            <a:xfrm>
              <a:off x="8987487" y="384721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59" name="矩形 1858"/>
            <p:cNvSpPr/>
            <p:nvPr/>
          </p:nvSpPr>
          <p:spPr>
            <a:xfrm>
              <a:off x="8987487" y="4143046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60" name="矩形 1859"/>
            <p:cNvSpPr/>
            <p:nvPr/>
          </p:nvSpPr>
          <p:spPr>
            <a:xfrm>
              <a:off x="8987487" y="44388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61" name="矩形 1860"/>
            <p:cNvSpPr/>
            <p:nvPr/>
          </p:nvSpPr>
          <p:spPr>
            <a:xfrm>
              <a:off x="8987487" y="3995132"/>
              <a:ext cx="108000" cy="25591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63" name="矩形 1862"/>
            <p:cNvSpPr/>
            <p:nvPr/>
          </p:nvSpPr>
          <p:spPr>
            <a:xfrm>
              <a:off x="8987487" y="429096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64" name="矩形 1863"/>
            <p:cNvSpPr/>
            <p:nvPr/>
          </p:nvSpPr>
          <p:spPr>
            <a:xfrm>
              <a:off x="8987487" y="458678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867" name="群組 1866"/>
          <p:cNvGrpSpPr/>
          <p:nvPr/>
        </p:nvGrpSpPr>
        <p:grpSpPr>
          <a:xfrm>
            <a:off x="3834134" y="1389721"/>
            <a:ext cx="92475" cy="725732"/>
            <a:chOff x="8987487" y="3847218"/>
            <a:chExt cx="108000" cy="847570"/>
          </a:xfrm>
        </p:grpSpPr>
        <p:sp>
          <p:nvSpPr>
            <p:cNvPr id="1868" name="矩形 1867"/>
            <p:cNvSpPr/>
            <p:nvPr/>
          </p:nvSpPr>
          <p:spPr>
            <a:xfrm>
              <a:off x="8987487" y="384721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69" name="矩形 1868"/>
            <p:cNvSpPr/>
            <p:nvPr/>
          </p:nvSpPr>
          <p:spPr>
            <a:xfrm>
              <a:off x="8987487" y="4143046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70" name="矩形 1869"/>
            <p:cNvSpPr/>
            <p:nvPr/>
          </p:nvSpPr>
          <p:spPr>
            <a:xfrm>
              <a:off x="8987487" y="44388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71" name="矩形 1870"/>
            <p:cNvSpPr/>
            <p:nvPr/>
          </p:nvSpPr>
          <p:spPr>
            <a:xfrm>
              <a:off x="8987487" y="3995132"/>
              <a:ext cx="108000" cy="25591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73" name="矩形 1872"/>
            <p:cNvSpPr/>
            <p:nvPr/>
          </p:nvSpPr>
          <p:spPr>
            <a:xfrm>
              <a:off x="8987487" y="429096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74" name="矩形 1873"/>
            <p:cNvSpPr/>
            <p:nvPr/>
          </p:nvSpPr>
          <p:spPr>
            <a:xfrm>
              <a:off x="8987487" y="458678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875" name="群組 1874"/>
          <p:cNvGrpSpPr/>
          <p:nvPr/>
        </p:nvGrpSpPr>
        <p:grpSpPr>
          <a:xfrm>
            <a:off x="6659956" y="1365772"/>
            <a:ext cx="92475" cy="725732"/>
            <a:chOff x="8987487" y="3847218"/>
            <a:chExt cx="108000" cy="847570"/>
          </a:xfrm>
        </p:grpSpPr>
        <p:sp>
          <p:nvSpPr>
            <p:cNvPr id="1876" name="矩形 1875"/>
            <p:cNvSpPr/>
            <p:nvPr/>
          </p:nvSpPr>
          <p:spPr>
            <a:xfrm>
              <a:off x="8987487" y="384721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77" name="矩形 1876"/>
            <p:cNvSpPr/>
            <p:nvPr/>
          </p:nvSpPr>
          <p:spPr>
            <a:xfrm>
              <a:off x="8987487" y="4143046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78" name="矩形 1877"/>
            <p:cNvSpPr/>
            <p:nvPr/>
          </p:nvSpPr>
          <p:spPr>
            <a:xfrm>
              <a:off x="8987487" y="44388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79" name="矩形 1878"/>
            <p:cNvSpPr/>
            <p:nvPr/>
          </p:nvSpPr>
          <p:spPr>
            <a:xfrm>
              <a:off x="8987487" y="3995132"/>
              <a:ext cx="108000" cy="25591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81" name="矩形 1880"/>
            <p:cNvSpPr/>
            <p:nvPr/>
          </p:nvSpPr>
          <p:spPr>
            <a:xfrm>
              <a:off x="8987487" y="429096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82" name="矩形 1881"/>
            <p:cNvSpPr/>
            <p:nvPr/>
          </p:nvSpPr>
          <p:spPr>
            <a:xfrm>
              <a:off x="8987487" y="458678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884" name="群組 1883"/>
          <p:cNvGrpSpPr/>
          <p:nvPr/>
        </p:nvGrpSpPr>
        <p:grpSpPr>
          <a:xfrm>
            <a:off x="3845507" y="3061399"/>
            <a:ext cx="92475" cy="725732"/>
            <a:chOff x="8987487" y="3847218"/>
            <a:chExt cx="108000" cy="847570"/>
          </a:xfrm>
        </p:grpSpPr>
        <p:sp>
          <p:nvSpPr>
            <p:cNvPr id="1885" name="矩形 1884"/>
            <p:cNvSpPr/>
            <p:nvPr/>
          </p:nvSpPr>
          <p:spPr>
            <a:xfrm>
              <a:off x="8987487" y="384721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86" name="矩形 1885"/>
            <p:cNvSpPr/>
            <p:nvPr/>
          </p:nvSpPr>
          <p:spPr>
            <a:xfrm>
              <a:off x="8987487" y="4143046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87" name="矩形 1886"/>
            <p:cNvSpPr/>
            <p:nvPr/>
          </p:nvSpPr>
          <p:spPr>
            <a:xfrm>
              <a:off x="8987487" y="44388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88" name="矩形 1887"/>
            <p:cNvSpPr/>
            <p:nvPr/>
          </p:nvSpPr>
          <p:spPr>
            <a:xfrm>
              <a:off x="8987487" y="3995132"/>
              <a:ext cx="108000" cy="25591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90" name="矩形 1889"/>
            <p:cNvSpPr/>
            <p:nvPr/>
          </p:nvSpPr>
          <p:spPr>
            <a:xfrm>
              <a:off x="8987487" y="429096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91" name="矩形 1890"/>
            <p:cNvSpPr/>
            <p:nvPr/>
          </p:nvSpPr>
          <p:spPr>
            <a:xfrm>
              <a:off x="8987487" y="458678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892" name="群組 1891"/>
          <p:cNvGrpSpPr/>
          <p:nvPr/>
        </p:nvGrpSpPr>
        <p:grpSpPr>
          <a:xfrm>
            <a:off x="6679268" y="3037535"/>
            <a:ext cx="92475" cy="725732"/>
            <a:chOff x="8987487" y="3847218"/>
            <a:chExt cx="108000" cy="847570"/>
          </a:xfrm>
        </p:grpSpPr>
        <p:sp>
          <p:nvSpPr>
            <p:cNvPr id="1893" name="矩形 1892"/>
            <p:cNvSpPr/>
            <p:nvPr/>
          </p:nvSpPr>
          <p:spPr>
            <a:xfrm>
              <a:off x="8987487" y="384721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94" name="矩形 1893"/>
            <p:cNvSpPr/>
            <p:nvPr/>
          </p:nvSpPr>
          <p:spPr>
            <a:xfrm>
              <a:off x="8987487" y="4143046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95" name="矩形 1894"/>
            <p:cNvSpPr/>
            <p:nvPr/>
          </p:nvSpPr>
          <p:spPr>
            <a:xfrm>
              <a:off x="8987487" y="44388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96" name="矩形 1895"/>
            <p:cNvSpPr/>
            <p:nvPr/>
          </p:nvSpPr>
          <p:spPr>
            <a:xfrm>
              <a:off x="8987487" y="3995132"/>
              <a:ext cx="108000" cy="25591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98" name="矩形 1897"/>
            <p:cNvSpPr/>
            <p:nvPr/>
          </p:nvSpPr>
          <p:spPr>
            <a:xfrm>
              <a:off x="8987487" y="429096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99" name="矩形 1898"/>
            <p:cNvSpPr/>
            <p:nvPr/>
          </p:nvSpPr>
          <p:spPr>
            <a:xfrm>
              <a:off x="8987487" y="458678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900" name="群組 1899"/>
          <p:cNvGrpSpPr/>
          <p:nvPr/>
        </p:nvGrpSpPr>
        <p:grpSpPr>
          <a:xfrm>
            <a:off x="3882326" y="4817970"/>
            <a:ext cx="92475" cy="725732"/>
            <a:chOff x="8987487" y="3847218"/>
            <a:chExt cx="108000" cy="847570"/>
          </a:xfrm>
        </p:grpSpPr>
        <p:sp>
          <p:nvSpPr>
            <p:cNvPr id="1901" name="矩形 1900"/>
            <p:cNvSpPr/>
            <p:nvPr/>
          </p:nvSpPr>
          <p:spPr>
            <a:xfrm>
              <a:off x="8987487" y="384721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02" name="矩形 1901"/>
            <p:cNvSpPr/>
            <p:nvPr/>
          </p:nvSpPr>
          <p:spPr>
            <a:xfrm>
              <a:off x="8987487" y="4143046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03" name="矩形 1902"/>
            <p:cNvSpPr/>
            <p:nvPr/>
          </p:nvSpPr>
          <p:spPr>
            <a:xfrm>
              <a:off x="8987487" y="44388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04" name="矩形 1903"/>
            <p:cNvSpPr/>
            <p:nvPr/>
          </p:nvSpPr>
          <p:spPr>
            <a:xfrm>
              <a:off x="8987487" y="3995132"/>
              <a:ext cx="108000" cy="25591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06" name="矩形 1905"/>
            <p:cNvSpPr/>
            <p:nvPr/>
          </p:nvSpPr>
          <p:spPr>
            <a:xfrm>
              <a:off x="8987487" y="429096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07" name="矩形 1906"/>
            <p:cNvSpPr/>
            <p:nvPr/>
          </p:nvSpPr>
          <p:spPr>
            <a:xfrm>
              <a:off x="8987487" y="458678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1908" name="群組 1907"/>
          <p:cNvGrpSpPr/>
          <p:nvPr/>
        </p:nvGrpSpPr>
        <p:grpSpPr>
          <a:xfrm>
            <a:off x="6716086" y="4794107"/>
            <a:ext cx="92475" cy="725732"/>
            <a:chOff x="8987487" y="3847218"/>
            <a:chExt cx="108000" cy="847570"/>
          </a:xfrm>
        </p:grpSpPr>
        <p:sp>
          <p:nvSpPr>
            <p:cNvPr id="1909" name="矩形 1908"/>
            <p:cNvSpPr/>
            <p:nvPr/>
          </p:nvSpPr>
          <p:spPr>
            <a:xfrm>
              <a:off x="8987487" y="384721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10" name="矩形 1909"/>
            <p:cNvSpPr/>
            <p:nvPr/>
          </p:nvSpPr>
          <p:spPr>
            <a:xfrm>
              <a:off x="8987487" y="4143046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11" name="矩形 1910"/>
            <p:cNvSpPr/>
            <p:nvPr/>
          </p:nvSpPr>
          <p:spPr>
            <a:xfrm>
              <a:off x="8987487" y="44388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12" name="矩形 1911"/>
            <p:cNvSpPr/>
            <p:nvPr/>
          </p:nvSpPr>
          <p:spPr>
            <a:xfrm>
              <a:off x="8987487" y="3995132"/>
              <a:ext cx="108000" cy="25591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14" name="矩形 1913"/>
            <p:cNvSpPr/>
            <p:nvPr/>
          </p:nvSpPr>
          <p:spPr>
            <a:xfrm>
              <a:off x="8987487" y="429096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15" name="矩形 1914"/>
            <p:cNvSpPr/>
            <p:nvPr/>
          </p:nvSpPr>
          <p:spPr>
            <a:xfrm>
              <a:off x="8987487" y="458678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1916" name="矩形 1915"/>
          <p:cNvSpPr/>
          <p:nvPr/>
        </p:nvSpPr>
        <p:spPr>
          <a:xfrm>
            <a:off x="7101898" y="4233049"/>
            <a:ext cx="3036917" cy="1530322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sp>
        <p:nvSpPr>
          <p:cNvPr id="1917" name="橢圓 1916"/>
          <p:cNvSpPr>
            <a:spLocks noChangeAspect="1"/>
          </p:cNvSpPr>
          <p:nvPr/>
        </p:nvSpPr>
        <p:spPr>
          <a:xfrm>
            <a:off x="9949588" y="4558519"/>
            <a:ext cx="154125" cy="1541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sp>
        <p:nvSpPr>
          <p:cNvPr id="1918" name="橢圓 1917"/>
          <p:cNvSpPr>
            <a:spLocks noChangeAspect="1"/>
          </p:cNvSpPr>
          <p:nvPr/>
        </p:nvSpPr>
        <p:spPr>
          <a:xfrm>
            <a:off x="7133853" y="4558868"/>
            <a:ext cx="154125" cy="1541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grpSp>
        <p:nvGrpSpPr>
          <p:cNvPr id="1919" name="群組 1918"/>
          <p:cNvGrpSpPr/>
          <p:nvPr/>
        </p:nvGrpSpPr>
        <p:grpSpPr>
          <a:xfrm>
            <a:off x="7421955" y="4349662"/>
            <a:ext cx="2306987" cy="94934"/>
            <a:chOff x="2231870" y="583337"/>
            <a:chExt cx="2694291" cy="110872"/>
          </a:xfrm>
        </p:grpSpPr>
        <p:sp>
          <p:nvSpPr>
            <p:cNvPr id="1920" name="矩形 1919"/>
            <p:cNvSpPr/>
            <p:nvPr/>
          </p:nvSpPr>
          <p:spPr>
            <a:xfrm>
              <a:off x="22318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21" name="矩形 1920"/>
            <p:cNvSpPr/>
            <p:nvPr/>
          </p:nvSpPr>
          <p:spPr>
            <a:xfrm>
              <a:off x="23842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22" name="矩形 1921"/>
            <p:cNvSpPr/>
            <p:nvPr/>
          </p:nvSpPr>
          <p:spPr>
            <a:xfrm>
              <a:off x="25366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23" name="矩形 1922"/>
            <p:cNvSpPr/>
            <p:nvPr/>
          </p:nvSpPr>
          <p:spPr>
            <a:xfrm>
              <a:off x="26890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24" name="矩形 1923"/>
            <p:cNvSpPr/>
            <p:nvPr/>
          </p:nvSpPr>
          <p:spPr>
            <a:xfrm>
              <a:off x="28414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25" name="矩形 1924"/>
            <p:cNvSpPr/>
            <p:nvPr/>
          </p:nvSpPr>
          <p:spPr>
            <a:xfrm>
              <a:off x="29938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26" name="矩形 1925"/>
            <p:cNvSpPr/>
            <p:nvPr/>
          </p:nvSpPr>
          <p:spPr>
            <a:xfrm>
              <a:off x="31462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27" name="矩形 1926"/>
            <p:cNvSpPr/>
            <p:nvPr/>
          </p:nvSpPr>
          <p:spPr>
            <a:xfrm>
              <a:off x="32986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28" name="矩形 1927"/>
            <p:cNvSpPr/>
            <p:nvPr/>
          </p:nvSpPr>
          <p:spPr>
            <a:xfrm>
              <a:off x="34510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29" name="矩形 1928"/>
            <p:cNvSpPr/>
            <p:nvPr/>
          </p:nvSpPr>
          <p:spPr>
            <a:xfrm>
              <a:off x="36034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30" name="矩形 1929"/>
            <p:cNvSpPr/>
            <p:nvPr/>
          </p:nvSpPr>
          <p:spPr>
            <a:xfrm>
              <a:off x="37558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31" name="矩形 1930"/>
            <p:cNvSpPr/>
            <p:nvPr/>
          </p:nvSpPr>
          <p:spPr>
            <a:xfrm>
              <a:off x="39082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32" name="矩形 1931"/>
            <p:cNvSpPr/>
            <p:nvPr/>
          </p:nvSpPr>
          <p:spPr>
            <a:xfrm>
              <a:off x="40606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33" name="矩形 1932"/>
            <p:cNvSpPr/>
            <p:nvPr/>
          </p:nvSpPr>
          <p:spPr>
            <a:xfrm>
              <a:off x="42130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34" name="矩形 1933"/>
            <p:cNvSpPr/>
            <p:nvPr/>
          </p:nvSpPr>
          <p:spPr>
            <a:xfrm>
              <a:off x="43609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35" name="矩形 1934"/>
            <p:cNvSpPr/>
            <p:nvPr/>
          </p:nvSpPr>
          <p:spPr>
            <a:xfrm>
              <a:off x="45133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36" name="矩形 1935"/>
            <p:cNvSpPr/>
            <p:nvPr/>
          </p:nvSpPr>
          <p:spPr>
            <a:xfrm>
              <a:off x="46657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37" name="矩形 1936"/>
            <p:cNvSpPr/>
            <p:nvPr/>
          </p:nvSpPr>
          <p:spPr>
            <a:xfrm>
              <a:off x="48181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2074" name="文字方塊 2073"/>
          <p:cNvSpPr txBox="1"/>
          <p:nvPr/>
        </p:nvSpPr>
        <p:spPr>
          <a:xfrm>
            <a:off x="7597331" y="5487840"/>
            <a:ext cx="2303836" cy="329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41" dirty="0"/>
              <a:t>0           1            2           3 </a:t>
            </a:r>
            <a:endParaRPr lang="zh-TW" altLang="en-US" sz="1541" dirty="0"/>
          </a:p>
        </p:txBody>
      </p:sp>
      <p:grpSp>
        <p:nvGrpSpPr>
          <p:cNvPr id="2075" name="群組 2074"/>
          <p:cNvGrpSpPr/>
          <p:nvPr/>
        </p:nvGrpSpPr>
        <p:grpSpPr>
          <a:xfrm>
            <a:off x="7427347" y="4486819"/>
            <a:ext cx="2311199" cy="238055"/>
            <a:chOff x="1708639" y="3678402"/>
            <a:chExt cx="2699211" cy="278020"/>
          </a:xfrm>
        </p:grpSpPr>
        <p:sp>
          <p:nvSpPr>
            <p:cNvPr id="2076" name="矩形 2075"/>
            <p:cNvSpPr/>
            <p:nvPr/>
          </p:nvSpPr>
          <p:spPr>
            <a:xfrm>
              <a:off x="17086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77" name="矩形 2076"/>
            <p:cNvSpPr/>
            <p:nvPr/>
          </p:nvSpPr>
          <p:spPr>
            <a:xfrm>
              <a:off x="18610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78" name="矩形 2077"/>
            <p:cNvSpPr/>
            <p:nvPr/>
          </p:nvSpPr>
          <p:spPr>
            <a:xfrm>
              <a:off x="20134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79" name="矩形 2078"/>
            <p:cNvSpPr/>
            <p:nvPr/>
          </p:nvSpPr>
          <p:spPr>
            <a:xfrm>
              <a:off x="21658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80" name="矩形 2079"/>
            <p:cNvSpPr/>
            <p:nvPr/>
          </p:nvSpPr>
          <p:spPr>
            <a:xfrm>
              <a:off x="23182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81" name="矩形 2080"/>
            <p:cNvSpPr/>
            <p:nvPr/>
          </p:nvSpPr>
          <p:spPr>
            <a:xfrm>
              <a:off x="24706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82" name="矩形 2081"/>
            <p:cNvSpPr/>
            <p:nvPr/>
          </p:nvSpPr>
          <p:spPr>
            <a:xfrm>
              <a:off x="26230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83" name="矩形 2082"/>
            <p:cNvSpPr/>
            <p:nvPr/>
          </p:nvSpPr>
          <p:spPr>
            <a:xfrm>
              <a:off x="27754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84" name="矩形 2083"/>
            <p:cNvSpPr/>
            <p:nvPr/>
          </p:nvSpPr>
          <p:spPr>
            <a:xfrm>
              <a:off x="29278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85" name="矩形 2084"/>
            <p:cNvSpPr/>
            <p:nvPr/>
          </p:nvSpPr>
          <p:spPr>
            <a:xfrm>
              <a:off x="30802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86" name="矩形 2085"/>
            <p:cNvSpPr/>
            <p:nvPr/>
          </p:nvSpPr>
          <p:spPr>
            <a:xfrm>
              <a:off x="32326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87" name="矩形 2086"/>
            <p:cNvSpPr/>
            <p:nvPr/>
          </p:nvSpPr>
          <p:spPr>
            <a:xfrm>
              <a:off x="33850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88" name="矩形 2087"/>
            <p:cNvSpPr/>
            <p:nvPr/>
          </p:nvSpPr>
          <p:spPr>
            <a:xfrm>
              <a:off x="35374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89" name="矩形 2088"/>
            <p:cNvSpPr/>
            <p:nvPr/>
          </p:nvSpPr>
          <p:spPr>
            <a:xfrm>
              <a:off x="36898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90" name="矩形 2089"/>
            <p:cNvSpPr/>
            <p:nvPr/>
          </p:nvSpPr>
          <p:spPr>
            <a:xfrm>
              <a:off x="1713559" y="384555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91" name="矩形 2090"/>
            <p:cNvSpPr/>
            <p:nvPr/>
          </p:nvSpPr>
          <p:spPr>
            <a:xfrm>
              <a:off x="1865959" y="384555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92" name="矩形 2091"/>
            <p:cNvSpPr/>
            <p:nvPr/>
          </p:nvSpPr>
          <p:spPr>
            <a:xfrm>
              <a:off x="2018359" y="384555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93" name="矩形 2092"/>
            <p:cNvSpPr/>
            <p:nvPr/>
          </p:nvSpPr>
          <p:spPr>
            <a:xfrm>
              <a:off x="38377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94" name="矩形 2093"/>
            <p:cNvSpPr/>
            <p:nvPr/>
          </p:nvSpPr>
          <p:spPr>
            <a:xfrm>
              <a:off x="39901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95" name="矩形 2094"/>
            <p:cNvSpPr/>
            <p:nvPr/>
          </p:nvSpPr>
          <p:spPr>
            <a:xfrm>
              <a:off x="41425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96" name="矩形 2095"/>
            <p:cNvSpPr/>
            <p:nvPr/>
          </p:nvSpPr>
          <p:spPr>
            <a:xfrm>
              <a:off x="42949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97" name="矩形 2096"/>
            <p:cNvSpPr/>
            <p:nvPr/>
          </p:nvSpPr>
          <p:spPr>
            <a:xfrm>
              <a:off x="3995050" y="384842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98" name="矩形 2097"/>
            <p:cNvSpPr/>
            <p:nvPr/>
          </p:nvSpPr>
          <p:spPr>
            <a:xfrm>
              <a:off x="4147450" y="384842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099" name="矩形 2098"/>
            <p:cNvSpPr/>
            <p:nvPr/>
          </p:nvSpPr>
          <p:spPr>
            <a:xfrm>
              <a:off x="4299850" y="384842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2100" name="矩形 2099"/>
          <p:cNvSpPr/>
          <p:nvPr/>
        </p:nvSpPr>
        <p:spPr>
          <a:xfrm>
            <a:off x="7066796" y="2499968"/>
            <a:ext cx="3036917" cy="1530322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sp>
        <p:nvSpPr>
          <p:cNvPr id="2101" name="橢圓 2100"/>
          <p:cNvSpPr>
            <a:spLocks noChangeAspect="1"/>
          </p:cNvSpPr>
          <p:nvPr/>
        </p:nvSpPr>
        <p:spPr>
          <a:xfrm>
            <a:off x="9914486" y="2825438"/>
            <a:ext cx="154125" cy="1541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sp>
        <p:nvSpPr>
          <p:cNvPr id="2102" name="橢圓 2101"/>
          <p:cNvSpPr>
            <a:spLocks noChangeAspect="1"/>
          </p:cNvSpPr>
          <p:nvPr/>
        </p:nvSpPr>
        <p:spPr>
          <a:xfrm>
            <a:off x="7098751" y="2825787"/>
            <a:ext cx="154125" cy="1541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grpSp>
        <p:nvGrpSpPr>
          <p:cNvPr id="2103" name="群組 2102"/>
          <p:cNvGrpSpPr/>
          <p:nvPr/>
        </p:nvGrpSpPr>
        <p:grpSpPr>
          <a:xfrm>
            <a:off x="7399134" y="2616307"/>
            <a:ext cx="2306987" cy="94934"/>
            <a:chOff x="2231870" y="583337"/>
            <a:chExt cx="2694291" cy="110872"/>
          </a:xfrm>
        </p:grpSpPr>
        <p:sp>
          <p:nvSpPr>
            <p:cNvPr id="2104" name="矩形 2103"/>
            <p:cNvSpPr/>
            <p:nvPr/>
          </p:nvSpPr>
          <p:spPr>
            <a:xfrm>
              <a:off x="22318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05" name="矩形 2104"/>
            <p:cNvSpPr/>
            <p:nvPr/>
          </p:nvSpPr>
          <p:spPr>
            <a:xfrm>
              <a:off x="23842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06" name="矩形 2105"/>
            <p:cNvSpPr/>
            <p:nvPr/>
          </p:nvSpPr>
          <p:spPr>
            <a:xfrm>
              <a:off x="25366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07" name="矩形 2106"/>
            <p:cNvSpPr/>
            <p:nvPr/>
          </p:nvSpPr>
          <p:spPr>
            <a:xfrm>
              <a:off x="26890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08" name="矩形 2107"/>
            <p:cNvSpPr/>
            <p:nvPr/>
          </p:nvSpPr>
          <p:spPr>
            <a:xfrm>
              <a:off x="28414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09" name="矩形 2108"/>
            <p:cNvSpPr/>
            <p:nvPr/>
          </p:nvSpPr>
          <p:spPr>
            <a:xfrm>
              <a:off x="29938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10" name="矩形 2109"/>
            <p:cNvSpPr/>
            <p:nvPr/>
          </p:nvSpPr>
          <p:spPr>
            <a:xfrm>
              <a:off x="31462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11" name="矩形 2110"/>
            <p:cNvSpPr/>
            <p:nvPr/>
          </p:nvSpPr>
          <p:spPr>
            <a:xfrm>
              <a:off x="32986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12" name="矩形 2111"/>
            <p:cNvSpPr/>
            <p:nvPr/>
          </p:nvSpPr>
          <p:spPr>
            <a:xfrm>
              <a:off x="34510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13" name="矩形 2112"/>
            <p:cNvSpPr/>
            <p:nvPr/>
          </p:nvSpPr>
          <p:spPr>
            <a:xfrm>
              <a:off x="36034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14" name="矩形 2113"/>
            <p:cNvSpPr/>
            <p:nvPr/>
          </p:nvSpPr>
          <p:spPr>
            <a:xfrm>
              <a:off x="37558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15" name="矩形 2114"/>
            <p:cNvSpPr/>
            <p:nvPr/>
          </p:nvSpPr>
          <p:spPr>
            <a:xfrm>
              <a:off x="39082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16" name="矩形 2115"/>
            <p:cNvSpPr/>
            <p:nvPr/>
          </p:nvSpPr>
          <p:spPr>
            <a:xfrm>
              <a:off x="40606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17" name="矩形 2116"/>
            <p:cNvSpPr/>
            <p:nvPr/>
          </p:nvSpPr>
          <p:spPr>
            <a:xfrm>
              <a:off x="42130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18" name="矩形 2117"/>
            <p:cNvSpPr/>
            <p:nvPr/>
          </p:nvSpPr>
          <p:spPr>
            <a:xfrm>
              <a:off x="43609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19" name="矩形 2118"/>
            <p:cNvSpPr/>
            <p:nvPr/>
          </p:nvSpPr>
          <p:spPr>
            <a:xfrm>
              <a:off x="45133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20" name="矩形 2119"/>
            <p:cNvSpPr/>
            <p:nvPr/>
          </p:nvSpPr>
          <p:spPr>
            <a:xfrm>
              <a:off x="46657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121" name="矩形 2120"/>
            <p:cNvSpPr/>
            <p:nvPr/>
          </p:nvSpPr>
          <p:spPr>
            <a:xfrm>
              <a:off x="48181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2258" name="文字方塊 2257"/>
          <p:cNvSpPr txBox="1"/>
          <p:nvPr/>
        </p:nvSpPr>
        <p:spPr>
          <a:xfrm>
            <a:off x="7562229" y="3754759"/>
            <a:ext cx="2303836" cy="329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41" dirty="0"/>
              <a:t>0           1            2           3 </a:t>
            </a:r>
            <a:endParaRPr lang="zh-TW" altLang="en-US" sz="1541" dirty="0"/>
          </a:p>
        </p:txBody>
      </p:sp>
      <p:grpSp>
        <p:nvGrpSpPr>
          <p:cNvPr id="2259" name="群組 2258"/>
          <p:cNvGrpSpPr/>
          <p:nvPr/>
        </p:nvGrpSpPr>
        <p:grpSpPr>
          <a:xfrm>
            <a:off x="7392245" y="2753738"/>
            <a:ext cx="2311199" cy="238055"/>
            <a:chOff x="1708639" y="3678402"/>
            <a:chExt cx="2699211" cy="278020"/>
          </a:xfrm>
        </p:grpSpPr>
        <p:sp>
          <p:nvSpPr>
            <p:cNvPr id="2260" name="矩形 2259"/>
            <p:cNvSpPr/>
            <p:nvPr/>
          </p:nvSpPr>
          <p:spPr>
            <a:xfrm>
              <a:off x="17086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61" name="矩形 2260"/>
            <p:cNvSpPr/>
            <p:nvPr/>
          </p:nvSpPr>
          <p:spPr>
            <a:xfrm>
              <a:off x="18610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62" name="矩形 2261"/>
            <p:cNvSpPr/>
            <p:nvPr/>
          </p:nvSpPr>
          <p:spPr>
            <a:xfrm>
              <a:off x="20134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63" name="矩形 2262"/>
            <p:cNvSpPr/>
            <p:nvPr/>
          </p:nvSpPr>
          <p:spPr>
            <a:xfrm>
              <a:off x="21658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64" name="矩形 2263"/>
            <p:cNvSpPr/>
            <p:nvPr/>
          </p:nvSpPr>
          <p:spPr>
            <a:xfrm>
              <a:off x="23182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65" name="矩形 2264"/>
            <p:cNvSpPr/>
            <p:nvPr/>
          </p:nvSpPr>
          <p:spPr>
            <a:xfrm>
              <a:off x="24706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66" name="矩形 2265"/>
            <p:cNvSpPr/>
            <p:nvPr/>
          </p:nvSpPr>
          <p:spPr>
            <a:xfrm>
              <a:off x="26230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67" name="矩形 2266"/>
            <p:cNvSpPr/>
            <p:nvPr/>
          </p:nvSpPr>
          <p:spPr>
            <a:xfrm>
              <a:off x="27754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68" name="矩形 2267"/>
            <p:cNvSpPr/>
            <p:nvPr/>
          </p:nvSpPr>
          <p:spPr>
            <a:xfrm>
              <a:off x="29278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69" name="矩形 2268"/>
            <p:cNvSpPr/>
            <p:nvPr/>
          </p:nvSpPr>
          <p:spPr>
            <a:xfrm>
              <a:off x="30802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70" name="矩形 2269"/>
            <p:cNvSpPr/>
            <p:nvPr/>
          </p:nvSpPr>
          <p:spPr>
            <a:xfrm>
              <a:off x="32326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71" name="矩形 2270"/>
            <p:cNvSpPr/>
            <p:nvPr/>
          </p:nvSpPr>
          <p:spPr>
            <a:xfrm>
              <a:off x="33850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72" name="矩形 2271"/>
            <p:cNvSpPr/>
            <p:nvPr/>
          </p:nvSpPr>
          <p:spPr>
            <a:xfrm>
              <a:off x="35374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73" name="矩形 2272"/>
            <p:cNvSpPr/>
            <p:nvPr/>
          </p:nvSpPr>
          <p:spPr>
            <a:xfrm>
              <a:off x="36898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74" name="矩形 2273"/>
            <p:cNvSpPr/>
            <p:nvPr/>
          </p:nvSpPr>
          <p:spPr>
            <a:xfrm>
              <a:off x="1713559" y="384555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75" name="矩形 2274"/>
            <p:cNvSpPr/>
            <p:nvPr/>
          </p:nvSpPr>
          <p:spPr>
            <a:xfrm>
              <a:off x="1865959" y="384555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76" name="矩形 2275"/>
            <p:cNvSpPr/>
            <p:nvPr/>
          </p:nvSpPr>
          <p:spPr>
            <a:xfrm>
              <a:off x="2018359" y="384555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77" name="矩形 2276"/>
            <p:cNvSpPr/>
            <p:nvPr/>
          </p:nvSpPr>
          <p:spPr>
            <a:xfrm>
              <a:off x="38377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78" name="矩形 2277"/>
            <p:cNvSpPr/>
            <p:nvPr/>
          </p:nvSpPr>
          <p:spPr>
            <a:xfrm>
              <a:off x="39901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79" name="矩形 2278"/>
            <p:cNvSpPr/>
            <p:nvPr/>
          </p:nvSpPr>
          <p:spPr>
            <a:xfrm>
              <a:off x="41425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80" name="矩形 2279"/>
            <p:cNvSpPr/>
            <p:nvPr/>
          </p:nvSpPr>
          <p:spPr>
            <a:xfrm>
              <a:off x="42949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81" name="矩形 2280"/>
            <p:cNvSpPr/>
            <p:nvPr/>
          </p:nvSpPr>
          <p:spPr>
            <a:xfrm>
              <a:off x="3995050" y="384842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82" name="矩形 2281"/>
            <p:cNvSpPr/>
            <p:nvPr/>
          </p:nvSpPr>
          <p:spPr>
            <a:xfrm>
              <a:off x="4147450" y="384842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83" name="矩形 2282"/>
            <p:cNvSpPr/>
            <p:nvPr/>
          </p:nvSpPr>
          <p:spPr>
            <a:xfrm>
              <a:off x="4299850" y="384842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cxnSp>
        <p:nvCxnSpPr>
          <p:cNvPr id="2284" name="肘形接點 2283"/>
          <p:cNvCxnSpPr>
            <a:stCxn id="2785" idx="0"/>
            <a:endCxn id="2772" idx="1"/>
          </p:cNvCxnSpPr>
          <p:nvPr/>
        </p:nvCxnSpPr>
        <p:spPr>
          <a:xfrm rot="16200000" flipH="1">
            <a:off x="7931319" y="2900104"/>
            <a:ext cx="17167" cy="599860"/>
          </a:xfrm>
          <a:prstGeom prst="bentConnector3">
            <a:avLst>
              <a:gd name="adj1" fmla="val -62388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5" name="肘形接點 2284"/>
          <p:cNvCxnSpPr/>
          <p:nvPr/>
        </p:nvCxnSpPr>
        <p:spPr>
          <a:xfrm rot="5400000" flipH="1" flipV="1">
            <a:off x="9179480" y="2980017"/>
            <a:ext cx="6" cy="604645"/>
          </a:xfrm>
          <a:prstGeom prst="bentConnector3">
            <a:avLst>
              <a:gd name="adj1" fmla="val 326581428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6" name="文字方塊 2285"/>
          <p:cNvSpPr txBox="1"/>
          <p:nvPr/>
        </p:nvSpPr>
        <p:spPr>
          <a:xfrm>
            <a:off x="7780040" y="2930976"/>
            <a:ext cx="372679" cy="276999"/>
          </a:xfrm>
          <a:prstGeom prst="rect">
            <a:avLst/>
          </a:prstGeom>
          <a:solidFill>
            <a:srgbClr val="5B9BD5"/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P1</a:t>
            </a:r>
            <a:endParaRPr lang="zh-TW" altLang="en-US" sz="1200" dirty="0"/>
          </a:p>
        </p:txBody>
      </p:sp>
      <p:sp>
        <p:nvSpPr>
          <p:cNvPr id="2287" name="文字方塊 2286"/>
          <p:cNvSpPr txBox="1"/>
          <p:nvPr/>
        </p:nvSpPr>
        <p:spPr>
          <a:xfrm>
            <a:off x="8962368" y="2916868"/>
            <a:ext cx="372679" cy="276999"/>
          </a:xfrm>
          <a:prstGeom prst="rect">
            <a:avLst/>
          </a:prstGeom>
          <a:solidFill>
            <a:srgbClr val="5B9BD5"/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P2</a:t>
            </a:r>
            <a:endParaRPr lang="zh-TW" altLang="en-US" sz="1200" dirty="0"/>
          </a:p>
        </p:txBody>
      </p:sp>
      <p:grpSp>
        <p:nvGrpSpPr>
          <p:cNvPr id="2488" name="群組 2487"/>
          <p:cNvGrpSpPr/>
          <p:nvPr/>
        </p:nvGrpSpPr>
        <p:grpSpPr>
          <a:xfrm>
            <a:off x="7122924" y="3045497"/>
            <a:ext cx="92475" cy="725732"/>
            <a:chOff x="8987487" y="3847218"/>
            <a:chExt cx="108000" cy="847570"/>
          </a:xfrm>
        </p:grpSpPr>
        <p:sp>
          <p:nvSpPr>
            <p:cNvPr id="2489" name="矩形 2488"/>
            <p:cNvSpPr/>
            <p:nvPr/>
          </p:nvSpPr>
          <p:spPr>
            <a:xfrm>
              <a:off x="8987487" y="384721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490" name="矩形 2489"/>
            <p:cNvSpPr/>
            <p:nvPr/>
          </p:nvSpPr>
          <p:spPr>
            <a:xfrm>
              <a:off x="8987487" y="4143046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491" name="矩形 2490"/>
            <p:cNvSpPr/>
            <p:nvPr/>
          </p:nvSpPr>
          <p:spPr>
            <a:xfrm>
              <a:off x="8987487" y="44388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492" name="矩形 2491"/>
            <p:cNvSpPr/>
            <p:nvPr/>
          </p:nvSpPr>
          <p:spPr>
            <a:xfrm>
              <a:off x="8987487" y="3995132"/>
              <a:ext cx="108000" cy="25591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494" name="矩形 2493"/>
            <p:cNvSpPr/>
            <p:nvPr/>
          </p:nvSpPr>
          <p:spPr>
            <a:xfrm>
              <a:off x="8987487" y="429096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495" name="矩形 2494"/>
            <p:cNvSpPr/>
            <p:nvPr/>
          </p:nvSpPr>
          <p:spPr>
            <a:xfrm>
              <a:off x="8987487" y="458678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2496" name="群組 2495"/>
          <p:cNvGrpSpPr/>
          <p:nvPr/>
        </p:nvGrpSpPr>
        <p:grpSpPr>
          <a:xfrm>
            <a:off x="9956684" y="3021633"/>
            <a:ext cx="92475" cy="725732"/>
            <a:chOff x="8987487" y="3847218"/>
            <a:chExt cx="108000" cy="847570"/>
          </a:xfrm>
        </p:grpSpPr>
        <p:sp>
          <p:nvSpPr>
            <p:cNvPr id="2497" name="矩形 2496"/>
            <p:cNvSpPr/>
            <p:nvPr/>
          </p:nvSpPr>
          <p:spPr>
            <a:xfrm>
              <a:off x="8987487" y="384721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498" name="矩形 2497"/>
            <p:cNvSpPr/>
            <p:nvPr/>
          </p:nvSpPr>
          <p:spPr>
            <a:xfrm>
              <a:off x="8987487" y="4143046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499" name="矩形 2498"/>
            <p:cNvSpPr/>
            <p:nvPr/>
          </p:nvSpPr>
          <p:spPr>
            <a:xfrm>
              <a:off x="8987487" y="44388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00" name="矩形 2499"/>
            <p:cNvSpPr/>
            <p:nvPr/>
          </p:nvSpPr>
          <p:spPr>
            <a:xfrm>
              <a:off x="8987487" y="3995132"/>
              <a:ext cx="108000" cy="25591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02" name="矩形 2501"/>
            <p:cNvSpPr/>
            <p:nvPr/>
          </p:nvSpPr>
          <p:spPr>
            <a:xfrm>
              <a:off x="8987487" y="429096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03" name="矩形 2502"/>
            <p:cNvSpPr/>
            <p:nvPr/>
          </p:nvSpPr>
          <p:spPr>
            <a:xfrm>
              <a:off x="8987487" y="458678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2504" name="群組 2503"/>
          <p:cNvGrpSpPr/>
          <p:nvPr/>
        </p:nvGrpSpPr>
        <p:grpSpPr>
          <a:xfrm>
            <a:off x="7159743" y="4802068"/>
            <a:ext cx="92475" cy="725732"/>
            <a:chOff x="8987487" y="3847218"/>
            <a:chExt cx="108000" cy="847570"/>
          </a:xfrm>
        </p:grpSpPr>
        <p:sp>
          <p:nvSpPr>
            <p:cNvPr id="2505" name="矩形 2504"/>
            <p:cNvSpPr/>
            <p:nvPr/>
          </p:nvSpPr>
          <p:spPr>
            <a:xfrm>
              <a:off x="8987487" y="384721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06" name="矩形 2505"/>
            <p:cNvSpPr/>
            <p:nvPr/>
          </p:nvSpPr>
          <p:spPr>
            <a:xfrm>
              <a:off x="8987487" y="4143046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07" name="矩形 2506"/>
            <p:cNvSpPr/>
            <p:nvPr/>
          </p:nvSpPr>
          <p:spPr>
            <a:xfrm>
              <a:off x="8987487" y="44388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08" name="矩形 2507"/>
            <p:cNvSpPr/>
            <p:nvPr/>
          </p:nvSpPr>
          <p:spPr>
            <a:xfrm>
              <a:off x="8987487" y="3995131"/>
              <a:ext cx="108000" cy="25591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10" name="矩形 2509"/>
            <p:cNvSpPr/>
            <p:nvPr/>
          </p:nvSpPr>
          <p:spPr>
            <a:xfrm>
              <a:off x="8987487" y="429096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11" name="矩形 2510"/>
            <p:cNvSpPr/>
            <p:nvPr/>
          </p:nvSpPr>
          <p:spPr>
            <a:xfrm>
              <a:off x="8987487" y="458678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2512" name="群組 2511"/>
          <p:cNvGrpSpPr/>
          <p:nvPr/>
        </p:nvGrpSpPr>
        <p:grpSpPr>
          <a:xfrm>
            <a:off x="9993503" y="4778204"/>
            <a:ext cx="92475" cy="725732"/>
            <a:chOff x="8987487" y="3847218"/>
            <a:chExt cx="108000" cy="847570"/>
          </a:xfrm>
        </p:grpSpPr>
        <p:sp>
          <p:nvSpPr>
            <p:cNvPr id="2513" name="矩形 2512"/>
            <p:cNvSpPr/>
            <p:nvPr/>
          </p:nvSpPr>
          <p:spPr>
            <a:xfrm>
              <a:off x="8987487" y="384721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14" name="矩形 2513"/>
            <p:cNvSpPr/>
            <p:nvPr/>
          </p:nvSpPr>
          <p:spPr>
            <a:xfrm>
              <a:off x="8987487" y="4143046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15" name="矩形 2514"/>
            <p:cNvSpPr/>
            <p:nvPr/>
          </p:nvSpPr>
          <p:spPr>
            <a:xfrm>
              <a:off x="8987487" y="44388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16" name="矩形 2515"/>
            <p:cNvSpPr/>
            <p:nvPr/>
          </p:nvSpPr>
          <p:spPr>
            <a:xfrm>
              <a:off x="8987487" y="3995132"/>
              <a:ext cx="108000" cy="25591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18" name="矩形 2517"/>
            <p:cNvSpPr/>
            <p:nvPr/>
          </p:nvSpPr>
          <p:spPr>
            <a:xfrm>
              <a:off x="8987487" y="429096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19" name="矩形 2518"/>
            <p:cNvSpPr/>
            <p:nvPr/>
          </p:nvSpPr>
          <p:spPr>
            <a:xfrm>
              <a:off x="8987487" y="458678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2520" name="群組 2519"/>
          <p:cNvGrpSpPr/>
          <p:nvPr/>
        </p:nvGrpSpPr>
        <p:grpSpPr>
          <a:xfrm>
            <a:off x="744479" y="2087643"/>
            <a:ext cx="577501" cy="340324"/>
            <a:chOff x="4355881" y="5281371"/>
            <a:chExt cx="674454" cy="397454"/>
          </a:xfrm>
        </p:grpSpPr>
        <p:sp>
          <p:nvSpPr>
            <p:cNvPr id="2521" name="等腰三角形 2520"/>
            <p:cNvSpPr/>
            <p:nvPr/>
          </p:nvSpPr>
          <p:spPr>
            <a:xfrm>
              <a:off x="4574338" y="53862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22" name="等腰三角形 2521"/>
            <p:cNvSpPr/>
            <p:nvPr/>
          </p:nvSpPr>
          <p:spPr>
            <a:xfrm rot="10800000">
              <a:off x="4869951" y="53989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23" name="文字方塊 2522"/>
            <p:cNvSpPr txBox="1"/>
            <p:nvPr/>
          </p:nvSpPr>
          <p:spPr>
            <a:xfrm>
              <a:off x="4355881" y="5294069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0</a:t>
              </a:r>
              <a:endParaRPr lang="zh-TW" altLang="en-US" sz="1541" dirty="0"/>
            </a:p>
          </p:txBody>
        </p:sp>
        <p:sp>
          <p:nvSpPr>
            <p:cNvPr id="2524" name="文字方塊 2523"/>
            <p:cNvSpPr txBox="1"/>
            <p:nvPr/>
          </p:nvSpPr>
          <p:spPr>
            <a:xfrm>
              <a:off x="4651493" y="5281371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1</a:t>
              </a:r>
              <a:endParaRPr lang="zh-TW" altLang="en-US" sz="1541" dirty="0"/>
            </a:p>
          </p:txBody>
        </p:sp>
      </p:grpSp>
      <p:grpSp>
        <p:nvGrpSpPr>
          <p:cNvPr id="2525" name="群組 2524"/>
          <p:cNvGrpSpPr/>
          <p:nvPr/>
        </p:nvGrpSpPr>
        <p:grpSpPr>
          <a:xfrm>
            <a:off x="1385854" y="2087643"/>
            <a:ext cx="577501" cy="340324"/>
            <a:chOff x="4355881" y="5281371"/>
            <a:chExt cx="674454" cy="397454"/>
          </a:xfrm>
        </p:grpSpPr>
        <p:sp>
          <p:nvSpPr>
            <p:cNvPr id="2526" name="等腰三角形 2525"/>
            <p:cNvSpPr/>
            <p:nvPr/>
          </p:nvSpPr>
          <p:spPr>
            <a:xfrm>
              <a:off x="4574338" y="53862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27" name="等腰三角形 2526"/>
            <p:cNvSpPr/>
            <p:nvPr/>
          </p:nvSpPr>
          <p:spPr>
            <a:xfrm rot="10800000">
              <a:off x="4869951" y="53989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28" name="文字方塊 2527"/>
            <p:cNvSpPr txBox="1"/>
            <p:nvPr/>
          </p:nvSpPr>
          <p:spPr>
            <a:xfrm>
              <a:off x="4355881" y="5294069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2</a:t>
              </a:r>
              <a:endParaRPr lang="zh-TW" altLang="en-US" sz="1541" dirty="0"/>
            </a:p>
          </p:txBody>
        </p:sp>
        <p:sp>
          <p:nvSpPr>
            <p:cNvPr id="2529" name="文字方塊 2528"/>
            <p:cNvSpPr txBox="1"/>
            <p:nvPr/>
          </p:nvSpPr>
          <p:spPr>
            <a:xfrm>
              <a:off x="4651493" y="5281371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3</a:t>
              </a:r>
              <a:endParaRPr lang="zh-TW" altLang="en-US" sz="1541" dirty="0"/>
            </a:p>
          </p:txBody>
        </p:sp>
      </p:grpSp>
      <p:grpSp>
        <p:nvGrpSpPr>
          <p:cNvPr id="2530" name="群組 2529"/>
          <p:cNvGrpSpPr/>
          <p:nvPr/>
        </p:nvGrpSpPr>
        <p:grpSpPr>
          <a:xfrm>
            <a:off x="2038247" y="2087643"/>
            <a:ext cx="577501" cy="340324"/>
            <a:chOff x="4355881" y="5281371"/>
            <a:chExt cx="674454" cy="397454"/>
          </a:xfrm>
        </p:grpSpPr>
        <p:sp>
          <p:nvSpPr>
            <p:cNvPr id="2531" name="等腰三角形 2530"/>
            <p:cNvSpPr/>
            <p:nvPr/>
          </p:nvSpPr>
          <p:spPr>
            <a:xfrm>
              <a:off x="4574338" y="53862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32" name="等腰三角形 2531"/>
            <p:cNvSpPr/>
            <p:nvPr/>
          </p:nvSpPr>
          <p:spPr>
            <a:xfrm rot="10800000">
              <a:off x="4869951" y="53989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33" name="文字方塊 2532"/>
            <p:cNvSpPr txBox="1"/>
            <p:nvPr/>
          </p:nvSpPr>
          <p:spPr>
            <a:xfrm>
              <a:off x="4355881" y="5294069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4</a:t>
              </a:r>
              <a:endParaRPr lang="zh-TW" altLang="en-US" sz="1541" dirty="0"/>
            </a:p>
          </p:txBody>
        </p:sp>
        <p:sp>
          <p:nvSpPr>
            <p:cNvPr id="2534" name="文字方塊 2533"/>
            <p:cNvSpPr txBox="1"/>
            <p:nvPr/>
          </p:nvSpPr>
          <p:spPr>
            <a:xfrm>
              <a:off x="4651493" y="5281371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5</a:t>
              </a:r>
              <a:endParaRPr lang="zh-TW" altLang="en-US" sz="1541" dirty="0"/>
            </a:p>
          </p:txBody>
        </p:sp>
      </p:grpSp>
      <p:grpSp>
        <p:nvGrpSpPr>
          <p:cNvPr id="2535" name="群組 2534"/>
          <p:cNvGrpSpPr/>
          <p:nvPr/>
        </p:nvGrpSpPr>
        <p:grpSpPr>
          <a:xfrm>
            <a:off x="2637251" y="2087643"/>
            <a:ext cx="577501" cy="340324"/>
            <a:chOff x="4355881" y="5281371"/>
            <a:chExt cx="674454" cy="397454"/>
          </a:xfrm>
        </p:grpSpPr>
        <p:sp>
          <p:nvSpPr>
            <p:cNvPr id="2536" name="等腰三角形 2535"/>
            <p:cNvSpPr/>
            <p:nvPr/>
          </p:nvSpPr>
          <p:spPr>
            <a:xfrm>
              <a:off x="4574338" y="53862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37" name="等腰三角形 2536"/>
            <p:cNvSpPr/>
            <p:nvPr/>
          </p:nvSpPr>
          <p:spPr>
            <a:xfrm rot="10800000">
              <a:off x="4869951" y="5398937"/>
              <a:ext cx="160384" cy="159657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538" name="文字方塊 2537"/>
            <p:cNvSpPr txBox="1"/>
            <p:nvPr/>
          </p:nvSpPr>
          <p:spPr>
            <a:xfrm>
              <a:off x="4355881" y="5294069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6</a:t>
              </a:r>
              <a:endParaRPr lang="zh-TW" altLang="en-US" sz="1541" dirty="0"/>
            </a:p>
          </p:txBody>
        </p:sp>
        <p:sp>
          <p:nvSpPr>
            <p:cNvPr id="2539" name="文字方塊 2538"/>
            <p:cNvSpPr txBox="1"/>
            <p:nvPr/>
          </p:nvSpPr>
          <p:spPr>
            <a:xfrm>
              <a:off x="4651493" y="5281371"/>
              <a:ext cx="342972" cy="384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541" dirty="0"/>
                <a:t>7</a:t>
              </a:r>
              <a:endParaRPr lang="zh-TW" altLang="en-US" sz="1541" dirty="0"/>
            </a:p>
          </p:txBody>
        </p:sp>
      </p:grpSp>
      <p:sp>
        <p:nvSpPr>
          <p:cNvPr id="2540" name="文字方塊 2539"/>
          <p:cNvSpPr txBox="1"/>
          <p:nvPr/>
        </p:nvSpPr>
        <p:spPr>
          <a:xfrm>
            <a:off x="464908" y="2146141"/>
            <a:ext cx="362600" cy="215444"/>
          </a:xfrm>
          <a:prstGeom prst="rect">
            <a:avLst/>
          </a:prstGeom>
          <a:solidFill>
            <a:schemeClr val="tx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TW" sz="800" dirty="0" err="1">
                <a:solidFill>
                  <a:schemeClr val="bg1"/>
                </a:solidFill>
              </a:rPr>
              <a:t>PoE</a:t>
            </a:r>
            <a:endParaRPr lang="zh-TW" altLang="en-US" sz="800" dirty="0">
              <a:solidFill>
                <a:schemeClr val="bg1"/>
              </a:solidFill>
            </a:endParaRPr>
          </a:p>
        </p:txBody>
      </p:sp>
      <p:grpSp>
        <p:nvGrpSpPr>
          <p:cNvPr id="2609" name="群組 2608"/>
          <p:cNvGrpSpPr>
            <a:grpSpLocks noChangeAspect="1"/>
          </p:cNvGrpSpPr>
          <p:nvPr/>
        </p:nvGrpSpPr>
        <p:grpSpPr>
          <a:xfrm>
            <a:off x="7405405" y="4927633"/>
            <a:ext cx="2420259" cy="574252"/>
            <a:chOff x="9019556" y="1977229"/>
            <a:chExt cx="2262020" cy="536707"/>
          </a:xfrm>
        </p:grpSpPr>
        <p:grpSp>
          <p:nvGrpSpPr>
            <p:cNvPr id="2610" name="群組 2609"/>
            <p:cNvGrpSpPr/>
            <p:nvPr/>
          </p:nvGrpSpPr>
          <p:grpSpPr>
            <a:xfrm>
              <a:off x="9019556" y="1977229"/>
              <a:ext cx="1158717" cy="536707"/>
              <a:chOff x="9019556" y="1977229"/>
              <a:chExt cx="1158717" cy="536707"/>
            </a:xfrm>
          </p:grpSpPr>
          <p:grpSp>
            <p:nvGrpSpPr>
              <p:cNvPr id="2642" name="群組 2641"/>
              <p:cNvGrpSpPr/>
              <p:nvPr/>
            </p:nvGrpSpPr>
            <p:grpSpPr>
              <a:xfrm>
                <a:off x="9019556" y="1978115"/>
                <a:ext cx="608812" cy="535821"/>
                <a:chOff x="8303107" y="1982407"/>
                <a:chExt cx="608812" cy="535821"/>
              </a:xfrm>
            </p:grpSpPr>
            <p:sp>
              <p:nvSpPr>
                <p:cNvPr id="2658" name="圓角矩形 2657"/>
                <p:cNvSpPr/>
                <p:nvPr/>
              </p:nvSpPr>
              <p:spPr>
                <a:xfrm>
                  <a:off x="8303107" y="2128373"/>
                  <a:ext cx="608812" cy="389855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659" name="橢圓 2658"/>
                <p:cNvSpPr/>
                <p:nvPr/>
              </p:nvSpPr>
              <p:spPr>
                <a:xfrm>
                  <a:off x="8426026" y="1986083"/>
                  <a:ext cx="104549" cy="109560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660" name="橢圓 2659"/>
                <p:cNvSpPr/>
                <p:nvPr/>
              </p:nvSpPr>
              <p:spPr>
                <a:xfrm>
                  <a:off x="8673704" y="1982407"/>
                  <a:ext cx="104549" cy="109560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661" name="圓角矩形 2660"/>
                <p:cNvSpPr/>
                <p:nvPr/>
              </p:nvSpPr>
              <p:spPr>
                <a:xfrm>
                  <a:off x="8365664" y="2172472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2662" name="群組 2661"/>
                <p:cNvGrpSpPr/>
                <p:nvPr/>
              </p:nvGrpSpPr>
              <p:grpSpPr>
                <a:xfrm>
                  <a:off x="8430143" y="2380845"/>
                  <a:ext cx="360000" cy="110762"/>
                  <a:chOff x="8430143" y="2380845"/>
                  <a:chExt cx="360000" cy="110762"/>
                </a:xfrm>
              </p:grpSpPr>
              <p:sp>
                <p:nvSpPr>
                  <p:cNvPr id="2663" name="圓角矩形 2662"/>
                  <p:cNvSpPr/>
                  <p:nvPr/>
                </p:nvSpPr>
                <p:spPr>
                  <a:xfrm>
                    <a:off x="8430143" y="2380845"/>
                    <a:ext cx="360000" cy="110761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2664" name="直線接點 2663"/>
                  <p:cNvCxnSpPr/>
                  <p:nvPr/>
                </p:nvCxnSpPr>
                <p:spPr>
                  <a:xfrm>
                    <a:off x="8467716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5" name="直線接點 2664"/>
                  <p:cNvCxnSpPr/>
                  <p:nvPr/>
                </p:nvCxnSpPr>
                <p:spPr>
                  <a:xfrm>
                    <a:off x="8507961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6" name="直線接點 2665"/>
                  <p:cNvCxnSpPr/>
                  <p:nvPr/>
                </p:nvCxnSpPr>
                <p:spPr>
                  <a:xfrm>
                    <a:off x="854820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7" name="直線接點 2666"/>
                  <p:cNvCxnSpPr/>
                  <p:nvPr/>
                </p:nvCxnSpPr>
                <p:spPr>
                  <a:xfrm>
                    <a:off x="858845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8" name="直線接點 2667"/>
                  <p:cNvCxnSpPr/>
                  <p:nvPr/>
                </p:nvCxnSpPr>
                <p:spPr>
                  <a:xfrm>
                    <a:off x="862869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9" name="直線接點 2668"/>
                  <p:cNvCxnSpPr/>
                  <p:nvPr/>
                </p:nvCxnSpPr>
                <p:spPr>
                  <a:xfrm>
                    <a:off x="866894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70" name="直線接點 2669"/>
                  <p:cNvCxnSpPr/>
                  <p:nvPr/>
                </p:nvCxnSpPr>
                <p:spPr>
                  <a:xfrm>
                    <a:off x="870918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71" name="直線接點 2670"/>
                  <p:cNvCxnSpPr/>
                  <p:nvPr/>
                </p:nvCxnSpPr>
                <p:spPr>
                  <a:xfrm>
                    <a:off x="8749433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643" name="群組 2642"/>
              <p:cNvGrpSpPr/>
              <p:nvPr/>
            </p:nvGrpSpPr>
            <p:grpSpPr>
              <a:xfrm>
                <a:off x="9569461" y="1977229"/>
                <a:ext cx="608812" cy="536707"/>
                <a:chOff x="8303107" y="1982407"/>
                <a:chExt cx="608812" cy="536707"/>
              </a:xfrm>
            </p:grpSpPr>
            <p:sp>
              <p:nvSpPr>
                <p:cNvPr id="2644" name="圓角矩形 2643"/>
                <p:cNvSpPr/>
                <p:nvPr/>
              </p:nvSpPr>
              <p:spPr>
                <a:xfrm>
                  <a:off x="8303107" y="2129259"/>
                  <a:ext cx="608812" cy="389855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645" name="橢圓 2644"/>
                <p:cNvSpPr/>
                <p:nvPr/>
              </p:nvSpPr>
              <p:spPr>
                <a:xfrm>
                  <a:off x="8426026" y="1986083"/>
                  <a:ext cx="104549" cy="109560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646" name="橢圓 2645"/>
                <p:cNvSpPr/>
                <p:nvPr/>
              </p:nvSpPr>
              <p:spPr>
                <a:xfrm>
                  <a:off x="8673704" y="1982407"/>
                  <a:ext cx="104549" cy="109560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647" name="圓角矩形 2646"/>
                <p:cNvSpPr/>
                <p:nvPr/>
              </p:nvSpPr>
              <p:spPr>
                <a:xfrm>
                  <a:off x="8365664" y="2172472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2648" name="群組 2647"/>
                <p:cNvGrpSpPr/>
                <p:nvPr/>
              </p:nvGrpSpPr>
              <p:grpSpPr>
                <a:xfrm>
                  <a:off x="8430143" y="2380845"/>
                  <a:ext cx="360000" cy="110762"/>
                  <a:chOff x="8430143" y="2380845"/>
                  <a:chExt cx="360000" cy="110762"/>
                </a:xfrm>
              </p:grpSpPr>
              <p:sp>
                <p:nvSpPr>
                  <p:cNvPr id="2649" name="圓角矩形 2648"/>
                  <p:cNvSpPr/>
                  <p:nvPr/>
                </p:nvSpPr>
                <p:spPr>
                  <a:xfrm>
                    <a:off x="8430143" y="2380845"/>
                    <a:ext cx="360000" cy="110761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2650" name="直線接點 2649"/>
                  <p:cNvCxnSpPr/>
                  <p:nvPr/>
                </p:nvCxnSpPr>
                <p:spPr>
                  <a:xfrm>
                    <a:off x="8467716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1" name="直線接點 2650"/>
                  <p:cNvCxnSpPr/>
                  <p:nvPr/>
                </p:nvCxnSpPr>
                <p:spPr>
                  <a:xfrm>
                    <a:off x="8507961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2" name="直線接點 2651"/>
                  <p:cNvCxnSpPr/>
                  <p:nvPr/>
                </p:nvCxnSpPr>
                <p:spPr>
                  <a:xfrm>
                    <a:off x="854820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3" name="直線接點 2652"/>
                  <p:cNvCxnSpPr/>
                  <p:nvPr/>
                </p:nvCxnSpPr>
                <p:spPr>
                  <a:xfrm>
                    <a:off x="858845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4" name="直線接點 2653"/>
                  <p:cNvCxnSpPr/>
                  <p:nvPr/>
                </p:nvCxnSpPr>
                <p:spPr>
                  <a:xfrm>
                    <a:off x="862869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5" name="直線接點 2654"/>
                  <p:cNvCxnSpPr/>
                  <p:nvPr/>
                </p:nvCxnSpPr>
                <p:spPr>
                  <a:xfrm>
                    <a:off x="866894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6" name="直線接點 2655"/>
                  <p:cNvCxnSpPr/>
                  <p:nvPr/>
                </p:nvCxnSpPr>
                <p:spPr>
                  <a:xfrm>
                    <a:off x="870918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7" name="直線接點 2656"/>
                  <p:cNvCxnSpPr/>
                  <p:nvPr/>
                </p:nvCxnSpPr>
                <p:spPr>
                  <a:xfrm>
                    <a:off x="8749433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2611" name="群組 2610"/>
            <p:cNvGrpSpPr/>
            <p:nvPr/>
          </p:nvGrpSpPr>
          <p:grpSpPr>
            <a:xfrm>
              <a:off x="10122859" y="1977229"/>
              <a:ext cx="1158717" cy="536707"/>
              <a:chOff x="9019556" y="1977229"/>
              <a:chExt cx="1158717" cy="536707"/>
            </a:xfrm>
          </p:grpSpPr>
          <p:grpSp>
            <p:nvGrpSpPr>
              <p:cNvPr id="2612" name="群組 2611"/>
              <p:cNvGrpSpPr/>
              <p:nvPr/>
            </p:nvGrpSpPr>
            <p:grpSpPr>
              <a:xfrm>
                <a:off x="9019556" y="1978115"/>
                <a:ext cx="608812" cy="535821"/>
                <a:chOff x="8303107" y="1982407"/>
                <a:chExt cx="608812" cy="535821"/>
              </a:xfrm>
            </p:grpSpPr>
            <p:sp>
              <p:nvSpPr>
                <p:cNvPr id="2628" name="圓角矩形 2627"/>
                <p:cNvSpPr/>
                <p:nvPr/>
              </p:nvSpPr>
              <p:spPr>
                <a:xfrm>
                  <a:off x="8303107" y="2128373"/>
                  <a:ext cx="608812" cy="389855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629" name="橢圓 2628"/>
                <p:cNvSpPr/>
                <p:nvPr/>
              </p:nvSpPr>
              <p:spPr>
                <a:xfrm>
                  <a:off x="8426026" y="1986083"/>
                  <a:ext cx="104549" cy="109560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630" name="橢圓 2629"/>
                <p:cNvSpPr/>
                <p:nvPr/>
              </p:nvSpPr>
              <p:spPr>
                <a:xfrm>
                  <a:off x="8673704" y="1982407"/>
                  <a:ext cx="104549" cy="109560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631" name="圓角矩形 2630"/>
                <p:cNvSpPr/>
                <p:nvPr/>
              </p:nvSpPr>
              <p:spPr>
                <a:xfrm>
                  <a:off x="8365664" y="2172472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2632" name="群組 2631"/>
                <p:cNvGrpSpPr/>
                <p:nvPr/>
              </p:nvGrpSpPr>
              <p:grpSpPr>
                <a:xfrm>
                  <a:off x="8430143" y="2380845"/>
                  <a:ext cx="360000" cy="110762"/>
                  <a:chOff x="8430143" y="2380845"/>
                  <a:chExt cx="360000" cy="110762"/>
                </a:xfrm>
              </p:grpSpPr>
              <p:sp>
                <p:nvSpPr>
                  <p:cNvPr id="2633" name="圓角矩形 2632"/>
                  <p:cNvSpPr/>
                  <p:nvPr/>
                </p:nvSpPr>
                <p:spPr>
                  <a:xfrm>
                    <a:off x="8430143" y="2380845"/>
                    <a:ext cx="360000" cy="110761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2634" name="直線接點 2633"/>
                  <p:cNvCxnSpPr/>
                  <p:nvPr/>
                </p:nvCxnSpPr>
                <p:spPr>
                  <a:xfrm>
                    <a:off x="8467716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5" name="直線接點 2634"/>
                  <p:cNvCxnSpPr/>
                  <p:nvPr/>
                </p:nvCxnSpPr>
                <p:spPr>
                  <a:xfrm>
                    <a:off x="8507961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6" name="直線接點 2635"/>
                  <p:cNvCxnSpPr/>
                  <p:nvPr/>
                </p:nvCxnSpPr>
                <p:spPr>
                  <a:xfrm>
                    <a:off x="854820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7" name="直線接點 2636"/>
                  <p:cNvCxnSpPr/>
                  <p:nvPr/>
                </p:nvCxnSpPr>
                <p:spPr>
                  <a:xfrm>
                    <a:off x="858845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8" name="直線接點 2637"/>
                  <p:cNvCxnSpPr/>
                  <p:nvPr/>
                </p:nvCxnSpPr>
                <p:spPr>
                  <a:xfrm>
                    <a:off x="862869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39" name="直線接點 2638"/>
                  <p:cNvCxnSpPr/>
                  <p:nvPr/>
                </p:nvCxnSpPr>
                <p:spPr>
                  <a:xfrm>
                    <a:off x="866894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40" name="直線接點 2639"/>
                  <p:cNvCxnSpPr/>
                  <p:nvPr/>
                </p:nvCxnSpPr>
                <p:spPr>
                  <a:xfrm>
                    <a:off x="870918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41" name="直線接點 2640"/>
                  <p:cNvCxnSpPr/>
                  <p:nvPr/>
                </p:nvCxnSpPr>
                <p:spPr>
                  <a:xfrm>
                    <a:off x="8749433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613" name="群組 2612"/>
              <p:cNvGrpSpPr/>
              <p:nvPr/>
            </p:nvGrpSpPr>
            <p:grpSpPr>
              <a:xfrm>
                <a:off x="9569461" y="1977229"/>
                <a:ext cx="608812" cy="536707"/>
                <a:chOff x="8303107" y="1982407"/>
                <a:chExt cx="608812" cy="536707"/>
              </a:xfrm>
            </p:grpSpPr>
            <p:sp>
              <p:nvSpPr>
                <p:cNvPr id="2614" name="圓角矩形 2613"/>
                <p:cNvSpPr/>
                <p:nvPr/>
              </p:nvSpPr>
              <p:spPr>
                <a:xfrm>
                  <a:off x="8303107" y="2129259"/>
                  <a:ext cx="608812" cy="389855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615" name="橢圓 2614"/>
                <p:cNvSpPr/>
                <p:nvPr/>
              </p:nvSpPr>
              <p:spPr>
                <a:xfrm>
                  <a:off x="8426026" y="1986083"/>
                  <a:ext cx="104549" cy="109560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616" name="橢圓 2615"/>
                <p:cNvSpPr/>
                <p:nvPr/>
              </p:nvSpPr>
              <p:spPr>
                <a:xfrm>
                  <a:off x="8673704" y="1982407"/>
                  <a:ext cx="104549" cy="109560"/>
                </a:xfrm>
                <a:prstGeom prst="ellipse">
                  <a:avLst/>
                </a:prstGeom>
                <a:solidFill>
                  <a:srgbClr val="548235"/>
                </a:solidFill>
                <a:ln w="3175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sp>
              <p:nvSpPr>
                <p:cNvPr id="2617" name="圓角矩形 2616"/>
                <p:cNvSpPr/>
                <p:nvPr/>
              </p:nvSpPr>
              <p:spPr>
                <a:xfrm>
                  <a:off x="8365664" y="2172472"/>
                  <a:ext cx="489721" cy="319134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1">
                    <a:lumMod val="9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grpSp>
              <p:nvGrpSpPr>
                <p:cNvPr id="2618" name="群組 2617"/>
                <p:cNvGrpSpPr/>
                <p:nvPr/>
              </p:nvGrpSpPr>
              <p:grpSpPr>
                <a:xfrm>
                  <a:off x="8430143" y="2380845"/>
                  <a:ext cx="360000" cy="110762"/>
                  <a:chOff x="8430143" y="2380845"/>
                  <a:chExt cx="360000" cy="110762"/>
                </a:xfrm>
              </p:grpSpPr>
              <p:sp>
                <p:nvSpPr>
                  <p:cNvPr id="2619" name="圓角矩形 2618"/>
                  <p:cNvSpPr/>
                  <p:nvPr/>
                </p:nvSpPr>
                <p:spPr>
                  <a:xfrm>
                    <a:off x="8430143" y="2380845"/>
                    <a:ext cx="360000" cy="110761"/>
                  </a:xfrm>
                  <a:prstGeom prst="roundRect">
                    <a:avLst>
                      <a:gd name="adj" fmla="val 6250"/>
                    </a:avLst>
                  </a:prstGeom>
                  <a:solidFill>
                    <a:schemeClr val="bg2">
                      <a:lumMod val="25000"/>
                    </a:schemeClr>
                  </a:solidFill>
                  <a:ln w="317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541"/>
                  </a:p>
                </p:txBody>
              </p:sp>
              <p:cxnSp>
                <p:nvCxnSpPr>
                  <p:cNvPr id="2620" name="直線接點 2619"/>
                  <p:cNvCxnSpPr/>
                  <p:nvPr/>
                </p:nvCxnSpPr>
                <p:spPr>
                  <a:xfrm>
                    <a:off x="8467716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1" name="直線接點 2620"/>
                  <p:cNvCxnSpPr/>
                  <p:nvPr/>
                </p:nvCxnSpPr>
                <p:spPr>
                  <a:xfrm>
                    <a:off x="8507961" y="2407904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2" name="直線接點 2621"/>
                  <p:cNvCxnSpPr/>
                  <p:nvPr/>
                </p:nvCxnSpPr>
                <p:spPr>
                  <a:xfrm>
                    <a:off x="854820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3" name="直線接點 2622"/>
                  <p:cNvCxnSpPr/>
                  <p:nvPr/>
                </p:nvCxnSpPr>
                <p:spPr>
                  <a:xfrm>
                    <a:off x="858845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4" name="直線接點 2623"/>
                  <p:cNvCxnSpPr/>
                  <p:nvPr/>
                </p:nvCxnSpPr>
                <p:spPr>
                  <a:xfrm>
                    <a:off x="862869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5" name="直線接點 2624"/>
                  <p:cNvCxnSpPr/>
                  <p:nvPr/>
                </p:nvCxnSpPr>
                <p:spPr>
                  <a:xfrm>
                    <a:off x="8668941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6" name="直線接點 2625"/>
                  <p:cNvCxnSpPr/>
                  <p:nvPr/>
                </p:nvCxnSpPr>
                <p:spPr>
                  <a:xfrm>
                    <a:off x="8709186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27" name="直線接點 2626"/>
                  <p:cNvCxnSpPr/>
                  <p:nvPr/>
                </p:nvCxnSpPr>
                <p:spPr>
                  <a:xfrm>
                    <a:off x="8749433" y="2407903"/>
                    <a:ext cx="0" cy="83703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2811" name="群組 2810"/>
          <p:cNvGrpSpPr/>
          <p:nvPr/>
        </p:nvGrpSpPr>
        <p:grpSpPr>
          <a:xfrm>
            <a:off x="7478971" y="3191451"/>
            <a:ext cx="957465" cy="578852"/>
            <a:chOff x="8548430" y="1023112"/>
            <a:chExt cx="1118207" cy="676031"/>
          </a:xfrm>
        </p:grpSpPr>
        <p:sp>
          <p:nvSpPr>
            <p:cNvPr id="2784" name="圓角矩形 2783"/>
            <p:cNvSpPr/>
            <p:nvPr/>
          </p:nvSpPr>
          <p:spPr>
            <a:xfrm>
              <a:off x="8548430" y="1211987"/>
              <a:ext cx="1118207" cy="487156"/>
            </a:xfrm>
            <a:prstGeom prst="roundRect">
              <a:avLst>
                <a:gd name="adj" fmla="val 625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785" name="橢圓 2784"/>
            <p:cNvSpPr/>
            <p:nvPr/>
          </p:nvSpPr>
          <p:spPr>
            <a:xfrm>
              <a:off x="8671139" y="1023112"/>
              <a:ext cx="130643" cy="136904"/>
            </a:xfrm>
            <a:prstGeom prst="ellips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786" name="橢圓 2785"/>
            <p:cNvSpPr/>
            <p:nvPr/>
          </p:nvSpPr>
          <p:spPr>
            <a:xfrm>
              <a:off x="8920058" y="1023112"/>
              <a:ext cx="130643" cy="136904"/>
            </a:xfrm>
            <a:prstGeom prst="ellips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771" name="橢圓 2770"/>
            <p:cNvSpPr/>
            <p:nvPr/>
          </p:nvSpPr>
          <p:spPr>
            <a:xfrm>
              <a:off x="9168977" y="1023112"/>
              <a:ext cx="130643" cy="136904"/>
            </a:xfrm>
            <a:prstGeom prst="ellips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772" name="橢圓 2771"/>
            <p:cNvSpPr/>
            <p:nvPr/>
          </p:nvSpPr>
          <p:spPr>
            <a:xfrm>
              <a:off x="9417895" y="1023112"/>
              <a:ext cx="130643" cy="136904"/>
            </a:xfrm>
            <a:prstGeom prst="ellips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2801" name="群組 2800"/>
            <p:cNvGrpSpPr/>
            <p:nvPr/>
          </p:nvGrpSpPr>
          <p:grpSpPr>
            <a:xfrm>
              <a:off x="8652985" y="1293136"/>
              <a:ext cx="180000" cy="310502"/>
              <a:chOff x="8637817" y="1293612"/>
              <a:chExt cx="180000" cy="310502"/>
            </a:xfrm>
          </p:grpSpPr>
          <p:sp>
            <p:nvSpPr>
              <p:cNvPr id="2800" name="矩形 2799"/>
              <p:cNvSpPr/>
              <p:nvPr/>
            </p:nvSpPr>
            <p:spPr>
              <a:xfrm>
                <a:off x="8682817" y="1293612"/>
                <a:ext cx="90000" cy="10457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798" name="矩形 2797"/>
              <p:cNvSpPr/>
              <p:nvPr/>
            </p:nvSpPr>
            <p:spPr>
              <a:xfrm>
                <a:off x="8637817" y="1341156"/>
                <a:ext cx="180000" cy="26295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2802" name="群組 2801"/>
            <p:cNvGrpSpPr/>
            <p:nvPr/>
          </p:nvGrpSpPr>
          <p:grpSpPr>
            <a:xfrm>
              <a:off x="8895255" y="1292819"/>
              <a:ext cx="180000" cy="310502"/>
              <a:chOff x="8637817" y="1293612"/>
              <a:chExt cx="180000" cy="310502"/>
            </a:xfrm>
          </p:grpSpPr>
          <p:sp>
            <p:nvSpPr>
              <p:cNvPr id="2803" name="矩形 2802"/>
              <p:cNvSpPr/>
              <p:nvPr/>
            </p:nvSpPr>
            <p:spPr>
              <a:xfrm>
                <a:off x="8682817" y="1293612"/>
                <a:ext cx="90000" cy="10457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804" name="矩形 2803"/>
              <p:cNvSpPr/>
              <p:nvPr/>
            </p:nvSpPr>
            <p:spPr>
              <a:xfrm>
                <a:off x="8637817" y="1341156"/>
                <a:ext cx="180000" cy="26295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2805" name="群組 2804"/>
            <p:cNvGrpSpPr/>
            <p:nvPr/>
          </p:nvGrpSpPr>
          <p:grpSpPr>
            <a:xfrm>
              <a:off x="9137525" y="1292819"/>
              <a:ext cx="180000" cy="310502"/>
              <a:chOff x="8637817" y="1293612"/>
              <a:chExt cx="180000" cy="310502"/>
            </a:xfrm>
          </p:grpSpPr>
          <p:sp>
            <p:nvSpPr>
              <p:cNvPr id="2806" name="矩形 2805"/>
              <p:cNvSpPr/>
              <p:nvPr/>
            </p:nvSpPr>
            <p:spPr>
              <a:xfrm>
                <a:off x="8682817" y="1293612"/>
                <a:ext cx="90000" cy="10457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807" name="矩形 2806"/>
              <p:cNvSpPr/>
              <p:nvPr/>
            </p:nvSpPr>
            <p:spPr>
              <a:xfrm>
                <a:off x="8637817" y="1341156"/>
                <a:ext cx="180000" cy="26295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2808" name="群組 2807"/>
            <p:cNvGrpSpPr/>
            <p:nvPr/>
          </p:nvGrpSpPr>
          <p:grpSpPr>
            <a:xfrm>
              <a:off x="9379795" y="1292502"/>
              <a:ext cx="180000" cy="310502"/>
              <a:chOff x="8637817" y="1293612"/>
              <a:chExt cx="180000" cy="310502"/>
            </a:xfrm>
          </p:grpSpPr>
          <p:sp>
            <p:nvSpPr>
              <p:cNvPr id="2809" name="矩形 2808"/>
              <p:cNvSpPr/>
              <p:nvPr/>
            </p:nvSpPr>
            <p:spPr>
              <a:xfrm>
                <a:off x="8682817" y="1293612"/>
                <a:ext cx="90000" cy="10457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810" name="矩形 2809"/>
              <p:cNvSpPr/>
              <p:nvPr/>
            </p:nvSpPr>
            <p:spPr>
              <a:xfrm>
                <a:off x="8637817" y="1341156"/>
                <a:ext cx="180000" cy="26295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</p:grpSp>
      <p:grpSp>
        <p:nvGrpSpPr>
          <p:cNvPr id="2812" name="群組 2811"/>
          <p:cNvGrpSpPr/>
          <p:nvPr/>
        </p:nvGrpSpPr>
        <p:grpSpPr>
          <a:xfrm>
            <a:off x="8694346" y="3182262"/>
            <a:ext cx="957465" cy="578852"/>
            <a:chOff x="8548430" y="1023112"/>
            <a:chExt cx="1118207" cy="676031"/>
          </a:xfrm>
        </p:grpSpPr>
        <p:sp>
          <p:nvSpPr>
            <p:cNvPr id="2813" name="圓角矩形 2812"/>
            <p:cNvSpPr/>
            <p:nvPr/>
          </p:nvSpPr>
          <p:spPr>
            <a:xfrm>
              <a:off x="8548430" y="1211987"/>
              <a:ext cx="1118207" cy="487156"/>
            </a:xfrm>
            <a:prstGeom prst="roundRect">
              <a:avLst>
                <a:gd name="adj" fmla="val 625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14" name="橢圓 2813"/>
            <p:cNvSpPr/>
            <p:nvPr/>
          </p:nvSpPr>
          <p:spPr>
            <a:xfrm>
              <a:off x="8671139" y="1023112"/>
              <a:ext cx="130643" cy="136904"/>
            </a:xfrm>
            <a:prstGeom prst="ellips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15" name="橢圓 2814"/>
            <p:cNvSpPr/>
            <p:nvPr/>
          </p:nvSpPr>
          <p:spPr>
            <a:xfrm>
              <a:off x="8920058" y="1023112"/>
              <a:ext cx="130643" cy="136904"/>
            </a:xfrm>
            <a:prstGeom prst="ellips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16" name="橢圓 2815"/>
            <p:cNvSpPr/>
            <p:nvPr/>
          </p:nvSpPr>
          <p:spPr>
            <a:xfrm>
              <a:off x="9168977" y="1023112"/>
              <a:ext cx="130643" cy="136904"/>
            </a:xfrm>
            <a:prstGeom prst="ellips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17" name="橢圓 2816"/>
            <p:cNvSpPr/>
            <p:nvPr/>
          </p:nvSpPr>
          <p:spPr>
            <a:xfrm>
              <a:off x="9417895" y="1023112"/>
              <a:ext cx="130643" cy="136904"/>
            </a:xfrm>
            <a:prstGeom prst="ellips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2818" name="群組 2817"/>
            <p:cNvGrpSpPr/>
            <p:nvPr/>
          </p:nvGrpSpPr>
          <p:grpSpPr>
            <a:xfrm>
              <a:off x="8652985" y="1293136"/>
              <a:ext cx="180000" cy="310502"/>
              <a:chOff x="8637817" y="1293612"/>
              <a:chExt cx="180000" cy="310502"/>
            </a:xfrm>
          </p:grpSpPr>
          <p:sp>
            <p:nvSpPr>
              <p:cNvPr id="2828" name="矩形 2827"/>
              <p:cNvSpPr/>
              <p:nvPr/>
            </p:nvSpPr>
            <p:spPr>
              <a:xfrm>
                <a:off x="8682817" y="1293612"/>
                <a:ext cx="90000" cy="10457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829" name="矩形 2828"/>
              <p:cNvSpPr/>
              <p:nvPr/>
            </p:nvSpPr>
            <p:spPr>
              <a:xfrm>
                <a:off x="8637817" y="1341156"/>
                <a:ext cx="180000" cy="26295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2819" name="群組 2818"/>
            <p:cNvGrpSpPr/>
            <p:nvPr/>
          </p:nvGrpSpPr>
          <p:grpSpPr>
            <a:xfrm>
              <a:off x="8895255" y="1292819"/>
              <a:ext cx="180000" cy="310502"/>
              <a:chOff x="8637817" y="1293612"/>
              <a:chExt cx="180000" cy="310502"/>
            </a:xfrm>
          </p:grpSpPr>
          <p:sp>
            <p:nvSpPr>
              <p:cNvPr id="2826" name="矩形 2825"/>
              <p:cNvSpPr/>
              <p:nvPr/>
            </p:nvSpPr>
            <p:spPr>
              <a:xfrm>
                <a:off x="8682817" y="1293612"/>
                <a:ext cx="90000" cy="10457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827" name="矩形 2826"/>
              <p:cNvSpPr/>
              <p:nvPr/>
            </p:nvSpPr>
            <p:spPr>
              <a:xfrm>
                <a:off x="8637817" y="1341156"/>
                <a:ext cx="180000" cy="26295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2820" name="群組 2819"/>
            <p:cNvGrpSpPr/>
            <p:nvPr/>
          </p:nvGrpSpPr>
          <p:grpSpPr>
            <a:xfrm>
              <a:off x="9137525" y="1292819"/>
              <a:ext cx="180000" cy="310502"/>
              <a:chOff x="8637817" y="1293612"/>
              <a:chExt cx="180000" cy="310502"/>
            </a:xfrm>
          </p:grpSpPr>
          <p:sp>
            <p:nvSpPr>
              <p:cNvPr id="2824" name="矩形 2823"/>
              <p:cNvSpPr/>
              <p:nvPr/>
            </p:nvSpPr>
            <p:spPr>
              <a:xfrm>
                <a:off x="8682817" y="1293612"/>
                <a:ext cx="90000" cy="10457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825" name="矩形 2824"/>
              <p:cNvSpPr/>
              <p:nvPr/>
            </p:nvSpPr>
            <p:spPr>
              <a:xfrm>
                <a:off x="8637817" y="1341156"/>
                <a:ext cx="180000" cy="26295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2821" name="群組 2820"/>
            <p:cNvGrpSpPr/>
            <p:nvPr/>
          </p:nvGrpSpPr>
          <p:grpSpPr>
            <a:xfrm>
              <a:off x="9379795" y="1292502"/>
              <a:ext cx="180000" cy="310502"/>
              <a:chOff x="8637817" y="1293612"/>
              <a:chExt cx="180000" cy="310502"/>
            </a:xfrm>
          </p:grpSpPr>
          <p:sp>
            <p:nvSpPr>
              <p:cNvPr id="2822" name="矩形 2821"/>
              <p:cNvSpPr/>
              <p:nvPr/>
            </p:nvSpPr>
            <p:spPr>
              <a:xfrm>
                <a:off x="8682817" y="1293612"/>
                <a:ext cx="90000" cy="10457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823" name="矩形 2822"/>
              <p:cNvSpPr/>
              <p:nvPr/>
            </p:nvSpPr>
            <p:spPr>
              <a:xfrm>
                <a:off x="8637817" y="1341156"/>
                <a:ext cx="180000" cy="26295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</p:grpSp>
      <p:sp>
        <p:nvSpPr>
          <p:cNvPr id="2837" name="矩形 2836"/>
          <p:cNvSpPr/>
          <p:nvPr/>
        </p:nvSpPr>
        <p:spPr>
          <a:xfrm>
            <a:off x="7044890" y="803554"/>
            <a:ext cx="3036917" cy="1530322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sp>
        <p:nvSpPr>
          <p:cNvPr id="2838" name="橢圓 2837"/>
          <p:cNvSpPr>
            <a:spLocks noChangeAspect="1"/>
          </p:cNvSpPr>
          <p:nvPr/>
        </p:nvSpPr>
        <p:spPr>
          <a:xfrm>
            <a:off x="9892580" y="1129024"/>
            <a:ext cx="154125" cy="1541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sp>
        <p:nvSpPr>
          <p:cNvPr id="2839" name="橢圓 2838"/>
          <p:cNvSpPr>
            <a:spLocks noChangeAspect="1"/>
          </p:cNvSpPr>
          <p:nvPr/>
        </p:nvSpPr>
        <p:spPr>
          <a:xfrm>
            <a:off x="7076844" y="1129373"/>
            <a:ext cx="154125" cy="154125"/>
          </a:xfrm>
          <a:prstGeom prst="ellipse">
            <a:avLst/>
          </a:prstGeom>
          <a:solidFill>
            <a:schemeClr val="bg1">
              <a:lumMod val="75000"/>
            </a:schemeClr>
          </a:solidFill>
          <a:ln w="31750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grpSp>
        <p:nvGrpSpPr>
          <p:cNvPr id="2840" name="群組 2839"/>
          <p:cNvGrpSpPr/>
          <p:nvPr/>
        </p:nvGrpSpPr>
        <p:grpSpPr>
          <a:xfrm>
            <a:off x="7377228" y="919892"/>
            <a:ext cx="2306987" cy="94934"/>
            <a:chOff x="2231870" y="583337"/>
            <a:chExt cx="2694291" cy="110872"/>
          </a:xfrm>
        </p:grpSpPr>
        <p:sp>
          <p:nvSpPr>
            <p:cNvPr id="2841" name="矩形 2840"/>
            <p:cNvSpPr/>
            <p:nvPr/>
          </p:nvSpPr>
          <p:spPr>
            <a:xfrm>
              <a:off x="22318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42" name="矩形 2841"/>
            <p:cNvSpPr/>
            <p:nvPr/>
          </p:nvSpPr>
          <p:spPr>
            <a:xfrm>
              <a:off x="23842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43" name="矩形 2842"/>
            <p:cNvSpPr/>
            <p:nvPr/>
          </p:nvSpPr>
          <p:spPr>
            <a:xfrm>
              <a:off x="25366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44" name="矩形 2843"/>
            <p:cNvSpPr/>
            <p:nvPr/>
          </p:nvSpPr>
          <p:spPr>
            <a:xfrm>
              <a:off x="26890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45" name="矩形 2844"/>
            <p:cNvSpPr/>
            <p:nvPr/>
          </p:nvSpPr>
          <p:spPr>
            <a:xfrm>
              <a:off x="28414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46" name="矩形 2845"/>
            <p:cNvSpPr/>
            <p:nvPr/>
          </p:nvSpPr>
          <p:spPr>
            <a:xfrm>
              <a:off x="29938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47" name="矩形 2846"/>
            <p:cNvSpPr/>
            <p:nvPr/>
          </p:nvSpPr>
          <p:spPr>
            <a:xfrm>
              <a:off x="31462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48" name="矩形 2847"/>
            <p:cNvSpPr/>
            <p:nvPr/>
          </p:nvSpPr>
          <p:spPr>
            <a:xfrm>
              <a:off x="32986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49" name="矩形 2848"/>
            <p:cNvSpPr/>
            <p:nvPr/>
          </p:nvSpPr>
          <p:spPr>
            <a:xfrm>
              <a:off x="34510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50" name="矩形 2849"/>
            <p:cNvSpPr/>
            <p:nvPr/>
          </p:nvSpPr>
          <p:spPr>
            <a:xfrm>
              <a:off x="36034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51" name="矩形 2850"/>
            <p:cNvSpPr/>
            <p:nvPr/>
          </p:nvSpPr>
          <p:spPr>
            <a:xfrm>
              <a:off x="37558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52" name="矩形 2851"/>
            <p:cNvSpPr/>
            <p:nvPr/>
          </p:nvSpPr>
          <p:spPr>
            <a:xfrm>
              <a:off x="39082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53" name="矩形 2852"/>
            <p:cNvSpPr/>
            <p:nvPr/>
          </p:nvSpPr>
          <p:spPr>
            <a:xfrm>
              <a:off x="40606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54" name="矩形 2853"/>
            <p:cNvSpPr/>
            <p:nvPr/>
          </p:nvSpPr>
          <p:spPr>
            <a:xfrm>
              <a:off x="4213070" y="583337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55" name="矩形 2854"/>
            <p:cNvSpPr/>
            <p:nvPr/>
          </p:nvSpPr>
          <p:spPr>
            <a:xfrm>
              <a:off x="43609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56" name="矩形 2855"/>
            <p:cNvSpPr/>
            <p:nvPr/>
          </p:nvSpPr>
          <p:spPr>
            <a:xfrm>
              <a:off x="45133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57" name="矩形 2856"/>
            <p:cNvSpPr/>
            <p:nvPr/>
          </p:nvSpPr>
          <p:spPr>
            <a:xfrm>
              <a:off x="46657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58" name="矩形 2857"/>
            <p:cNvSpPr/>
            <p:nvPr/>
          </p:nvSpPr>
          <p:spPr>
            <a:xfrm>
              <a:off x="4818161" y="586209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sp>
        <p:nvSpPr>
          <p:cNvPr id="2859" name="文字方塊 2858"/>
          <p:cNvSpPr txBox="1"/>
          <p:nvPr/>
        </p:nvSpPr>
        <p:spPr>
          <a:xfrm>
            <a:off x="7813180" y="2058344"/>
            <a:ext cx="2278188" cy="329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41" dirty="0"/>
              <a:t>0                           1            </a:t>
            </a:r>
            <a:endParaRPr lang="zh-TW" altLang="en-US" sz="1541" dirty="0"/>
          </a:p>
        </p:txBody>
      </p:sp>
      <p:grpSp>
        <p:nvGrpSpPr>
          <p:cNvPr id="2860" name="群組 2859"/>
          <p:cNvGrpSpPr/>
          <p:nvPr/>
        </p:nvGrpSpPr>
        <p:grpSpPr>
          <a:xfrm>
            <a:off x="7370339" y="1057324"/>
            <a:ext cx="2311199" cy="238055"/>
            <a:chOff x="1708639" y="3678402"/>
            <a:chExt cx="2699211" cy="278020"/>
          </a:xfrm>
        </p:grpSpPr>
        <p:sp>
          <p:nvSpPr>
            <p:cNvPr id="2861" name="矩形 2860"/>
            <p:cNvSpPr/>
            <p:nvPr/>
          </p:nvSpPr>
          <p:spPr>
            <a:xfrm>
              <a:off x="17086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62" name="矩形 2861"/>
            <p:cNvSpPr/>
            <p:nvPr/>
          </p:nvSpPr>
          <p:spPr>
            <a:xfrm>
              <a:off x="18610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63" name="矩形 2862"/>
            <p:cNvSpPr/>
            <p:nvPr/>
          </p:nvSpPr>
          <p:spPr>
            <a:xfrm>
              <a:off x="20134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64" name="矩形 2863"/>
            <p:cNvSpPr/>
            <p:nvPr/>
          </p:nvSpPr>
          <p:spPr>
            <a:xfrm>
              <a:off x="21658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65" name="矩形 2864"/>
            <p:cNvSpPr/>
            <p:nvPr/>
          </p:nvSpPr>
          <p:spPr>
            <a:xfrm>
              <a:off x="23182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66" name="矩形 2865"/>
            <p:cNvSpPr/>
            <p:nvPr/>
          </p:nvSpPr>
          <p:spPr>
            <a:xfrm>
              <a:off x="24706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67" name="矩形 2866"/>
            <p:cNvSpPr/>
            <p:nvPr/>
          </p:nvSpPr>
          <p:spPr>
            <a:xfrm>
              <a:off x="26230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68" name="矩形 2867"/>
            <p:cNvSpPr/>
            <p:nvPr/>
          </p:nvSpPr>
          <p:spPr>
            <a:xfrm>
              <a:off x="27754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69" name="矩形 2868"/>
            <p:cNvSpPr/>
            <p:nvPr/>
          </p:nvSpPr>
          <p:spPr>
            <a:xfrm>
              <a:off x="29278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70" name="矩形 2869"/>
            <p:cNvSpPr/>
            <p:nvPr/>
          </p:nvSpPr>
          <p:spPr>
            <a:xfrm>
              <a:off x="30802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71" name="矩形 2870"/>
            <p:cNvSpPr/>
            <p:nvPr/>
          </p:nvSpPr>
          <p:spPr>
            <a:xfrm>
              <a:off x="32326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72" name="矩形 2871"/>
            <p:cNvSpPr/>
            <p:nvPr/>
          </p:nvSpPr>
          <p:spPr>
            <a:xfrm>
              <a:off x="33850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73" name="矩形 2872"/>
            <p:cNvSpPr/>
            <p:nvPr/>
          </p:nvSpPr>
          <p:spPr>
            <a:xfrm>
              <a:off x="35374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74" name="矩形 2873"/>
            <p:cNvSpPr/>
            <p:nvPr/>
          </p:nvSpPr>
          <p:spPr>
            <a:xfrm>
              <a:off x="3689839" y="367840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75" name="矩形 2874"/>
            <p:cNvSpPr/>
            <p:nvPr/>
          </p:nvSpPr>
          <p:spPr>
            <a:xfrm>
              <a:off x="1713559" y="384555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76" name="矩形 2875"/>
            <p:cNvSpPr/>
            <p:nvPr/>
          </p:nvSpPr>
          <p:spPr>
            <a:xfrm>
              <a:off x="1865959" y="384555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77" name="矩形 2876"/>
            <p:cNvSpPr/>
            <p:nvPr/>
          </p:nvSpPr>
          <p:spPr>
            <a:xfrm>
              <a:off x="2018359" y="384555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78" name="矩形 2877"/>
            <p:cNvSpPr/>
            <p:nvPr/>
          </p:nvSpPr>
          <p:spPr>
            <a:xfrm>
              <a:off x="38377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79" name="矩形 2878"/>
            <p:cNvSpPr/>
            <p:nvPr/>
          </p:nvSpPr>
          <p:spPr>
            <a:xfrm>
              <a:off x="39901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80" name="矩形 2879"/>
            <p:cNvSpPr/>
            <p:nvPr/>
          </p:nvSpPr>
          <p:spPr>
            <a:xfrm>
              <a:off x="41425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81" name="矩形 2880"/>
            <p:cNvSpPr/>
            <p:nvPr/>
          </p:nvSpPr>
          <p:spPr>
            <a:xfrm>
              <a:off x="4294930" y="36812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82" name="矩形 2881"/>
            <p:cNvSpPr/>
            <p:nvPr/>
          </p:nvSpPr>
          <p:spPr>
            <a:xfrm>
              <a:off x="3995050" y="384842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83" name="矩形 2882"/>
            <p:cNvSpPr/>
            <p:nvPr/>
          </p:nvSpPr>
          <p:spPr>
            <a:xfrm>
              <a:off x="4147450" y="384842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84" name="矩形 2883"/>
            <p:cNvSpPr/>
            <p:nvPr/>
          </p:nvSpPr>
          <p:spPr>
            <a:xfrm>
              <a:off x="4299850" y="3848422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cxnSp>
        <p:nvCxnSpPr>
          <p:cNvPr id="2885" name="肘形接點 2884"/>
          <p:cNvCxnSpPr/>
          <p:nvPr/>
        </p:nvCxnSpPr>
        <p:spPr>
          <a:xfrm rot="5400000" flipH="1" flipV="1">
            <a:off x="8553746" y="842682"/>
            <a:ext cx="9248" cy="1263825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7" name="文字方塊 2886"/>
          <p:cNvSpPr txBox="1"/>
          <p:nvPr/>
        </p:nvSpPr>
        <p:spPr>
          <a:xfrm>
            <a:off x="8336267" y="1175353"/>
            <a:ext cx="372679" cy="276999"/>
          </a:xfrm>
          <a:prstGeom prst="rect">
            <a:avLst/>
          </a:prstGeom>
          <a:solidFill>
            <a:srgbClr val="5B9BD5"/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P1</a:t>
            </a:r>
            <a:endParaRPr lang="zh-TW" altLang="en-US" sz="1200" dirty="0"/>
          </a:p>
        </p:txBody>
      </p:sp>
      <p:grpSp>
        <p:nvGrpSpPr>
          <p:cNvPr id="2889" name="群組 2888"/>
          <p:cNvGrpSpPr/>
          <p:nvPr/>
        </p:nvGrpSpPr>
        <p:grpSpPr>
          <a:xfrm>
            <a:off x="7101018" y="1349083"/>
            <a:ext cx="92475" cy="852382"/>
            <a:chOff x="8987487" y="3847218"/>
            <a:chExt cx="108000" cy="995483"/>
          </a:xfrm>
        </p:grpSpPr>
        <p:sp>
          <p:nvSpPr>
            <p:cNvPr id="2890" name="矩形 2889"/>
            <p:cNvSpPr/>
            <p:nvPr/>
          </p:nvSpPr>
          <p:spPr>
            <a:xfrm>
              <a:off x="8987487" y="384721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91" name="矩形 2890"/>
            <p:cNvSpPr/>
            <p:nvPr/>
          </p:nvSpPr>
          <p:spPr>
            <a:xfrm>
              <a:off x="8987487" y="4143046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92" name="矩形 2891"/>
            <p:cNvSpPr/>
            <p:nvPr/>
          </p:nvSpPr>
          <p:spPr>
            <a:xfrm>
              <a:off x="8987487" y="44388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93" name="矩形 2892"/>
            <p:cNvSpPr/>
            <p:nvPr/>
          </p:nvSpPr>
          <p:spPr>
            <a:xfrm>
              <a:off x="8987487" y="3995132"/>
              <a:ext cx="108000" cy="255914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94" name="矩形 2893"/>
            <p:cNvSpPr/>
            <p:nvPr/>
          </p:nvSpPr>
          <p:spPr>
            <a:xfrm>
              <a:off x="8987487" y="4734701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95" name="矩形 2894"/>
            <p:cNvSpPr/>
            <p:nvPr/>
          </p:nvSpPr>
          <p:spPr>
            <a:xfrm>
              <a:off x="8987487" y="429096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96" name="矩形 2895"/>
            <p:cNvSpPr/>
            <p:nvPr/>
          </p:nvSpPr>
          <p:spPr>
            <a:xfrm>
              <a:off x="8987487" y="458678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2897" name="群組 2896"/>
          <p:cNvGrpSpPr/>
          <p:nvPr/>
        </p:nvGrpSpPr>
        <p:grpSpPr>
          <a:xfrm>
            <a:off x="9934778" y="1325219"/>
            <a:ext cx="92475" cy="725732"/>
            <a:chOff x="8987487" y="3847218"/>
            <a:chExt cx="108000" cy="847570"/>
          </a:xfrm>
        </p:grpSpPr>
        <p:sp>
          <p:nvSpPr>
            <p:cNvPr id="2898" name="矩形 2897"/>
            <p:cNvSpPr/>
            <p:nvPr/>
          </p:nvSpPr>
          <p:spPr>
            <a:xfrm>
              <a:off x="8987487" y="384721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899" name="矩形 2898"/>
            <p:cNvSpPr/>
            <p:nvPr/>
          </p:nvSpPr>
          <p:spPr>
            <a:xfrm>
              <a:off x="8987487" y="4143046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900" name="矩形 2899"/>
            <p:cNvSpPr/>
            <p:nvPr/>
          </p:nvSpPr>
          <p:spPr>
            <a:xfrm>
              <a:off x="8987487" y="4438874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901" name="矩形 2900"/>
            <p:cNvSpPr/>
            <p:nvPr/>
          </p:nvSpPr>
          <p:spPr>
            <a:xfrm>
              <a:off x="8987487" y="3995132"/>
              <a:ext cx="108000" cy="25533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903" name="矩形 2902"/>
            <p:cNvSpPr/>
            <p:nvPr/>
          </p:nvSpPr>
          <p:spPr>
            <a:xfrm>
              <a:off x="8987487" y="4290960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904" name="矩形 2903"/>
            <p:cNvSpPr/>
            <p:nvPr/>
          </p:nvSpPr>
          <p:spPr>
            <a:xfrm>
              <a:off x="8987487" y="4586788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2905" name="群組 2904"/>
          <p:cNvGrpSpPr/>
          <p:nvPr/>
        </p:nvGrpSpPr>
        <p:grpSpPr>
          <a:xfrm>
            <a:off x="7672145" y="1475734"/>
            <a:ext cx="549876" cy="578852"/>
            <a:chOff x="8548430" y="1023112"/>
            <a:chExt cx="642191" cy="676031"/>
          </a:xfrm>
        </p:grpSpPr>
        <p:sp>
          <p:nvSpPr>
            <p:cNvPr id="2906" name="圓角矩形 2905"/>
            <p:cNvSpPr/>
            <p:nvPr/>
          </p:nvSpPr>
          <p:spPr>
            <a:xfrm>
              <a:off x="8548430" y="1211987"/>
              <a:ext cx="642191" cy="487156"/>
            </a:xfrm>
            <a:prstGeom prst="roundRect">
              <a:avLst>
                <a:gd name="adj" fmla="val 625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907" name="橢圓 2906"/>
            <p:cNvSpPr/>
            <p:nvPr/>
          </p:nvSpPr>
          <p:spPr>
            <a:xfrm>
              <a:off x="8671139" y="1023112"/>
              <a:ext cx="130643" cy="136904"/>
            </a:xfrm>
            <a:prstGeom prst="ellips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908" name="橢圓 2907"/>
            <p:cNvSpPr/>
            <p:nvPr/>
          </p:nvSpPr>
          <p:spPr>
            <a:xfrm>
              <a:off x="8920058" y="1023112"/>
              <a:ext cx="130643" cy="136904"/>
            </a:xfrm>
            <a:prstGeom prst="ellips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2911" name="群組 2910"/>
            <p:cNvGrpSpPr/>
            <p:nvPr/>
          </p:nvGrpSpPr>
          <p:grpSpPr>
            <a:xfrm>
              <a:off x="8652985" y="1293136"/>
              <a:ext cx="180000" cy="310502"/>
              <a:chOff x="8637817" y="1293612"/>
              <a:chExt cx="180000" cy="310502"/>
            </a:xfrm>
          </p:grpSpPr>
          <p:sp>
            <p:nvSpPr>
              <p:cNvPr id="2921" name="矩形 2920"/>
              <p:cNvSpPr/>
              <p:nvPr/>
            </p:nvSpPr>
            <p:spPr>
              <a:xfrm>
                <a:off x="8682817" y="1293612"/>
                <a:ext cx="90000" cy="10457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922" name="矩形 2921"/>
              <p:cNvSpPr/>
              <p:nvPr/>
            </p:nvSpPr>
            <p:spPr>
              <a:xfrm>
                <a:off x="8637817" y="1341156"/>
                <a:ext cx="180000" cy="26295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2912" name="群組 2911"/>
            <p:cNvGrpSpPr/>
            <p:nvPr/>
          </p:nvGrpSpPr>
          <p:grpSpPr>
            <a:xfrm>
              <a:off x="8895255" y="1292819"/>
              <a:ext cx="180000" cy="310502"/>
              <a:chOff x="8637817" y="1293612"/>
              <a:chExt cx="180000" cy="310502"/>
            </a:xfrm>
          </p:grpSpPr>
          <p:sp>
            <p:nvSpPr>
              <p:cNvPr id="2919" name="矩形 2918"/>
              <p:cNvSpPr/>
              <p:nvPr/>
            </p:nvSpPr>
            <p:spPr>
              <a:xfrm>
                <a:off x="8682817" y="1293612"/>
                <a:ext cx="90000" cy="10457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920" name="矩形 2919"/>
              <p:cNvSpPr/>
              <p:nvPr/>
            </p:nvSpPr>
            <p:spPr>
              <a:xfrm>
                <a:off x="8637817" y="1341156"/>
                <a:ext cx="180000" cy="26295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</p:grpSp>
      <p:grpSp>
        <p:nvGrpSpPr>
          <p:cNvPr id="2941" name="群組 2940"/>
          <p:cNvGrpSpPr/>
          <p:nvPr/>
        </p:nvGrpSpPr>
        <p:grpSpPr>
          <a:xfrm>
            <a:off x="8944881" y="1475734"/>
            <a:ext cx="549876" cy="578852"/>
            <a:chOff x="8548430" y="1023112"/>
            <a:chExt cx="642191" cy="676031"/>
          </a:xfrm>
        </p:grpSpPr>
        <p:sp>
          <p:nvSpPr>
            <p:cNvPr id="2942" name="圓角矩形 2941"/>
            <p:cNvSpPr/>
            <p:nvPr/>
          </p:nvSpPr>
          <p:spPr>
            <a:xfrm>
              <a:off x="8548430" y="1211987"/>
              <a:ext cx="642191" cy="487156"/>
            </a:xfrm>
            <a:prstGeom prst="roundRect">
              <a:avLst>
                <a:gd name="adj" fmla="val 625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943" name="橢圓 2942"/>
            <p:cNvSpPr/>
            <p:nvPr/>
          </p:nvSpPr>
          <p:spPr>
            <a:xfrm>
              <a:off x="8671139" y="1023112"/>
              <a:ext cx="130643" cy="136904"/>
            </a:xfrm>
            <a:prstGeom prst="ellips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944" name="橢圓 2943"/>
            <p:cNvSpPr/>
            <p:nvPr/>
          </p:nvSpPr>
          <p:spPr>
            <a:xfrm>
              <a:off x="8920058" y="1023112"/>
              <a:ext cx="130643" cy="136904"/>
            </a:xfrm>
            <a:prstGeom prst="ellipse">
              <a:avLst/>
            </a:prstGeom>
            <a:solidFill>
              <a:srgbClr val="548235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2945" name="群組 2944"/>
            <p:cNvGrpSpPr/>
            <p:nvPr/>
          </p:nvGrpSpPr>
          <p:grpSpPr>
            <a:xfrm>
              <a:off x="8652985" y="1293136"/>
              <a:ext cx="180000" cy="310502"/>
              <a:chOff x="8637817" y="1293612"/>
              <a:chExt cx="180000" cy="310502"/>
            </a:xfrm>
          </p:grpSpPr>
          <p:sp>
            <p:nvSpPr>
              <p:cNvPr id="2949" name="矩形 2948"/>
              <p:cNvSpPr/>
              <p:nvPr/>
            </p:nvSpPr>
            <p:spPr>
              <a:xfrm>
                <a:off x="8682817" y="1293612"/>
                <a:ext cx="90000" cy="10457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950" name="矩形 2949"/>
              <p:cNvSpPr/>
              <p:nvPr/>
            </p:nvSpPr>
            <p:spPr>
              <a:xfrm>
                <a:off x="8637817" y="1341156"/>
                <a:ext cx="180000" cy="26295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2946" name="群組 2945"/>
            <p:cNvGrpSpPr/>
            <p:nvPr/>
          </p:nvGrpSpPr>
          <p:grpSpPr>
            <a:xfrm>
              <a:off x="8895255" y="1292819"/>
              <a:ext cx="180000" cy="310502"/>
              <a:chOff x="8637817" y="1293612"/>
              <a:chExt cx="180000" cy="310502"/>
            </a:xfrm>
          </p:grpSpPr>
          <p:sp>
            <p:nvSpPr>
              <p:cNvPr id="2947" name="矩形 2946"/>
              <p:cNvSpPr/>
              <p:nvPr/>
            </p:nvSpPr>
            <p:spPr>
              <a:xfrm>
                <a:off x="8682817" y="1293612"/>
                <a:ext cx="90000" cy="10457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948" name="矩形 2947"/>
              <p:cNvSpPr/>
              <p:nvPr/>
            </p:nvSpPr>
            <p:spPr>
              <a:xfrm>
                <a:off x="8637817" y="1341156"/>
                <a:ext cx="180000" cy="26295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</p:grpSp>
      <p:sp>
        <p:nvSpPr>
          <p:cNvPr id="2952" name="文字方塊 2951"/>
          <p:cNvSpPr txBox="1"/>
          <p:nvPr/>
        </p:nvSpPr>
        <p:spPr>
          <a:xfrm>
            <a:off x="3786660" y="2144739"/>
            <a:ext cx="362600" cy="215444"/>
          </a:xfrm>
          <a:prstGeom prst="rect">
            <a:avLst/>
          </a:prstGeom>
          <a:solidFill>
            <a:schemeClr val="tx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TW" sz="800" dirty="0" err="1">
                <a:solidFill>
                  <a:schemeClr val="bg1"/>
                </a:solidFill>
              </a:rPr>
              <a:t>PoE</a:t>
            </a:r>
            <a:endParaRPr lang="zh-TW" altLang="en-US" sz="800" dirty="0">
              <a:solidFill>
                <a:schemeClr val="bg1"/>
              </a:solidFill>
            </a:endParaRPr>
          </a:p>
        </p:txBody>
      </p:sp>
      <p:sp>
        <p:nvSpPr>
          <p:cNvPr id="2953" name="文字方塊 2952"/>
          <p:cNvSpPr txBox="1"/>
          <p:nvPr/>
        </p:nvSpPr>
        <p:spPr>
          <a:xfrm>
            <a:off x="4245592" y="2090992"/>
            <a:ext cx="2303836" cy="329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41" dirty="0"/>
              <a:t>0           1            2           3 </a:t>
            </a:r>
            <a:endParaRPr lang="zh-TW" altLang="en-US" sz="1541" dirty="0"/>
          </a:p>
        </p:txBody>
      </p:sp>
      <p:grpSp>
        <p:nvGrpSpPr>
          <p:cNvPr id="2" name="群組 1"/>
          <p:cNvGrpSpPr/>
          <p:nvPr/>
        </p:nvGrpSpPr>
        <p:grpSpPr>
          <a:xfrm>
            <a:off x="570588" y="2624340"/>
            <a:ext cx="2868754" cy="100108"/>
            <a:chOff x="811593" y="2379219"/>
            <a:chExt cx="3350370" cy="116914"/>
          </a:xfrm>
        </p:grpSpPr>
        <p:grpSp>
          <p:nvGrpSpPr>
            <p:cNvPr id="2585" name="群組 2584"/>
            <p:cNvGrpSpPr/>
            <p:nvPr/>
          </p:nvGrpSpPr>
          <p:grpSpPr>
            <a:xfrm>
              <a:off x="811593" y="2379219"/>
              <a:ext cx="3350370" cy="110262"/>
              <a:chOff x="8136702" y="1325044"/>
              <a:chExt cx="3350370" cy="110262"/>
            </a:xfrm>
          </p:grpSpPr>
          <p:sp>
            <p:nvSpPr>
              <p:cNvPr id="2578" name="矩形 2577"/>
              <p:cNvSpPr/>
              <p:nvPr/>
            </p:nvSpPr>
            <p:spPr>
              <a:xfrm>
                <a:off x="11078275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579" name="矩形 2578"/>
              <p:cNvSpPr/>
              <p:nvPr/>
            </p:nvSpPr>
            <p:spPr>
              <a:xfrm>
                <a:off x="11230675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580" name="矩形 2579"/>
              <p:cNvSpPr/>
              <p:nvPr/>
            </p:nvSpPr>
            <p:spPr>
              <a:xfrm>
                <a:off x="8136702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581" name="矩形 2580"/>
              <p:cNvSpPr/>
              <p:nvPr/>
            </p:nvSpPr>
            <p:spPr>
              <a:xfrm>
                <a:off x="8289102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582" name="矩形 2581"/>
              <p:cNvSpPr/>
              <p:nvPr/>
            </p:nvSpPr>
            <p:spPr>
              <a:xfrm>
                <a:off x="8441502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584" name="矩形 2583"/>
              <p:cNvSpPr/>
              <p:nvPr/>
            </p:nvSpPr>
            <p:spPr>
              <a:xfrm>
                <a:off x="11379072" y="1327306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sp>
          <p:nvSpPr>
            <p:cNvPr id="1824" name="矩形 1823"/>
            <p:cNvSpPr/>
            <p:nvPr/>
          </p:nvSpPr>
          <p:spPr>
            <a:xfrm>
              <a:off x="1558520" y="2383975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25" name="矩形 1824"/>
            <p:cNvSpPr/>
            <p:nvPr/>
          </p:nvSpPr>
          <p:spPr>
            <a:xfrm>
              <a:off x="1700090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26" name="矩形 1825"/>
            <p:cNvSpPr/>
            <p:nvPr/>
          </p:nvSpPr>
          <p:spPr>
            <a:xfrm>
              <a:off x="2227252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27" name="矩形 1826"/>
            <p:cNvSpPr/>
            <p:nvPr/>
          </p:nvSpPr>
          <p:spPr>
            <a:xfrm>
              <a:off x="2385134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28" name="矩形 1827"/>
            <p:cNvSpPr/>
            <p:nvPr/>
          </p:nvSpPr>
          <p:spPr>
            <a:xfrm>
              <a:off x="2532385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29" name="矩形 1828"/>
            <p:cNvSpPr/>
            <p:nvPr/>
          </p:nvSpPr>
          <p:spPr>
            <a:xfrm>
              <a:off x="3001010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30" name="矩形 1829"/>
            <p:cNvSpPr/>
            <p:nvPr/>
          </p:nvSpPr>
          <p:spPr>
            <a:xfrm>
              <a:off x="3148901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31" name="矩形 1830"/>
            <p:cNvSpPr/>
            <p:nvPr/>
          </p:nvSpPr>
          <p:spPr>
            <a:xfrm>
              <a:off x="3295025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32" name="矩形 1831"/>
            <p:cNvSpPr/>
            <p:nvPr/>
          </p:nvSpPr>
          <p:spPr>
            <a:xfrm>
              <a:off x="1843005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2210" name="群組 2209"/>
          <p:cNvGrpSpPr/>
          <p:nvPr/>
        </p:nvGrpSpPr>
        <p:grpSpPr>
          <a:xfrm>
            <a:off x="560281" y="952493"/>
            <a:ext cx="2868754" cy="100108"/>
            <a:chOff x="811593" y="2379219"/>
            <a:chExt cx="3350370" cy="116914"/>
          </a:xfrm>
        </p:grpSpPr>
        <p:grpSp>
          <p:nvGrpSpPr>
            <p:cNvPr id="2211" name="群組 2210"/>
            <p:cNvGrpSpPr/>
            <p:nvPr/>
          </p:nvGrpSpPr>
          <p:grpSpPr>
            <a:xfrm>
              <a:off x="811593" y="2379219"/>
              <a:ext cx="3350370" cy="110262"/>
              <a:chOff x="8136702" y="1325044"/>
              <a:chExt cx="3350370" cy="110262"/>
            </a:xfrm>
          </p:grpSpPr>
          <p:sp>
            <p:nvSpPr>
              <p:cNvPr id="2221" name="矩形 2220"/>
              <p:cNvSpPr/>
              <p:nvPr/>
            </p:nvSpPr>
            <p:spPr>
              <a:xfrm>
                <a:off x="11078275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222" name="矩形 2221"/>
              <p:cNvSpPr/>
              <p:nvPr/>
            </p:nvSpPr>
            <p:spPr>
              <a:xfrm>
                <a:off x="11230675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223" name="矩形 2222"/>
              <p:cNvSpPr/>
              <p:nvPr/>
            </p:nvSpPr>
            <p:spPr>
              <a:xfrm>
                <a:off x="8136702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224" name="矩形 2223"/>
              <p:cNvSpPr/>
              <p:nvPr/>
            </p:nvSpPr>
            <p:spPr>
              <a:xfrm>
                <a:off x="8289102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225" name="矩形 2224"/>
              <p:cNvSpPr/>
              <p:nvPr/>
            </p:nvSpPr>
            <p:spPr>
              <a:xfrm>
                <a:off x="8441502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226" name="矩形 2225"/>
              <p:cNvSpPr/>
              <p:nvPr/>
            </p:nvSpPr>
            <p:spPr>
              <a:xfrm>
                <a:off x="11379072" y="1327306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sp>
          <p:nvSpPr>
            <p:cNvPr id="2212" name="矩形 2211"/>
            <p:cNvSpPr/>
            <p:nvPr/>
          </p:nvSpPr>
          <p:spPr>
            <a:xfrm>
              <a:off x="1558520" y="2383975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13" name="矩形 2212"/>
            <p:cNvSpPr/>
            <p:nvPr/>
          </p:nvSpPr>
          <p:spPr>
            <a:xfrm>
              <a:off x="1700090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14" name="矩形 2213"/>
            <p:cNvSpPr/>
            <p:nvPr/>
          </p:nvSpPr>
          <p:spPr>
            <a:xfrm>
              <a:off x="2227252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15" name="矩形 2214"/>
            <p:cNvSpPr/>
            <p:nvPr/>
          </p:nvSpPr>
          <p:spPr>
            <a:xfrm>
              <a:off x="2385134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16" name="矩形 2215"/>
            <p:cNvSpPr/>
            <p:nvPr/>
          </p:nvSpPr>
          <p:spPr>
            <a:xfrm>
              <a:off x="2532385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17" name="矩形 2216"/>
            <p:cNvSpPr/>
            <p:nvPr/>
          </p:nvSpPr>
          <p:spPr>
            <a:xfrm>
              <a:off x="3001010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18" name="矩形 2217"/>
            <p:cNvSpPr/>
            <p:nvPr/>
          </p:nvSpPr>
          <p:spPr>
            <a:xfrm>
              <a:off x="3148901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19" name="矩形 2218"/>
            <p:cNvSpPr/>
            <p:nvPr/>
          </p:nvSpPr>
          <p:spPr>
            <a:xfrm>
              <a:off x="3295025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20" name="矩形 2219"/>
            <p:cNvSpPr/>
            <p:nvPr/>
          </p:nvSpPr>
          <p:spPr>
            <a:xfrm>
              <a:off x="1843005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grpSp>
        <p:nvGrpSpPr>
          <p:cNvPr id="2227" name="群組 2226"/>
          <p:cNvGrpSpPr/>
          <p:nvPr/>
        </p:nvGrpSpPr>
        <p:grpSpPr>
          <a:xfrm>
            <a:off x="601026" y="4340624"/>
            <a:ext cx="2868754" cy="100108"/>
            <a:chOff x="811593" y="2379219"/>
            <a:chExt cx="3350370" cy="116914"/>
          </a:xfrm>
        </p:grpSpPr>
        <p:grpSp>
          <p:nvGrpSpPr>
            <p:cNvPr id="2228" name="群組 2227"/>
            <p:cNvGrpSpPr/>
            <p:nvPr/>
          </p:nvGrpSpPr>
          <p:grpSpPr>
            <a:xfrm>
              <a:off x="811593" y="2379219"/>
              <a:ext cx="3350370" cy="110262"/>
              <a:chOff x="8136702" y="1325044"/>
              <a:chExt cx="3350370" cy="110262"/>
            </a:xfrm>
          </p:grpSpPr>
          <p:sp>
            <p:nvSpPr>
              <p:cNvPr id="2238" name="矩形 2237"/>
              <p:cNvSpPr/>
              <p:nvPr/>
            </p:nvSpPr>
            <p:spPr>
              <a:xfrm>
                <a:off x="11078275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239" name="矩形 2238"/>
              <p:cNvSpPr/>
              <p:nvPr/>
            </p:nvSpPr>
            <p:spPr>
              <a:xfrm>
                <a:off x="11230675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240" name="矩形 2239"/>
              <p:cNvSpPr/>
              <p:nvPr/>
            </p:nvSpPr>
            <p:spPr>
              <a:xfrm>
                <a:off x="8136702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241" name="矩形 2240"/>
              <p:cNvSpPr/>
              <p:nvPr/>
            </p:nvSpPr>
            <p:spPr>
              <a:xfrm>
                <a:off x="8289102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242" name="矩形 2241"/>
              <p:cNvSpPr/>
              <p:nvPr/>
            </p:nvSpPr>
            <p:spPr>
              <a:xfrm>
                <a:off x="8441502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243" name="矩形 2242"/>
              <p:cNvSpPr/>
              <p:nvPr/>
            </p:nvSpPr>
            <p:spPr>
              <a:xfrm>
                <a:off x="11379072" y="1327306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sp>
          <p:nvSpPr>
            <p:cNvPr id="2229" name="矩形 2228"/>
            <p:cNvSpPr/>
            <p:nvPr/>
          </p:nvSpPr>
          <p:spPr>
            <a:xfrm>
              <a:off x="1558520" y="2383975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30" name="矩形 2229"/>
            <p:cNvSpPr/>
            <p:nvPr/>
          </p:nvSpPr>
          <p:spPr>
            <a:xfrm>
              <a:off x="1700090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31" name="矩形 2230"/>
            <p:cNvSpPr/>
            <p:nvPr/>
          </p:nvSpPr>
          <p:spPr>
            <a:xfrm>
              <a:off x="2227252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32" name="矩形 2231"/>
            <p:cNvSpPr/>
            <p:nvPr/>
          </p:nvSpPr>
          <p:spPr>
            <a:xfrm>
              <a:off x="2385134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33" name="矩形 2232"/>
            <p:cNvSpPr/>
            <p:nvPr/>
          </p:nvSpPr>
          <p:spPr>
            <a:xfrm>
              <a:off x="2532385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34" name="矩形 2233"/>
            <p:cNvSpPr/>
            <p:nvPr/>
          </p:nvSpPr>
          <p:spPr>
            <a:xfrm>
              <a:off x="3001010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35" name="矩形 2234"/>
            <p:cNvSpPr/>
            <p:nvPr/>
          </p:nvSpPr>
          <p:spPr>
            <a:xfrm>
              <a:off x="3148901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36" name="矩形 2235"/>
            <p:cNvSpPr/>
            <p:nvPr/>
          </p:nvSpPr>
          <p:spPr>
            <a:xfrm>
              <a:off x="3295025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2237" name="矩形 2236"/>
            <p:cNvSpPr/>
            <p:nvPr/>
          </p:nvSpPr>
          <p:spPr>
            <a:xfrm>
              <a:off x="1843005" y="2388133"/>
              <a:ext cx="108000" cy="108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</p:grpSp>
      <p:cxnSp>
        <p:nvCxnSpPr>
          <p:cNvPr id="1833" name="直線接點 1832"/>
          <p:cNvCxnSpPr/>
          <p:nvPr/>
        </p:nvCxnSpPr>
        <p:spPr>
          <a:xfrm>
            <a:off x="915668" y="317234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4" name="直線接點 1833"/>
          <p:cNvCxnSpPr/>
          <p:nvPr/>
        </p:nvCxnSpPr>
        <p:spPr>
          <a:xfrm>
            <a:off x="957123" y="317234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5" name="直線接點 1834"/>
          <p:cNvCxnSpPr/>
          <p:nvPr/>
        </p:nvCxnSpPr>
        <p:spPr>
          <a:xfrm>
            <a:off x="998577" y="317234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6" name="直線接點 1835"/>
          <p:cNvCxnSpPr/>
          <p:nvPr/>
        </p:nvCxnSpPr>
        <p:spPr>
          <a:xfrm>
            <a:off x="1040032" y="317234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7" name="直線接點 1836"/>
          <p:cNvCxnSpPr/>
          <p:nvPr/>
        </p:nvCxnSpPr>
        <p:spPr>
          <a:xfrm>
            <a:off x="1081486" y="317234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8" name="直線接點 1837"/>
          <p:cNvCxnSpPr/>
          <p:nvPr/>
        </p:nvCxnSpPr>
        <p:spPr>
          <a:xfrm>
            <a:off x="1122941" y="317234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9" name="直線接點 1838"/>
          <p:cNvCxnSpPr/>
          <p:nvPr/>
        </p:nvCxnSpPr>
        <p:spPr>
          <a:xfrm>
            <a:off x="1164395" y="317234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0" name="直線接點 1839"/>
          <p:cNvCxnSpPr/>
          <p:nvPr/>
        </p:nvCxnSpPr>
        <p:spPr>
          <a:xfrm>
            <a:off x="1205852" y="317234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1" name="直線接點 1840"/>
          <p:cNvCxnSpPr/>
          <p:nvPr/>
        </p:nvCxnSpPr>
        <p:spPr>
          <a:xfrm>
            <a:off x="914838" y="330957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2" name="直線接點 1841"/>
          <p:cNvCxnSpPr/>
          <p:nvPr/>
        </p:nvCxnSpPr>
        <p:spPr>
          <a:xfrm>
            <a:off x="956293" y="330957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" name="直線接點 1842"/>
          <p:cNvCxnSpPr/>
          <p:nvPr/>
        </p:nvCxnSpPr>
        <p:spPr>
          <a:xfrm>
            <a:off x="997747" y="330957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4" name="直線接點 1843"/>
          <p:cNvCxnSpPr/>
          <p:nvPr/>
        </p:nvCxnSpPr>
        <p:spPr>
          <a:xfrm>
            <a:off x="1039202" y="330957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" name="直線接點 1844"/>
          <p:cNvCxnSpPr/>
          <p:nvPr/>
        </p:nvCxnSpPr>
        <p:spPr>
          <a:xfrm>
            <a:off x="1080656" y="330957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6" name="直線接點 1845"/>
          <p:cNvCxnSpPr/>
          <p:nvPr/>
        </p:nvCxnSpPr>
        <p:spPr>
          <a:xfrm>
            <a:off x="1122111" y="330957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7" name="直線接點 1846"/>
          <p:cNvCxnSpPr/>
          <p:nvPr/>
        </p:nvCxnSpPr>
        <p:spPr>
          <a:xfrm>
            <a:off x="1163565" y="330957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8" name="直線接點 1847"/>
          <p:cNvCxnSpPr/>
          <p:nvPr/>
        </p:nvCxnSpPr>
        <p:spPr>
          <a:xfrm>
            <a:off x="1205022" y="330957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4" name="直線接點 1853"/>
          <p:cNvCxnSpPr/>
          <p:nvPr/>
        </p:nvCxnSpPr>
        <p:spPr>
          <a:xfrm>
            <a:off x="1528638" y="316747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2" name="直線接點 1861"/>
          <p:cNvCxnSpPr/>
          <p:nvPr/>
        </p:nvCxnSpPr>
        <p:spPr>
          <a:xfrm>
            <a:off x="1570093" y="316747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5" name="直線接點 1864"/>
          <p:cNvCxnSpPr/>
          <p:nvPr/>
        </p:nvCxnSpPr>
        <p:spPr>
          <a:xfrm>
            <a:off x="1611547" y="316747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6" name="直線接點 1865"/>
          <p:cNvCxnSpPr/>
          <p:nvPr/>
        </p:nvCxnSpPr>
        <p:spPr>
          <a:xfrm>
            <a:off x="1653002" y="316747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2" name="直線接點 1871"/>
          <p:cNvCxnSpPr/>
          <p:nvPr/>
        </p:nvCxnSpPr>
        <p:spPr>
          <a:xfrm>
            <a:off x="1694456" y="316747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0" name="直線接點 1879"/>
          <p:cNvCxnSpPr/>
          <p:nvPr/>
        </p:nvCxnSpPr>
        <p:spPr>
          <a:xfrm>
            <a:off x="1735911" y="316747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3" name="直線接點 1882"/>
          <p:cNvCxnSpPr/>
          <p:nvPr/>
        </p:nvCxnSpPr>
        <p:spPr>
          <a:xfrm>
            <a:off x="1777365" y="316747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9" name="直線接點 1888"/>
          <p:cNvCxnSpPr/>
          <p:nvPr/>
        </p:nvCxnSpPr>
        <p:spPr>
          <a:xfrm>
            <a:off x="1818822" y="316747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7" name="直線接點 1896"/>
          <p:cNvCxnSpPr/>
          <p:nvPr/>
        </p:nvCxnSpPr>
        <p:spPr>
          <a:xfrm>
            <a:off x="1527808" y="330470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5" name="直線接點 1904"/>
          <p:cNvCxnSpPr/>
          <p:nvPr/>
        </p:nvCxnSpPr>
        <p:spPr>
          <a:xfrm>
            <a:off x="1569263" y="330470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3" name="直線接點 1912"/>
          <p:cNvCxnSpPr/>
          <p:nvPr/>
        </p:nvCxnSpPr>
        <p:spPr>
          <a:xfrm>
            <a:off x="1610717" y="330470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8" name="直線接點 1937"/>
          <p:cNvCxnSpPr/>
          <p:nvPr/>
        </p:nvCxnSpPr>
        <p:spPr>
          <a:xfrm>
            <a:off x="1652172" y="330470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9" name="直線接點 1938"/>
          <p:cNvCxnSpPr/>
          <p:nvPr/>
        </p:nvCxnSpPr>
        <p:spPr>
          <a:xfrm>
            <a:off x="1693626" y="330470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0" name="直線接點 1939"/>
          <p:cNvCxnSpPr/>
          <p:nvPr/>
        </p:nvCxnSpPr>
        <p:spPr>
          <a:xfrm>
            <a:off x="1735081" y="330470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" name="直線接點 1940"/>
          <p:cNvCxnSpPr/>
          <p:nvPr/>
        </p:nvCxnSpPr>
        <p:spPr>
          <a:xfrm>
            <a:off x="1776535" y="330470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2" name="直線接點 1941"/>
          <p:cNvCxnSpPr/>
          <p:nvPr/>
        </p:nvCxnSpPr>
        <p:spPr>
          <a:xfrm>
            <a:off x="1817992" y="330470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3" name="直線接點 1942"/>
          <p:cNvCxnSpPr/>
          <p:nvPr/>
        </p:nvCxnSpPr>
        <p:spPr>
          <a:xfrm>
            <a:off x="2150550" y="317245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4" name="直線接點 1943"/>
          <p:cNvCxnSpPr/>
          <p:nvPr/>
        </p:nvCxnSpPr>
        <p:spPr>
          <a:xfrm>
            <a:off x="2192005" y="317245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5" name="直線接點 1944"/>
          <p:cNvCxnSpPr/>
          <p:nvPr/>
        </p:nvCxnSpPr>
        <p:spPr>
          <a:xfrm>
            <a:off x="2233459" y="317245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6" name="直線接點 1945"/>
          <p:cNvCxnSpPr/>
          <p:nvPr/>
        </p:nvCxnSpPr>
        <p:spPr>
          <a:xfrm>
            <a:off x="2274914" y="317245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7" name="直線接點 1946"/>
          <p:cNvCxnSpPr/>
          <p:nvPr/>
        </p:nvCxnSpPr>
        <p:spPr>
          <a:xfrm>
            <a:off x="2316368" y="317245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8" name="直線接點 1947"/>
          <p:cNvCxnSpPr/>
          <p:nvPr/>
        </p:nvCxnSpPr>
        <p:spPr>
          <a:xfrm>
            <a:off x="2357823" y="317245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9" name="直線接點 1948"/>
          <p:cNvCxnSpPr/>
          <p:nvPr/>
        </p:nvCxnSpPr>
        <p:spPr>
          <a:xfrm>
            <a:off x="2399277" y="317245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0" name="直線接點 1949"/>
          <p:cNvCxnSpPr/>
          <p:nvPr/>
        </p:nvCxnSpPr>
        <p:spPr>
          <a:xfrm>
            <a:off x="2440734" y="317245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1" name="直線接點 1950"/>
          <p:cNvCxnSpPr/>
          <p:nvPr/>
        </p:nvCxnSpPr>
        <p:spPr>
          <a:xfrm>
            <a:off x="2149721" y="330969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2" name="直線接點 1951"/>
          <p:cNvCxnSpPr/>
          <p:nvPr/>
        </p:nvCxnSpPr>
        <p:spPr>
          <a:xfrm>
            <a:off x="2191176" y="330969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3" name="直線接點 1952"/>
          <p:cNvCxnSpPr/>
          <p:nvPr/>
        </p:nvCxnSpPr>
        <p:spPr>
          <a:xfrm>
            <a:off x="2232630" y="330969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4" name="直線接點 1953"/>
          <p:cNvCxnSpPr/>
          <p:nvPr/>
        </p:nvCxnSpPr>
        <p:spPr>
          <a:xfrm>
            <a:off x="2274085" y="330969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5" name="直線接點 1954"/>
          <p:cNvCxnSpPr/>
          <p:nvPr/>
        </p:nvCxnSpPr>
        <p:spPr>
          <a:xfrm>
            <a:off x="2315539" y="330969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6" name="直線接點 1955"/>
          <p:cNvCxnSpPr/>
          <p:nvPr/>
        </p:nvCxnSpPr>
        <p:spPr>
          <a:xfrm>
            <a:off x="2356994" y="330969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7" name="直線接點 1956"/>
          <p:cNvCxnSpPr/>
          <p:nvPr/>
        </p:nvCxnSpPr>
        <p:spPr>
          <a:xfrm>
            <a:off x="2398448" y="330969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8" name="直線接點 1957"/>
          <p:cNvCxnSpPr/>
          <p:nvPr/>
        </p:nvCxnSpPr>
        <p:spPr>
          <a:xfrm>
            <a:off x="2439905" y="330969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9" name="直線接點 1958"/>
          <p:cNvCxnSpPr/>
          <p:nvPr/>
        </p:nvCxnSpPr>
        <p:spPr>
          <a:xfrm>
            <a:off x="2758614" y="316758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0" name="直線接點 1959"/>
          <p:cNvCxnSpPr/>
          <p:nvPr/>
        </p:nvCxnSpPr>
        <p:spPr>
          <a:xfrm>
            <a:off x="2800069" y="316758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1" name="直線接點 1960"/>
          <p:cNvCxnSpPr/>
          <p:nvPr/>
        </p:nvCxnSpPr>
        <p:spPr>
          <a:xfrm>
            <a:off x="2841523" y="316758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2" name="直線接點 1961"/>
          <p:cNvCxnSpPr/>
          <p:nvPr/>
        </p:nvCxnSpPr>
        <p:spPr>
          <a:xfrm>
            <a:off x="2882978" y="316758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3" name="直線接點 1962"/>
          <p:cNvCxnSpPr/>
          <p:nvPr/>
        </p:nvCxnSpPr>
        <p:spPr>
          <a:xfrm>
            <a:off x="2924432" y="316758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4" name="直線接點 1963"/>
          <p:cNvCxnSpPr/>
          <p:nvPr/>
        </p:nvCxnSpPr>
        <p:spPr>
          <a:xfrm>
            <a:off x="2965887" y="316758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5" name="直線接點 1964"/>
          <p:cNvCxnSpPr/>
          <p:nvPr/>
        </p:nvCxnSpPr>
        <p:spPr>
          <a:xfrm>
            <a:off x="3007341" y="316758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6" name="直線接點 1965"/>
          <p:cNvCxnSpPr/>
          <p:nvPr/>
        </p:nvCxnSpPr>
        <p:spPr>
          <a:xfrm>
            <a:off x="3048798" y="316758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7" name="直線接點 1966"/>
          <p:cNvCxnSpPr/>
          <p:nvPr/>
        </p:nvCxnSpPr>
        <p:spPr>
          <a:xfrm>
            <a:off x="2757785" y="330482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8" name="直線接點 1967"/>
          <p:cNvCxnSpPr/>
          <p:nvPr/>
        </p:nvCxnSpPr>
        <p:spPr>
          <a:xfrm>
            <a:off x="2799240" y="330482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9" name="直線接點 1968"/>
          <p:cNvCxnSpPr/>
          <p:nvPr/>
        </p:nvCxnSpPr>
        <p:spPr>
          <a:xfrm>
            <a:off x="2840694" y="330482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0" name="直線接點 1969"/>
          <p:cNvCxnSpPr/>
          <p:nvPr/>
        </p:nvCxnSpPr>
        <p:spPr>
          <a:xfrm>
            <a:off x="2882149" y="330482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1" name="直線接點 1970"/>
          <p:cNvCxnSpPr/>
          <p:nvPr/>
        </p:nvCxnSpPr>
        <p:spPr>
          <a:xfrm>
            <a:off x="2923603" y="330482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2" name="直線接點 1971"/>
          <p:cNvCxnSpPr/>
          <p:nvPr/>
        </p:nvCxnSpPr>
        <p:spPr>
          <a:xfrm>
            <a:off x="2965058" y="330482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3" name="直線接點 1972"/>
          <p:cNvCxnSpPr/>
          <p:nvPr/>
        </p:nvCxnSpPr>
        <p:spPr>
          <a:xfrm>
            <a:off x="3006512" y="330482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4" name="直線接點 1973"/>
          <p:cNvCxnSpPr/>
          <p:nvPr/>
        </p:nvCxnSpPr>
        <p:spPr>
          <a:xfrm>
            <a:off x="3047969" y="330482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9" name="直線接點 2038"/>
          <p:cNvCxnSpPr/>
          <p:nvPr/>
        </p:nvCxnSpPr>
        <p:spPr>
          <a:xfrm>
            <a:off x="933512" y="490697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0" name="直線接點 2039"/>
          <p:cNvCxnSpPr/>
          <p:nvPr/>
        </p:nvCxnSpPr>
        <p:spPr>
          <a:xfrm>
            <a:off x="974967" y="490697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1" name="直線接點 2040"/>
          <p:cNvCxnSpPr/>
          <p:nvPr/>
        </p:nvCxnSpPr>
        <p:spPr>
          <a:xfrm>
            <a:off x="1016421" y="490697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2" name="直線接點 2041"/>
          <p:cNvCxnSpPr/>
          <p:nvPr/>
        </p:nvCxnSpPr>
        <p:spPr>
          <a:xfrm>
            <a:off x="1057876" y="490697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3" name="直線接點 2042"/>
          <p:cNvCxnSpPr/>
          <p:nvPr/>
        </p:nvCxnSpPr>
        <p:spPr>
          <a:xfrm>
            <a:off x="1099330" y="490697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4" name="直線接點 2043"/>
          <p:cNvCxnSpPr/>
          <p:nvPr/>
        </p:nvCxnSpPr>
        <p:spPr>
          <a:xfrm>
            <a:off x="1140785" y="490697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5" name="直線接點 2044"/>
          <p:cNvCxnSpPr/>
          <p:nvPr/>
        </p:nvCxnSpPr>
        <p:spPr>
          <a:xfrm>
            <a:off x="1182239" y="490697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6" name="直線接點 2045"/>
          <p:cNvCxnSpPr/>
          <p:nvPr/>
        </p:nvCxnSpPr>
        <p:spPr>
          <a:xfrm>
            <a:off x="1223696" y="490697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7" name="直線接點 2046"/>
          <p:cNvCxnSpPr/>
          <p:nvPr/>
        </p:nvCxnSpPr>
        <p:spPr>
          <a:xfrm>
            <a:off x="932682" y="504420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8" name="直線接點 2047"/>
          <p:cNvCxnSpPr/>
          <p:nvPr/>
        </p:nvCxnSpPr>
        <p:spPr>
          <a:xfrm>
            <a:off x="974137" y="504420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9" name="直線接點 2048"/>
          <p:cNvCxnSpPr/>
          <p:nvPr/>
        </p:nvCxnSpPr>
        <p:spPr>
          <a:xfrm>
            <a:off x="1015591" y="504420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" name="直線接點 2049"/>
          <p:cNvCxnSpPr/>
          <p:nvPr/>
        </p:nvCxnSpPr>
        <p:spPr>
          <a:xfrm>
            <a:off x="1057046" y="504420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1" name="直線接點 2050"/>
          <p:cNvCxnSpPr/>
          <p:nvPr/>
        </p:nvCxnSpPr>
        <p:spPr>
          <a:xfrm>
            <a:off x="1098500" y="504420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2" name="直線接點 2051"/>
          <p:cNvCxnSpPr/>
          <p:nvPr/>
        </p:nvCxnSpPr>
        <p:spPr>
          <a:xfrm>
            <a:off x="1139955" y="504420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3" name="直線接點 2052"/>
          <p:cNvCxnSpPr/>
          <p:nvPr/>
        </p:nvCxnSpPr>
        <p:spPr>
          <a:xfrm>
            <a:off x="1181409" y="504420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4" name="直線接點 2053"/>
          <p:cNvCxnSpPr/>
          <p:nvPr/>
        </p:nvCxnSpPr>
        <p:spPr>
          <a:xfrm>
            <a:off x="1222866" y="504420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5" name="直線接點 2054"/>
          <p:cNvCxnSpPr/>
          <p:nvPr/>
        </p:nvCxnSpPr>
        <p:spPr>
          <a:xfrm>
            <a:off x="1546482" y="490210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6" name="直線接點 2055"/>
          <p:cNvCxnSpPr/>
          <p:nvPr/>
        </p:nvCxnSpPr>
        <p:spPr>
          <a:xfrm>
            <a:off x="1587937" y="490210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7" name="直線接點 2056"/>
          <p:cNvCxnSpPr/>
          <p:nvPr/>
        </p:nvCxnSpPr>
        <p:spPr>
          <a:xfrm>
            <a:off x="1629391" y="490210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8" name="直線接點 2057"/>
          <p:cNvCxnSpPr/>
          <p:nvPr/>
        </p:nvCxnSpPr>
        <p:spPr>
          <a:xfrm>
            <a:off x="1670846" y="490210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9" name="直線接點 2058"/>
          <p:cNvCxnSpPr/>
          <p:nvPr/>
        </p:nvCxnSpPr>
        <p:spPr>
          <a:xfrm>
            <a:off x="1712300" y="490210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0" name="直線接點 2059"/>
          <p:cNvCxnSpPr/>
          <p:nvPr/>
        </p:nvCxnSpPr>
        <p:spPr>
          <a:xfrm>
            <a:off x="1753755" y="490210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1" name="直線接點 2060"/>
          <p:cNvCxnSpPr/>
          <p:nvPr/>
        </p:nvCxnSpPr>
        <p:spPr>
          <a:xfrm>
            <a:off x="1795209" y="490210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2" name="直線接點 2061"/>
          <p:cNvCxnSpPr/>
          <p:nvPr/>
        </p:nvCxnSpPr>
        <p:spPr>
          <a:xfrm>
            <a:off x="1836666" y="490210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直線接點 2062"/>
          <p:cNvCxnSpPr/>
          <p:nvPr/>
        </p:nvCxnSpPr>
        <p:spPr>
          <a:xfrm>
            <a:off x="1545652" y="503933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直線接點 2063"/>
          <p:cNvCxnSpPr/>
          <p:nvPr/>
        </p:nvCxnSpPr>
        <p:spPr>
          <a:xfrm>
            <a:off x="1587107" y="503933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5" name="直線接點 2064"/>
          <p:cNvCxnSpPr/>
          <p:nvPr/>
        </p:nvCxnSpPr>
        <p:spPr>
          <a:xfrm>
            <a:off x="1628561" y="503933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6" name="直線接點 2065"/>
          <p:cNvCxnSpPr/>
          <p:nvPr/>
        </p:nvCxnSpPr>
        <p:spPr>
          <a:xfrm>
            <a:off x="1670016" y="503933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7" name="直線接點 2066"/>
          <p:cNvCxnSpPr/>
          <p:nvPr/>
        </p:nvCxnSpPr>
        <p:spPr>
          <a:xfrm>
            <a:off x="1711470" y="503933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8" name="直線接點 2067"/>
          <p:cNvCxnSpPr/>
          <p:nvPr/>
        </p:nvCxnSpPr>
        <p:spPr>
          <a:xfrm>
            <a:off x="1752925" y="503933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9" name="直線接點 2068"/>
          <p:cNvCxnSpPr/>
          <p:nvPr/>
        </p:nvCxnSpPr>
        <p:spPr>
          <a:xfrm>
            <a:off x="1794379" y="503933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0" name="直線接點 2069"/>
          <p:cNvCxnSpPr/>
          <p:nvPr/>
        </p:nvCxnSpPr>
        <p:spPr>
          <a:xfrm>
            <a:off x="1835836" y="503933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1" name="直線接點 2070"/>
          <p:cNvCxnSpPr/>
          <p:nvPr/>
        </p:nvCxnSpPr>
        <p:spPr>
          <a:xfrm>
            <a:off x="2168394" y="490708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2" name="直線接點 2071"/>
          <p:cNvCxnSpPr/>
          <p:nvPr/>
        </p:nvCxnSpPr>
        <p:spPr>
          <a:xfrm>
            <a:off x="2209849" y="490708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3" name="直線接點 2072"/>
          <p:cNvCxnSpPr/>
          <p:nvPr/>
        </p:nvCxnSpPr>
        <p:spPr>
          <a:xfrm>
            <a:off x="2251303" y="490708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2" name="直線接點 2121"/>
          <p:cNvCxnSpPr/>
          <p:nvPr/>
        </p:nvCxnSpPr>
        <p:spPr>
          <a:xfrm>
            <a:off x="2292758" y="490708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3" name="直線接點 2122"/>
          <p:cNvCxnSpPr/>
          <p:nvPr/>
        </p:nvCxnSpPr>
        <p:spPr>
          <a:xfrm>
            <a:off x="2334212" y="490708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4" name="直線接點 2123"/>
          <p:cNvCxnSpPr/>
          <p:nvPr/>
        </p:nvCxnSpPr>
        <p:spPr>
          <a:xfrm>
            <a:off x="2375667" y="490708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5" name="直線接點 2124"/>
          <p:cNvCxnSpPr/>
          <p:nvPr/>
        </p:nvCxnSpPr>
        <p:spPr>
          <a:xfrm>
            <a:off x="2417121" y="490708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6" name="直線接點 2125"/>
          <p:cNvCxnSpPr/>
          <p:nvPr/>
        </p:nvCxnSpPr>
        <p:spPr>
          <a:xfrm>
            <a:off x="2458578" y="490708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7" name="直線接點 2126"/>
          <p:cNvCxnSpPr/>
          <p:nvPr/>
        </p:nvCxnSpPr>
        <p:spPr>
          <a:xfrm>
            <a:off x="2167565" y="504432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8" name="直線接點 2127"/>
          <p:cNvCxnSpPr/>
          <p:nvPr/>
        </p:nvCxnSpPr>
        <p:spPr>
          <a:xfrm>
            <a:off x="2209020" y="504432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9" name="直線接點 2128"/>
          <p:cNvCxnSpPr/>
          <p:nvPr/>
        </p:nvCxnSpPr>
        <p:spPr>
          <a:xfrm>
            <a:off x="2250474" y="504432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0" name="直線接點 2129"/>
          <p:cNvCxnSpPr/>
          <p:nvPr/>
        </p:nvCxnSpPr>
        <p:spPr>
          <a:xfrm>
            <a:off x="2291929" y="504432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1" name="直線接點 2130"/>
          <p:cNvCxnSpPr/>
          <p:nvPr/>
        </p:nvCxnSpPr>
        <p:spPr>
          <a:xfrm>
            <a:off x="2333383" y="504432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2" name="直線接點 2131"/>
          <p:cNvCxnSpPr/>
          <p:nvPr/>
        </p:nvCxnSpPr>
        <p:spPr>
          <a:xfrm>
            <a:off x="2374838" y="504432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3" name="直線接點 2132"/>
          <p:cNvCxnSpPr/>
          <p:nvPr/>
        </p:nvCxnSpPr>
        <p:spPr>
          <a:xfrm>
            <a:off x="2416292" y="504432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4" name="直線接點 2133"/>
          <p:cNvCxnSpPr/>
          <p:nvPr/>
        </p:nvCxnSpPr>
        <p:spPr>
          <a:xfrm>
            <a:off x="2457749" y="504432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5" name="直線接點 2134"/>
          <p:cNvCxnSpPr/>
          <p:nvPr/>
        </p:nvCxnSpPr>
        <p:spPr>
          <a:xfrm>
            <a:off x="2776458" y="490221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6" name="直線接點 2135"/>
          <p:cNvCxnSpPr/>
          <p:nvPr/>
        </p:nvCxnSpPr>
        <p:spPr>
          <a:xfrm>
            <a:off x="2817913" y="490221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7" name="直線接點 2136"/>
          <p:cNvCxnSpPr/>
          <p:nvPr/>
        </p:nvCxnSpPr>
        <p:spPr>
          <a:xfrm>
            <a:off x="2859367" y="490221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8" name="直線接點 2137"/>
          <p:cNvCxnSpPr/>
          <p:nvPr/>
        </p:nvCxnSpPr>
        <p:spPr>
          <a:xfrm>
            <a:off x="2900822" y="490221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9" name="直線接點 2138"/>
          <p:cNvCxnSpPr/>
          <p:nvPr/>
        </p:nvCxnSpPr>
        <p:spPr>
          <a:xfrm>
            <a:off x="2942276" y="490221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0" name="直線接點 2139"/>
          <p:cNvCxnSpPr/>
          <p:nvPr/>
        </p:nvCxnSpPr>
        <p:spPr>
          <a:xfrm>
            <a:off x="2983731" y="490221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1" name="直線接點 2140"/>
          <p:cNvCxnSpPr/>
          <p:nvPr/>
        </p:nvCxnSpPr>
        <p:spPr>
          <a:xfrm>
            <a:off x="3025185" y="490221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2" name="直線接點 2141"/>
          <p:cNvCxnSpPr/>
          <p:nvPr/>
        </p:nvCxnSpPr>
        <p:spPr>
          <a:xfrm>
            <a:off x="3066642" y="490221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3" name="直線接點 2142"/>
          <p:cNvCxnSpPr/>
          <p:nvPr/>
        </p:nvCxnSpPr>
        <p:spPr>
          <a:xfrm>
            <a:off x="2775629" y="503945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4" name="直線接點 2143"/>
          <p:cNvCxnSpPr/>
          <p:nvPr/>
        </p:nvCxnSpPr>
        <p:spPr>
          <a:xfrm>
            <a:off x="2817084" y="503945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5" name="直線接點 2144"/>
          <p:cNvCxnSpPr/>
          <p:nvPr/>
        </p:nvCxnSpPr>
        <p:spPr>
          <a:xfrm>
            <a:off x="2858538" y="503945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6" name="直線接點 2145"/>
          <p:cNvCxnSpPr/>
          <p:nvPr/>
        </p:nvCxnSpPr>
        <p:spPr>
          <a:xfrm>
            <a:off x="2899993" y="503945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7" name="直線接點 2146"/>
          <p:cNvCxnSpPr/>
          <p:nvPr/>
        </p:nvCxnSpPr>
        <p:spPr>
          <a:xfrm>
            <a:off x="2941447" y="503945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8" name="直線接點 2147"/>
          <p:cNvCxnSpPr/>
          <p:nvPr/>
        </p:nvCxnSpPr>
        <p:spPr>
          <a:xfrm>
            <a:off x="2982902" y="503945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9" name="直線接點 2148"/>
          <p:cNvCxnSpPr/>
          <p:nvPr/>
        </p:nvCxnSpPr>
        <p:spPr>
          <a:xfrm>
            <a:off x="3024356" y="503945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0" name="直線接點 2149"/>
          <p:cNvCxnSpPr/>
          <p:nvPr/>
        </p:nvCxnSpPr>
        <p:spPr>
          <a:xfrm>
            <a:off x="3065813" y="503945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1" name="直線接點 2150"/>
          <p:cNvCxnSpPr/>
          <p:nvPr/>
        </p:nvCxnSpPr>
        <p:spPr>
          <a:xfrm>
            <a:off x="4257470" y="541284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2" name="直線接點 2151"/>
          <p:cNvCxnSpPr/>
          <p:nvPr/>
        </p:nvCxnSpPr>
        <p:spPr>
          <a:xfrm>
            <a:off x="4298925" y="541284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3" name="直線接點 2152"/>
          <p:cNvCxnSpPr/>
          <p:nvPr/>
        </p:nvCxnSpPr>
        <p:spPr>
          <a:xfrm>
            <a:off x="4340379" y="541284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4" name="直線接點 2153"/>
          <p:cNvCxnSpPr/>
          <p:nvPr/>
        </p:nvCxnSpPr>
        <p:spPr>
          <a:xfrm>
            <a:off x="4381834" y="541284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5" name="直線接點 2154"/>
          <p:cNvCxnSpPr/>
          <p:nvPr/>
        </p:nvCxnSpPr>
        <p:spPr>
          <a:xfrm>
            <a:off x="4423288" y="541284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6" name="直線接點 2155"/>
          <p:cNvCxnSpPr/>
          <p:nvPr/>
        </p:nvCxnSpPr>
        <p:spPr>
          <a:xfrm>
            <a:off x="4464743" y="541284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7" name="直線接點 2156"/>
          <p:cNvCxnSpPr/>
          <p:nvPr/>
        </p:nvCxnSpPr>
        <p:spPr>
          <a:xfrm>
            <a:off x="4506197" y="541284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8" name="直線接點 2157"/>
          <p:cNvCxnSpPr/>
          <p:nvPr/>
        </p:nvCxnSpPr>
        <p:spPr>
          <a:xfrm>
            <a:off x="4547654" y="541284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7" name="直線接點 2166"/>
          <p:cNvCxnSpPr/>
          <p:nvPr/>
        </p:nvCxnSpPr>
        <p:spPr>
          <a:xfrm>
            <a:off x="4870440" y="540797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8" name="直線接點 2167"/>
          <p:cNvCxnSpPr/>
          <p:nvPr/>
        </p:nvCxnSpPr>
        <p:spPr>
          <a:xfrm>
            <a:off x="4911895" y="540797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9" name="直線接點 2168"/>
          <p:cNvCxnSpPr/>
          <p:nvPr/>
        </p:nvCxnSpPr>
        <p:spPr>
          <a:xfrm>
            <a:off x="4953349" y="540797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0" name="直線接點 2169"/>
          <p:cNvCxnSpPr/>
          <p:nvPr/>
        </p:nvCxnSpPr>
        <p:spPr>
          <a:xfrm>
            <a:off x="4994804" y="540797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1" name="直線接點 2170"/>
          <p:cNvCxnSpPr/>
          <p:nvPr/>
        </p:nvCxnSpPr>
        <p:spPr>
          <a:xfrm>
            <a:off x="5036258" y="540797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2" name="直線接點 2171"/>
          <p:cNvCxnSpPr/>
          <p:nvPr/>
        </p:nvCxnSpPr>
        <p:spPr>
          <a:xfrm>
            <a:off x="5077713" y="540797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3" name="直線接點 2172"/>
          <p:cNvCxnSpPr/>
          <p:nvPr/>
        </p:nvCxnSpPr>
        <p:spPr>
          <a:xfrm>
            <a:off x="5119167" y="540797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4" name="直線接點 2173"/>
          <p:cNvCxnSpPr/>
          <p:nvPr/>
        </p:nvCxnSpPr>
        <p:spPr>
          <a:xfrm>
            <a:off x="5160624" y="540797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3" name="直線接點 2182"/>
          <p:cNvCxnSpPr/>
          <p:nvPr/>
        </p:nvCxnSpPr>
        <p:spPr>
          <a:xfrm>
            <a:off x="5492352" y="541295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4" name="直線接點 2183"/>
          <p:cNvCxnSpPr/>
          <p:nvPr/>
        </p:nvCxnSpPr>
        <p:spPr>
          <a:xfrm>
            <a:off x="5533807" y="541295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5" name="直線接點 2184"/>
          <p:cNvCxnSpPr/>
          <p:nvPr/>
        </p:nvCxnSpPr>
        <p:spPr>
          <a:xfrm>
            <a:off x="5575261" y="541295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6" name="直線接點 2185"/>
          <p:cNvCxnSpPr/>
          <p:nvPr/>
        </p:nvCxnSpPr>
        <p:spPr>
          <a:xfrm>
            <a:off x="5616716" y="541295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7" name="直線接點 2186"/>
          <p:cNvCxnSpPr/>
          <p:nvPr/>
        </p:nvCxnSpPr>
        <p:spPr>
          <a:xfrm>
            <a:off x="5658170" y="541295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8" name="直線接點 2187"/>
          <p:cNvCxnSpPr/>
          <p:nvPr/>
        </p:nvCxnSpPr>
        <p:spPr>
          <a:xfrm>
            <a:off x="5699625" y="541295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9" name="直線接點 2188"/>
          <p:cNvCxnSpPr/>
          <p:nvPr/>
        </p:nvCxnSpPr>
        <p:spPr>
          <a:xfrm>
            <a:off x="5741079" y="541295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0" name="直線接點 2189"/>
          <p:cNvCxnSpPr/>
          <p:nvPr/>
        </p:nvCxnSpPr>
        <p:spPr>
          <a:xfrm>
            <a:off x="5782536" y="541295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9" name="直線接點 2198"/>
          <p:cNvCxnSpPr/>
          <p:nvPr/>
        </p:nvCxnSpPr>
        <p:spPr>
          <a:xfrm>
            <a:off x="6100416" y="540808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0" name="直線接點 2199"/>
          <p:cNvCxnSpPr/>
          <p:nvPr/>
        </p:nvCxnSpPr>
        <p:spPr>
          <a:xfrm>
            <a:off x="6141871" y="540808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1" name="直線接點 2200"/>
          <p:cNvCxnSpPr/>
          <p:nvPr/>
        </p:nvCxnSpPr>
        <p:spPr>
          <a:xfrm>
            <a:off x="6183325" y="540808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2" name="直線接點 2201"/>
          <p:cNvCxnSpPr/>
          <p:nvPr/>
        </p:nvCxnSpPr>
        <p:spPr>
          <a:xfrm>
            <a:off x="6224780" y="540808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3" name="直線接點 2202"/>
          <p:cNvCxnSpPr/>
          <p:nvPr/>
        </p:nvCxnSpPr>
        <p:spPr>
          <a:xfrm>
            <a:off x="6266234" y="540808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4" name="直線接點 2203"/>
          <p:cNvCxnSpPr/>
          <p:nvPr/>
        </p:nvCxnSpPr>
        <p:spPr>
          <a:xfrm>
            <a:off x="6307689" y="540808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5" name="直線接點 2204"/>
          <p:cNvCxnSpPr/>
          <p:nvPr/>
        </p:nvCxnSpPr>
        <p:spPr>
          <a:xfrm>
            <a:off x="6349143" y="540808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6" name="直線接點 2205"/>
          <p:cNvCxnSpPr/>
          <p:nvPr/>
        </p:nvCxnSpPr>
        <p:spPr>
          <a:xfrm>
            <a:off x="6390600" y="540808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1" name="直線接點 2310"/>
          <p:cNvCxnSpPr/>
          <p:nvPr/>
        </p:nvCxnSpPr>
        <p:spPr>
          <a:xfrm>
            <a:off x="4214923" y="3686116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2" name="直線接點 2311"/>
          <p:cNvCxnSpPr/>
          <p:nvPr/>
        </p:nvCxnSpPr>
        <p:spPr>
          <a:xfrm>
            <a:off x="4256378" y="3686116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3" name="直線接點 2312"/>
          <p:cNvCxnSpPr/>
          <p:nvPr/>
        </p:nvCxnSpPr>
        <p:spPr>
          <a:xfrm>
            <a:off x="4297832" y="368611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4" name="直線接點 2313"/>
          <p:cNvCxnSpPr/>
          <p:nvPr/>
        </p:nvCxnSpPr>
        <p:spPr>
          <a:xfrm>
            <a:off x="4339287" y="368611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5" name="直線接點 2314"/>
          <p:cNvCxnSpPr/>
          <p:nvPr/>
        </p:nvCxnSpPr>
        <p:spPr>
          <a:xfrm>
            <a:off x="4380741" y="368611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6" name="直線接點 2315"/>
          <p:cNvCxnSpPr/>
          <p:nvPr/>
        </p:nvCxnSpPr>
        <p:spPr>
          <a:xfrm>
            <a:off x="4422196" y="368611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7" name="直線接點 2316"/>
          <p:cNvCxnSpPr/>
          <p:nvPr/>
        </p:nvCxnSpPr>
        <p:spPr>
          <a:xfrm>
            <a:off x="4463650" y="368611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8" name="直線接點 2317"/>
          <p:cNvCxnSpPr/>
          <p:nvPr/>
        </p:nvCxnSpPr>
        <p:spPr>
          <a:xfrm>
            <a:off x="4505107" y="368611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9" name="直線接點 2318"/>
          <p:cNvCxnSpPr/>
          <p:nvPr/>
        </p:nvCxnSpPr>
        <p:spPr>
          <a:xfrm>
            <a:off x="4827893" y="3681246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0" name="直線接點 2319"/>
          <p:cNvCxnSpPr/>
          <p:nvPr/>
        </p:nvCxnSpPr>
        <p:spPr>
          <a:xfrm>
            <a:off x="4869348" y="3681246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1" name="直線接點 2320"/>
          <p:cNvCxnSpPr/>
          <p:nvPr/>
        </p:nvCxnSpPr>
        <p:spPr>
          <a:xfrm>
            <a:off x="4910802" y="368124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2" name="直線接點 2321"/>
          <p:cNvCxnSpPr/>
          <p:nvPr/>
        </p:nvCxnSpPr>
        <p:spPr>
          <a:xfrm>
            <a:off x="4952257" y="368124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3" name="直線接點 2322"/>
          <p:cNvCxnSpPr/>
          <p:nvPr/>
        </p:nvCxnSpPr>
        <p:spPr>
          <a:xfrm>
            <a:off x="4993711" y="368124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4" name="直線接點 2323"/>
          <p:cNvCxnSpPr/>
          <p:nvPr/>
        </p:nvCxnSpPr>
        <p:spPr>
          <a:xfrm>
            <a:off x="5035166" y="368124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5" name="直線接點 2324"/>
          <p:cNvCxnSpPr/>
          <p:nvPr/>
        </p:nvCxnSpPr>
        <p:spPr>
          <a:xfrm>
            <a:off x="5076620" y="368124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6" name="直線接點 2325"/>
          <p:cNvCxnSpPr/>
          <p:nvPr/>
        </p:nvCxnSpPr>
        <p:spPr>
          <a:xfrm>
            <a:off x="5118077" y="368124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7" name="直線接點 2326"/>
          <p:cNvCxnSpPr/>
          <p:nvPr/>
        </p:nvCxnSpPr>
        <p:spPr>
          <a:xfrm>
            <a:off x="5449805" y="368623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8" name="直線接點 2327"/>
          <p:cNvCxnSpPr/>
          <p:nvPr/>
        </p:nvCxnSpPr>
        <p:spPr>
          <a:xfrm>
            <a:off x="5491260" y="368623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9" name="直線接點 2328"/>
          <p:cNvCxnSpPr/>
          <p:nvPr/>
        </p:nvCxnSpPr>
        <p:spPr>
          <a:xfrm>
            <a:off x="5532714" y="368623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0" name="直線接點 2329"/>
          <p:cNvCxnSpPr/>
          <p:nvPr/>
        </p:nvCxnSpPr>
        <p:spPr>
          <a:xfrm>
            <a:off x="5574169" y="368623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1" name="直線接點 2330"/>
          <p:cNvCxnSpPr/>
          <p:nvPr/>
        </p:nvCxnSpPr>
        <p:spPr>
          <a:xfrm>
            <a:off x="5615623" y="368623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2" name="直線接點 2331"/>
          <p:cNvCxnSpPr/>
          <p:nvPr/>
        </p:nvCxnSpPr>
        <p:spPr>
          <a:xfrm>
            <a:off x="5657078" y="368623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3" name="直線接點 2332"/>
          <p:cNvCxnSpPr/>
          <p:nvPr/>
        </p:nvCxnSpPr>
        <p:spPr>
          <a:xfrm>
            <a:off x="5698532" y="368623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4" name="直線接點 2333"/>
          <p:cNvCxnSpPr/>
          <p:nvPr/>
        </p:nvCxnSpPr>
        <p:spPr>
          <a:xfrm>
            <a:off x="5739989" y="368623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5" name="直線接點 2334"/>
          <p:cNvCxnSpPr/>
          <p:nvPr/>
        </p:nvCxnSpPr>
        <p:spPr>
          <a:xfrm>
            <a:off x="6057869" y="368136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6" name="直線接點 2335"/>
          <p:cNvCxnSpPr/>
          <p:nvPr/>
        </p:nvCxnSpPr>
        <p:spPr>
          <a:xfrm>
            <a:off x="6099324" y="368136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7" name="直線接點 2336"/>
          <p:cNvCxnSpPr/>
          <p:nvPr/>
        </p:nvCxnSpPr>
        <p:spPr>
          <a:xfrm>
            <a:off x="6140778" y="368136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8" name="直線接點 2337"/>
          <p:cNvCxnSpPr/>
          <p:nvPr/>
        </p:nvCxnSpPr>
        <p:spPr>
          <a:xfrm>
            <a:off x="6182233" y="368136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9" name="直線接點 2338"/>
          <p:cNvCxnSpPr/>
          <p:nvPr/>
        </p:nvCxnSpPr>
        <p:spPr>
          <a:xfrm>
            <a:off x="6223687" y="368136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0" name="直線接點 2339"/>
          <p:cNvCxnSpPr/>
          <p:nvPr/>
        </p:nvCxnSpPr>
        <p:spPr>
          <a:xfrm>
            <a:off x="6265142" y="368136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1" name="直線接點 2340"/>
          <p:cNvCxnSpPr/>
          <p:nvPr/>
        </p:nvCxnSpPr>
        <p:spPr>
          <a:xfrm>
            <a:off x="6306596" y="368136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2" name="直線接點 2341"/>
          <p:cNvCxnSpPr/>
          <p:nvPr/>
        </p:nvCxnSpPr>
        <p:spPr>
          <a:xfrm>
            <a:off x="6348053" y="368136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3" name="直線接點 2342"/>
          <p:cNvCxnSpPr/>
          <p:nvPr/>
        </p:nvCxnSpPr>
        <p:spPr>
          <a:xfrm>
            <a:off x="4218360" y="201271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4" name="直線接點 2343"/>
          <p:cNvCxnSpPr/>
          <p:nvPr/>
        </p:nvCxnSpPr>
        <p:spPr>
          <a:xfrm>
            <a:off x="4259815" y="201271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5" name="直線接點 2344"/>
          <p:cNvCxnSpPr/>
          <p:nvPr/>
        </p:nvCxnSpPr>
        <p:spPr>
          <a:xfrm>
            <a:off x="4301269" y="201271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6" name="直線接點 2345"/>
          <p:cNvCxnSpPr/>
          <p:nvPr/>
        </p:nvCxnSpPr>
        <p:spPr>
          <a:xfrm>
            <a:off x="4342724" y="201271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7" name="直線接點 2346"/>
          <p:cNvCxnSpPr/>
          <p:nvPr/>
        </p:nvCxnSpPr>
        <p:spPr>
          <a:xfrm>
            <a:off x="4384178" y="201271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8" name="直線接點 2347"/>
          <p:cNvCxnSpPr/>
          <p:nvPr/>
        </p:nvCxnSpPr>
        <p:spPr>
          <a:xfrm>
            <a:off x="4425633" y="201271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9" name="直線接點 2348"/>
          <p:cNvCxnSpPr/>
          <p:nvPr/>
        </p:nvCxnSpPr>
        <p:spPr>
          <a:xfrm>
            <a:off x="4467087" y="201271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0" name="直線接點 2349"/>
          <p:cNvCxnSpPr/>
          <p:nvPr/>
        </p:nvCxnSpPr>
        <p:spPr>
          <a:xfrm>
            <a:off x="4508544" y="201271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1" name="直線接點 2350"/>
          <p:cNvCxnSpPr/>
          <p:nvPr/>
        </p:nvCxnSpPr>
        <p:spPr>
          <a:xfrm>
            <a:off x="4831330" y="200784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2" name="直線接點 2351"/>
          <p:cNvCxnSpPr/>
          <p:nvPr/>
        </p:nvCxnSpPr>
        <p:spPr>
          <a:xfrm>
            <a:off x="4872785" y="200784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3" name="直線接點 2352"/>
          <p:cNvCxnSpPr/>
          <p:nvPr/>
        </p:nvCxnSpPr>
        <p:spPr>
          <a:xfrm>
            <a:off x="4914239" y="200784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4" name="直線接點 2353"/>
          <p:cNvCxnSpPr/>
          <p:nvPr/>
        </p:nvCxnSpPr>
        <p:spPr>
          <a:xfrm>
            <a:off x="4955694" y="200784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5" name="直線接點 2354"/>
          <p:cNvCxnSpPr/>
          <p:nvPr/>
        </p:nvCxnSpPr>
        <p:spPr>
          <a:xfrm>
            <a:off x="4997148" y="200784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6" name="直線接點 2355"/>
          <p:cNvCxnSpPr/>
          <p:nvPr/>
        </p:nvCxnSpPr>
        <p:spPr>
          <a:xfrm>
            <a:off x="5038603" y="200784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7" name="直線接點 2356"/>
          <p:cNvCxnSpPr/>
          <p:nvPr/>
        </p:nvCxnSpPr>
        <p:spPr>
          <a:xfrm>
            <a:off x="5080057" y="200784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8" name="直線接點 2357"/>
          <p:cNvCxnSpPr/>
          <p:nvPr/>
        </p:nvCxnSpPr>
        <p:spPr>
          <a:xfrm>
            <a:off x="5121514" y="200784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9" name="直線接點 2358"/>
          <p:cNvCxnSpPr/>
          <p:nvPr/>
        </p:nvCxnSpPr>
        <p:spPr>
          <a:xfrm>
            <a:off x="5453242" y="201282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0" name="直線接點 2359"/>
          <p:cNvCxnSpPr/>
          <p:nvPr/>
        </p:nvCxnSpPr>
        <p:spPr>
          <a:xfrm>
            <a:off x="5494697" y="201282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1" name="直線接點 2360"/>
          <p:cNvCxnSpPr/>
          <p:nvPr/>
        </p:nvCxnSpPr>
        <p:spPr>
          <a:xfrm>
            <a:off x="5536151" y="2012826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2" name="直線接點 2361"/>
          <p:cNvCxnSpPr/>
          <p:nvPr/>
        </p:nvCxnSpPr>
        <p:spPr>
          <a:xfrm>
            <a:off x="5577606" y="2012826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3" name="直線接點 2362"/>
          <p:cNvCxnSpPr/>
          <p:nvPr/>
        </p:nvCxnSpPr>
        <p:spPr>
          <a:xfrm>
            <a:off x="5619060" y="2012826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4" name="直線接點 2363"/>
          <p:cNvCxnSpPr/>
          <p:nvPr/>
        </p:nvCxnSpPr>
        <p:spPr>
          <a:xfrm>
            <a:off x="5660515" y="2012826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5" name="直線接點 2364"/>
          <p:cNvCxnSpPr/>
          <p:nvPr/>
        </p:nvCxnSpPr>
        <p:spPr>
          <a:xfrm>
            <a:off x="5701969" y="2012826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6" name="直線接點 2365"/>
          <p:cNvCxnSpPr/>
          <p:nvPr/>
        </p:nvCxnSpPr>
        <p:spPr>
          <a:xfrm>
            <a:off x="5743426" y="2012826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7" name="直線接點 2366"/>
          <p:cNvCxnSpPr/>
          <p:nvPr/>
        </p:nvCxnSpPr>
        <p:spPr>
          <a:xfrm>
            <a:off x="6061306" y="200795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8" name="直線接點 2367"/>
          <p:cNvCxnSpPr/>
          <p:nvPr/>
        </p:nvCxnSpPr>
        <p:spPr>
          <a:xfrm>
            <a:off x="6102761" y="2007957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9" name="直線接點 2368"/>
          <p:cNvCxnSpPr/>
          <p:nvPr/>
        </p:nvCxnSpPr>
        <p:spPr>
          <a:xfrm>
            <a:off x="6144215" y="2007956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0" name="直線接點 2369"/>
          <p:cNvCxnSpPr/>
          <p:nvPr/>
        </p:nvCxnSpPr>
        <p:spPr>
          <a:xfrm>
            <a:off x="6185670" y="2007956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1" name="直線接點 2370"/>
          <p:cNvCxnSpPr/>
          <p:nvPr/>
        </p:nvCxnSpPr>
        <p:spPr>
          <a:xfrm>
            <a:off x="6227124" y="2007956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2" name="直線接點 2371"/>
          <p:cNvCxnSpPr/>
          <p:nvPr/>
        </p:nvCxnSpPr>
        <p:spPr>
          <a:xfrm>
            <a:off x="6268579" y="2007956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3" name="直線接點 2372"/>
          <p:cNvCxnSpPr/>
          <p:nvPr/>
        </p:nvCxnSpPr>
        <p:spPr>
          <a:xfrm>
            <a:off x="6310033" y="2007956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4" name="直線接點 2373"/>
          <p:cNvCxnSpPr/>
          <p:nvPr/>
        </p:nvCxnSpPr>
        <p:spPr>
          <a:xfrm>
            <a:off x="6351490" y="2007956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5" name="直線接點 2374"/>
          <p:cNvCxnSpPr/>
          <p:nvPr/>
        </p:nvCxnSpPr>
        <p:spPr>
          <a:xfrm>
            <a:off x="7583106" y="538414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6" name="直線接點 2375"/>
          <p:cNvCxnSpPr/>
          <p:nvPr/>
        </p:nvCxnSpPr>
        <p:spPr>
          <a:xfrm>
            <a:off x="7624561" y="538414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7" name="直線接點 2376"/>
          <p:cNvCxnSpPr/>
          <p:nvPr/>
        </p:nvCxnSpPr>
        <p:spPr>
          <a:xfrm>
            <a:off x="7666015" y="538413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8" name="直線接點 2377"/>
          <p:cNvCxnSpPr/>
          <p:nvPr/>
        </p:nvCxnSpPr>
        <p:spPr>
          <a:xfrm>
            <a:off x="7707470" y="538413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9" name="直線接點 2378"/>
          <p:cNvCxnSpPr/>
          <p:nvPr/>
        </p:nvCxnSpPr>
        <p:spPr>
          <a:xfrm>
            <a:off x="7748924" y="538413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0" name="直線接點 2379"/>
          <p:cNvCxnSpPr/>
          <p:nvPr/>
        </p:nvCxnSpPr>
        <p:spPr>
          <a:xfrm>
            <a:off x="7790379" y="538413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1" name="直線接點 2380"/>
          <p:cNvCxnSpPr/>
          <p:nvPr/>
        </p:nvCxnSpPr>
        <p:spPr>
          <a:xfrm>
            <a:off x="7831833" y="538413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2" name="直線接點 2381"/>
          <p:cNvCxnSpPr/>
          <p:nvPr/>
        </p:nvCxnSpPr>
        <p:spPr>
          <a:xfrm>
            <a:off x="7873290" y="538413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3" name="直線接點 2382"/>
          <p:cNvCxnSpPr/>
          <p:nvPr/>
        </p:nvCxnSpPr>
        <p:spPr>
          <a:xfrm>
            <a:off x="8170676" y="537927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4" name="直線接點 2383"/>
          <p:cNvCxnSpPr/>
          <p:nvPr/>
        </p:nvCxnSpPr>
        <p:spPr>
          <a:xfrm>
            <a:off x="8212131" y="537927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5" name="直線接點 2384"/>
          <p:cNvCxnSpPr/>
          <p:nvPr/>
        </p:nvCxnSpPr>
        <p:spPr>
          <a:xfrm>
            <a:off x="8253585" y="537926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6" name="直線接點 2385"/>
          <p:cNvCxnSpPr/>
          <p:nvPr/>
        </p:nvCxnSpPr>
        <p:spPr>
          <a:xfrm>
            <a:off x="8295040" y="537926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7" name="直線接點 2386"/>
          <p:cNvCxnSpPr/>
          <p:nvPr/>
        </p:nvCxnSpPr>
        <p:spPr>
          <a:xfrm>
            <a:off x="8336494" y="537926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8" name="直線接點 2387"/>
          <p:cNvCxnSpPr/>
          <p:nvPr/>
        </p:nvCxnSpPr>
        <p:spPr>
          <a:xfrm>
            <a:off x="8377949" y="537926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9" name="直線接點 2388"/>
          <p:cNvCxnSpPr/>
          <p:nvPr/>
        </p:nvCxnSpPr>
        <p:spPr>
          <a:xfrm>
            <a:off x="8419403" y="537926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0" name="直線接點 2389"/>
          <p:cNvCxnSpPr/>
          <p:nvPr/>
        </p:nvCxnSpPr>
        <p:spPr>
          <a:xfrm>
            <a:off x="8460860" y="537926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1" name="直線接點 2390"/>
          <p:cNvCxnSpPr/>
          <p:nvPr/>
        </p:nvCxnSpPr>
        <p:spPr>
          <a:xfrm>
            <a:off x="8770817" y="538425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2" name="直線接點 2391"/>
          <p:cNvCxnSpPr/>
          <p:nvPr/>
        </p:nvCxnSpPr>
        <p:spPr>
          <a:xfrm>
            <a:off x="8812272" y="538425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3" name="直線接點 2392"/>
          <p:cNvCxnSpPr/>
          <p:nvPr/>
        </p:nvCxnSpPr>
        <p:spPr>
          <a:xfrm>
            <a:off x="8853726" y="538425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4" name="直線接點 2393"/>
          <p:cNvCxnSpPr/>
          <p:nvPr/>
        </p:nvCxnSpPr>
        <p:spPr>
          <a:xfrm>
            <a:off x="8895181" y="538425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5" name="直線接點 2394"/>
          <p:cNvCxnSpPr/>
          <p:nvPr/>
        </p:nvCxnSpPr>
        <p:spPr>
          <a:xfrm>
            <a:off x="8936635" y="538425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6" name="直線接點 2395"/>
          <p:cNvCxnSpPr/>
          <p:nvPr/>
        </p:nvCxnSpPr>
        <p:spPr>
          <a:xfrm>
            <a:off x="8978090" y="538425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7" name="直線接點 2396"/>
          <p:cNvCxnSpPr/>
          <p:nvPr/>
        </p:nvCxnSpPr>
        <p:spPr>
          <a:xfrm>
            <a:off x="9019544" y="538425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8" name="直線接點 2397"/>
          <p:cNvCxnSpPr/>
          <p:nvPr/>
        </p:nvCxnSpPr>
        <p:spPr>
          <a:xfrm>
            <a:off x="9061001" y="538425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9" name="直線接點 2398"/>
          <p:cNvCxnSpPr/>
          <p:nvPr/>
        </p:nvCxnSpPr>
        <p:spPr>
          <a:xfrm>
            <a:off x="9357110" y="537938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0" name="直線接點 2399"/>
          <p:cNvCxnSpPr/>
          <p:nvPr/>
        </p:nvCxnSpPr>
        <p:spPr>
          <a:xfrm>
            <a:off x="9398565" y="537938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1" name="直線接點 2400"/>
          <p:cNvCxnSpPr/>
          <p:nvPr/>
        </p:nvCxnSpPr>
        <p:spPr>
          <a:xfrm>
            <a:off x="9440019" y="537938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2" name="直線接點 2401"/>
          <p:cNvCxnSpPr/>
          <p:nvPr/>
        </p:nvCxnSpPr>
        <p:spPr>
          <a:xfrm>
            <a:off x="9481474" y="537938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3" name="直線接點 2402"/>
          <p:cNvCxnSpPr/>
          <p:nvPr/>
        </p:nvCxnSpPr>
        <p:spPr>
          <a:xfrm>
            <a:off x="9522928" y="537938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4" name="直線接點 2403"/>
          <p:cNvCxnSpPr/>
          <p:nvPr/>
        </p:nvCxnSpPr>
        <p:spPr>
          <a:xfrm>
            <a:off x="9564383" y="537938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5" name="直線接點 2404"/>
          <p:cNvCxnSpPr/>
          <p:nvPr/>
        </p:nvCxnSpPr>
        <p:spPr>
          <a:xfrm>
            <a:off x="9605837" y="537938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6" name="直線接點 2405"/>
          <p:cNvCxnSpPr/>
          <p:nvPr/>
        </p:nvCxnSpPr>
        <p:spPr>
          <a:xfrm>
            <a:off x="9647294" y="537938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276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群組 444"/>
          <p:cNvGrpSpPr/>
          <p:nvPr/>
        </p:nvGrpSpPr>
        <p:grpSpPr>
          <a:xfrm>
            <a:off x="593099" y="241314"/>
            <a:ext cx="3036917" cy="1530322"/>
            <a:chOff x="691743" y="290884"/>
            <a:chExt cx="3546764" cy="1787237"/>
          </a:xfrm>
        </p:grpSpPr>
        <p:sp>
          <p:nvSpPr>
            <p:cNvPr id="188" name="矩形 187"/>
            <p:cNvSpPr/>
            <p:nvPr/>
          </p:nvSpPr>
          <p:spPr>
            <a:xfrm>
              <a:off x="691743" y="290884"/>
              <a:ext cx="3546764" cy="178723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89" name="橢圓 188"/>
            <p:cNvSpPr>
              <a:spLocks noChangeAspect="1"/>
            </p:cNvSpPr>
            <p:nvPr/>
          </p:nvSpPr>
          <p:spPr>
            <a:xfrm>
              <a:off x="4017512" y="670995"/>
              <a:ext cx="180000" cy="18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31750" cmpd="thickThin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190" name="橢圓 189"/>
            <p:cNvSpPr>
              <a:spLocks noChangeAspect="1"/>
            </p:cNvSpPr>
            <p:nvPr/>
          </p:nvSpPr>
          <p:spPr>
            <a:xfrm>
              <a:off x="729062" y="671403"/>
              <a:ext cx="180000" cy="18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31750" cmpd="thickThin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383" name="群組 382"/>
            <p:cNvGrpSpPr/>
            <p:nvPr/>
          </p:nvGrpSpPr>
          <p:grpSpPr>
            <a:xfrm>
              <a:off x="785144" y="937328"/>
              <a:ext cx="108000" cy="847570"/>
              <a:chOff x="8987487" y="3847218"/>
              <a:chExt cx="108000" cy="847570"/>
            </a:xfrm>
          </p:grpSpPr>
          <p:sp>
            <p:nvSpPr>
              <p:cNvPr id="384" name="矩形 383"/>
              <p:cNvSpPr/>
              <p:nvPr/>
            </p:nvSpPr>
            <p:spPr>
              <a:xfrm>
                <a:off x="8987487" y="3847218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85" name="矩形 384"/>
              <p:cNvSpPr/>
              <p:nvPr/>
            </p:nvSpPr>
            <p:spPr>
              <a:xfrm>
                <a:off x="8987487" y="4143046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86" name="矩形 385"/>
              <p:cNvSpPr/>
              <p:nvPr/>
            </p:nvSpPr>
            <p:spPr>
              <a:xfrm>
                <a:off x="8987487" y="443887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87" name="矩形 386"/>
              <p:cNvSpPr/>
              <p:nvPr/>
            </p:nvSpPr>
            <p:spPr>
              <a:xfrm>
                <a:off x="8987487" y="3995131"/>
                <a:ext cx="108000" cy="249818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88" name="矩形 387"/>
              <p:cNvSpPr/>
              <p:nvPr/>
            </p:nvSpPr>
            <p:spPr>
              <a:xfrm>
                <a:off x="8987487" y="4290960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89" name="矩形 388"/>
              <p:cNvSpPr/>
              <p:nvPr/>
            </p:nvSpPr>
            <p:spPr>
              <a:xfrm>
                <a:off x="8987487" y="4586788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390" name="群組 389"/>
            <p:cNvGrpSpPr/>
            <p:nvPr/>
          </p:nvGrpSpPr>
          <p:grpSpPr>
            <a:xfrm>
              <a:off x="4054607" y="909458"/>
              <a:ext cx="108000" cy="847570"/>
              <a:chOff x="8987487" y="3847218"/>
              <a:chExt cx="108000" cy="847570"/>
            </a:xfrm>
          </p:grpSpPr>
          <p:sp>
            <p:nvSpPr>
              <p:cNvPr id="391" name="矩形 390"/>
              <p:cNvSpPr/>
              <p:nvPr/>
            </p:nvSpPr>
            <p:spPr>
              <a:xfrm>
                <a:off x="8987487" y="3847218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92" name="矩形 391"/>
              <p:cNvSpPr/>
              <p:nvPr/>
            </p:nvSpPr>
            <p:spPr>
              <a:xfrm>
                <a:off x="8987487" y="4143046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93" name="矩形 392"/>
              <p:cNvSpPr/>
              <p:nvPr/>
            </p:nvSpPr>
            <p:spPr>
              <a:xfrm>
                <a:off x="8987487" y="443887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94" name="矩形 393"/>
              <p:cNvSpPr/>
              <p:nvPr/>
            </p:nvSpPr>
            <p:spPr>
              <a:xfrm>
                <a:off x="8987487" y="3995131"/>
                <a:ext cx="108000" cy="254475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95" name="矩形 394"/>
              <p:cNvSpPr/>
              <p:nvPr/>
            </p:nvSpPr>
            <p:spPr>
              <a:xfrm>
                <a:off x="8987487" y="4290960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96" name="矩形 395"/>
              <p:cNvSpPr/>
              <p:nvPr/>
            </p:nvSpPr>
            <p:spPr>
              <a:xfrm>
                <a:off x="8987487" y="4586788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433" name="群組 432"/>
            <p:cNvGrpSpPr/>
            <p:nvPr/>
          </p:nvGrpSpPr>
          <p:grpSpPr>
            <a:xfrm>
              <a:off x="819062" y="439206"/>
              <a:ext cx="3302740" cy="110262"/>
              <a:chOff x="8170043" y="1325044"/>
              <a:chExt cx="3302740" cy="110262"/>
            </a:xfrm>
          </p:grpSpPr>
          <p:sp>
            <p:nvSpPr>
              <p:cNvPr id="434" name="矩形 433"/>
              <p:cNvSpPr/>
              <p:nvPr/>
            </p:nvSpPr>
            <p:spPr>
              <a:xfrm>
                <a:off x="11063986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435" name="矩形 434"/>
              <p:cNvSpPr/>
              <p:nvPr/>
            </p:nvSpPr>
            <p:spPr>
              <a:xfrm>
                <a:off x="11216386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436" name="矩形 435"/>
              <p:cNvSpPr/>
              <p:nvPr/>
            </p:nvSpPr>
            <p:spPr>
              <a:xfrm>
                <a:off x="8170043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437" name="矩形 436"/>
              <p:cNvSpPr/>
              <p:nvPr/>
            </p:nvSpPr>
            <p:spPr>
              <a:xfrm>
                <a:off x="8322443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438" name="矩形 437"/>
              <p:cNvSpPr/>
              <p:nvPr/>
            </p:nvSpPr>
            <p:spPr>
              <a:xfrm>
                <a:off x="8474843" y="132504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439" name="矩形 438"/>
              <p:cNvSpPr/>
              <p:nvPr/>
            </p:nvSpPr>
            <p:spPr>
              <a:xfrm>
                <a:off x="11364783" y="1327306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sp>
          <p:nvSpPr>
            <p:cNvPr id="440" name="矩形 439"/>
            <p:cNvSpPr/>
            <p:nvPr/>
          </p:nvSpPr>
          <p:spPr>
            <a:xfrm>
              <a:off x="785144" y="1824812"/>
              <a:ext cx="3412368" cy="211956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541" dirty="0"/>
                <a:t>文字</a:t>
              </a:r>
            </a:p>
          </p:txBody>
        </p:sp>
        <p:sp>
          <p:nvSpPr>
            <p:cNvPr id="442" name="矩形 441"/>
            <p:cNvSpPr/>
            <p:nvPr/>
          </p:nvSpPr>
          <p:spPr>
            <a:xfrm>
              <a:off x="1308773" y="436305"/>
              <a:ext cx="2359832" cy="23468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541" dirty="0"/>
                <a:t>文字</a:t>
              </a:r>
            </a:p>
          </p:txBody>
        </p:sp>
      </p:grpSp>
      <p:grpSp>
        <p:nvGrpSpPr>
          <p:cNvPr id="446" name="群組 445"/>
          <p:cNvGrpSpPr/>
          <p:nvPr/>
        </p:nvGrpSpPr>
        <p:grpSpPr>
          <a:xfrm>
            <a:off x="3900148" y="249218"/>
            <a:ext cx="3036917" cy="1530322"/>
            <a:chOff x="4553990" y="300115"/>
            <a:chExt cx="3546764" cy="1787237"/>
          </a:xfrm>
        </p:grpSpPr>
        <p:sp>
          <p:nvSpPr>
            <p:cNvPr id="4" name="矩形 3"/>
            <p:cNvSpPr/>
            <p:nvPr/>
          </p:nvSpPr>
          <p:spPr>
            <a:xfrm>
              <a:off x="4553990" y="300115"/>
              <a:ext cx="3546764" cy="178723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5" name="橢圓 4"/>
            <p:cNvSpPr>
              <a:spLocks noChangeAspect="1"/>
            </p:cNvSpPr>
            <p:nvPr/>
          </p:nvSpPr>
          <p:spPr>
            <a:xfrm>
              <a:off x="7879759" y="680226"/>
              <a:ext cx="180000" cy="18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31750" cmpd="thickThin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sp>
          <p:nvSpPr>
            <p:cNvPr id="6" name="橢圓 5"/>
            <p:cNvSpPr>
              <a:spLocks noChangeAspect="1"/>
            </p:cNvSpPr>
            <p:nvPr/>
          </p:nvSpPr>
          <p:spPr>
            <a:xfrm>
              <a:off x="4591309" y="680634"/>
              <a:ext cx="180000" cy="18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31750" cmpd="thickThin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/>
            </a:p>
          </p:txBody>
        </p:sp>
        <p:grpSp>
          <p:nvGrpSpPr>
            <p:cNvPr id="7" name="群組 6"/>
            <p:cNvGrpSpPr/>
            <p:nvPr/>
          </p:nvGrpSpPr>
          <p:grpSpPr>
            <a:xfrm>
              <a:off x="4955489" y="436306"/>
              <a:ext cx="2694291" cy="110872"/>
              <a:chOff x="2231870" y="583337"/>
              <a:chExt cx="2694291" cy="110872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231870" y="583337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2384270" y="583337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2536670" y="583337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2689070" y="583337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2841470" y="583337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2993870" y="583337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3146270" y="583337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3298670" y="583337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451070" y="583337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3603470" y="583337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3755870" y="583337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3908270" y="583337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4060670" y="583337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4213070" y="583337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4360961" y="586209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4513361" y="586209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4665761" y="586209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4818161" y="586209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163" name="群組 162"/>
            <p:cNvGrpSpPr/>
            <p:nvPr/>
          </p:nvGrpSpPr>
          <p:grpSpPr>
            <a:xfrm>
              <a:off x="4961786" y="596489"/>
              <a:ext cx="2699211" cy="278020"/>
              <a:chOff x="1708639" y="3678402"/>
              <a:chExt cx="2699211" cy="278020"/>
            </a:xfrm>
          </p:grpSpPr>
          <p:sp>
            <p:nvSpPr>
              <p:cNvPr id="164" name="矩形 163"/>
              <p:cNvSpPr/>
              <p:nvPr/>
            </p:nvSpPr>
            <p:spPr>
              <a:xfrm>
                <a:off x="1708639" y="3678402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65" name="矩形 164"/>
              <p:cNvSpPr/>
              <p:nvPr/>
            </p:nvSpPr>
            <p:spPr>
              <a:xfrm>
                <a:off x="1861039" y="3678402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66" name="矩形 165"/>
              <p:cNvSpPr/>
              <p:nvPr/>
            </p:nvSpPr>
            <p:spPr>
              <a:xfrm>
                <a:off x="2013439" y="3678402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67" name="矩形 166"/>
              <p:cNvSpPr/>
              <p:nvPr/>
            </p:nvSpPr>
            <p:spPr>
              <a:xfrm>
                <a:off x="2165839" y="3678402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68" name="矩形 167"/>
              <p:cNvSpPr/>
              <p:nvPr/>
            </p:nvSpPr>
            <p:spPr>
              <a:xfrm>
                <a:off x="2318239" y="3678402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69" name="矩形 168"/>
              <p:cNvSpPr/>
              <p:nvPr/>
            </p:nvSpPr>
            <p:spPr>
              <a:xfrm>
                <a:off x="2470639" y="3678402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0" name="矩形 169"/>
              <p:cNvSpPr/>
              <p:nvPr/>
            </p:nvSpPr>
            <p:spPr>
              <a:xfrm>
                <a:off x="2623039" y="3678402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1" name="矩形 170"/>
              <p:cNvSpPr/>
              <p:nvPr/>
            </p:nvSpPr>
            <p:spPr>
              <a:xfrm>
                <a:off x="2775439" y="3678402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2" name="矩形 171"/>
              <p:cNvSpPr/>
              <p:nvPr/>
            </p:nvSpPr>
            <p:spPr>
              <a:xfrm>
                <a:off x="2927839" y="3678402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3080239" y="3678402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3232639" y="3678402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5" name="矩形 174"/>
              <p:cNvSpPr/>
              <p:nvPr/>
            </p:nvSpPr>
            <p:spPr>
              <a:xfrm>
                <a:off x="3385039" y="3678402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6" name="矩形 175"/>
              <p:cNvSpPr/>
              <p:nvPr/>
            </p:nvSpPr>
            <p:spPr>
              <a:xfrm>
                <a:off x="3537439" y="3678402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7" name="矩形 176"/>
              <p:cNvSpPr/>
              <p:nvPr/>
            </p:nvSpPr>
            <p:spPr>
              <a:xfrm>
                <a:off x="3689839" y="3678402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8" name="矩形 177"/>
              <p:cNvSpPr/>
              <p:nvPr/>
            </p:nvSpPr>
            <p:spPr>
              <a:xfrm>
                <a:off x="1713559" y="3845550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79" name="矩形 178"/>
              <p:cNvSpPr/>
              <p:nvPr/>
            </p:nvSpPr>
            <p:spPr>
              <a:xfrm>
                <a:off x="1865959" y="3845550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80" name="矩形 179"/>
              <p:cNvSpPr/>
              <p:nvPr/>
            </p:nvSpPr>
            <p:spPr>
              <a:xfrm>
                <a:off x="2018359" y="3845550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81" name="矩形 180"/>
              <p:cNvSpPr/>
              <p:nvPr/>
            </p:nvSpPr>
            <p:spPr>
              <a:xfrm>
                <a:off x="3837730" y="368127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82" name="矩形 181"/>
              <p:cNvSpPr/>
              <p:nvPr/>
            </p:nvSpPr>
            <p:spPr>
              <a:xfrm>
                <a:off x="3990130" y="368127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83" name="矩形 182"/>
              <p:cNvSpPr/>
              <p:nvPr/>
            </p:nvSpPr>
            <p:spPr>
              <a:xfrm>
                <a:off x="4142530" y="368127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84" name="矩形 183"/>
              <p:cNvSpPr/>
              <p:nvPr/>
            </p:nvSpPr>
            <p:spPr>
              <a:xfrm>
                <a:off x="4294930" y="368127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85" name="矩形 184"/>
              <p:cNvSpPr/>
              <p:nvPr/>
            </p:nvSpPr>
            <p:spPr>
              <a:xfrm>
                <a:off x="3995050" y="3848422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86" name="矩形 185"/>
              <p:cNvSpPr/>
              <p:nvPr/>
            </p:nvSpPr>
            <p:spPr>
              <a:xfrm>
                <a:off x="4147450" y="3848422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187" name="矩形 186"/>
              <p:cNvSpPr/>
              <p:nvPr/>
            </p:nvSpPr>
            <p:spPr>
              <a:xfrm>
                <a:off x="4299850" y="3848422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397" name="群組 396"/>
            <p:cNvGrpSpPr/>
            <p:nvPr/>
          </p:nvGrpSpPr>
          <p:grpSpPr>
            <a:xfrm>
              <a:off x="4623034" y="937328"/>
              <a:ext cx="108000" cy="847570"/>
              <a:chOff x="8987487" y="3847218"/>
              <a:chExt cx="108000" cy="847570"/>
            </a:xfrm>
          </p:grpSpPr>
          <p:sp>
            <p:nvSpPr>
              <p:cNvPr id="398" name="矩形 397"/>
              <p:cNvSpPr/>
              <p:nvPr/>
            </p:nvSpPr>
            <p:spPr>
              <a:xfrm>
                <a:off x="8987487" y="3847218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99" name="矩形 398"/>
              <p:cNvSpPr/>
              <p:nvPr/>
            </p:nvSpPr>
            <p:spPr>
              <a:xfrm>
                <a:off x="8987487" y="4143046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400" name="矩形 399"/>
              <p:cNvSpPr/>
              <p:nvPr/>
            </p:nvSpPr>
            <p:spPr>
              <a:xfrm>
                <a:off x="8987487" y="443887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401" name="矩形 400"/>
              <p:cNvSpPr/>
              <p:nvPr/>
            </p:nvSpPr>
            <p:spPr>
              <a:xfrm>
                <a:off x="8987487" y="3995132"/>
                <a:ext cx="108000" cy="255914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402" name="矩形 401"/>
              <p:cNvSpPr/>
              <p:nvPr/>
            </p:nvSpPr>
            <p:spPr>
              <a:xfrm>
                <a:off x="8987487" y="4290960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403" name="矩形 402"/>
              <p:cNvSpPr/>
              <p:nvPr/>
            </p:nvSpPr>
            <p:spPr>
              <a:xfrm>
                <a:off x="8987487" y="4586788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grpSp>
          <p:nvGrpSpPr>
            <p:cNvPr id="404" name="群組 403"/>
            <p:cNvGrpSpPr/>
            <p:nvPr/>
          </p:nvGrpSpPr>
          <p:grpSpPr>
            <a:xfrm>
              <a:off x="7932535" y="909458"/>
              <a:ext cx="108000" cy="847570"/>
              <a:chOff x="8987487" y="3847218"/>
              <a:chExt cx="108000" cy="847570"/>
            </a:xfrm>
          </p:grpSpPr>
          <p:sp>
            <p:nvSpPr>
              <p:cNvPr id="405" name="矩形 404"/>
              <p:cNvSpPr/>
              <p:nvPr/>
            </p:nvSpPr>
            <p:spPr>
              <a:xfrm>
                <a:off x="8987487" y="3847218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406" name="矩形 405"/>
              <p:cNvSpPr/>
              <p:nvPr/>
            </p:nvSpPr>
            <p:spPr>
              <a:xfrm>
                <a:off x="8987487" y="4143046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407" name="矩形 406"/>
              <p:cNvSpPr/>
              <p:nvPr/>
            </p:nvSpPr>
            <p:spPr>
              <a:xfrm>
                <a:off x="8987487" y="4438874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408" name="矩形 407"/>
              <p:cNvSpPr/>
              <p:nvPr/>
            </p:nvSpPr>
            <p:spPr>
              <a:xfrm>
                <a:off x="8987487" y="3995132"/>
                <a:ext cx="108000" cy="254474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409" name="矩形 408"/>
              <p:cNvSpPr/>
              <p:nvPr/>
            </p:nvSpPr>
            <p:spPr>
              <a:xfrm>
                <a:off x="8987487" y="4290960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410" name="矩形 409"/>
              <p:cNvSpPr/>
              <p:nvPr/>
            </p:nvSpPr>
            <p:spPr>
              <a:xfrm>
                <a:off x="8987487" y="4586788"/>
                <a:ext cx="108000" cy="10800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</p:grpSp>
        <p:sp>
          <p:nvSpPr>
            <p:cNvPr id="441" name="矩形 440"/>
            <p:cNvSpPr/>
            <p:nvPr/>
          </p:nvSpPr>
          <p:spPr>
            <a:xfrm>
              <a:off x="4621188" y="1824812"/>
              <a:ext cx="3412368" cy="211956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541" dirty="0"/>
                <a:t>文字</a:t>
              </a:r>
            </a:p>
          </p:txBody>
        </p:sp>
        <p:sp>
          <p:nvSpPr>
            <p:cNvPr id="444" name="矩形 443"/>
            <p:cNvSpPr/>
            <p:nvPr/>
          </p:nvSpPr>
          <p:spPr>
            <a:xfrm>
              <a:off x="5147173" y="936702"/>
              <a:ext cx="2359832" cy="234689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41" dirty="0"/>
            </a:p>
          </p:txBody>
        </p:sp>
        <p:sp>
          <p:nvSpPr>
            <p:cNvPr id="443" name="矩形 442"/>
            <p:cNvSpPr/>
            <p:nvPr/>
          </p:nvSpPr>
          <p:spPr>
            <a:xfrm>
              <a:off x="5423906" y="770226"/>
              <a:ext cx="1755596" cy="285606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541" dirty="0"/>
                <a:t>文字</a:t>
              </a:r>
            </a:p>
          </p:txBody>
        </p:sp>
      </p:grpSp>
      <p:sp>
        <p:nvSpPr>
          <p:cNvPr id="447" name="文字方塊 446"/>
          <p:cNvSpPr txBox="1"/>
          <p:nvPr/>
        </p:nvSpPr>
        <p:spPr>
          <a:xfrm>
            <a:off x="1838964" y="1887964"/>
            <a:ext cx="724878" cy="4085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55" b="1" dirty="0"/>
              <a:t>2 x 4</a:t>
            </a:r>
            <a:endParaRPr lang="zh-TW" altLang="en-US" sz="2055" b="1" dirty="0"/>
          </a:p>
        </p:txBody>
      </p:sp>
      <p:sp>
        <p:nvSpPr>
          <p:cNvPr id="448" name="文字方塊 447"/>
          <p:cNvSpPr txBox="1"/>
          <p:nvPr/>
        </p:nvSpPr>
        <p:spPr>
          <a:xfrm>
            <a:off x="5073124" y="1887964"/>
            <a:ext cx="1596045" cy="408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55" b="1" dirty="0"/>
              <a:t>1 x 4</a:t>
            </a:r>
            <a:endParaRPr lang="zh-TW" altLang="en-US" sz="2055" b="1" dirty="0"/>
          </a:p>
        </p:txBody>
      </p:sp>
    </p:spTree>
    <p:extLst>
      <p:ext uri="{BB962C8B-B14F-4D97-AF65-F5344CB8AC3E}">
        <p14:creationId xmlns:p14="http://schemas.microsoft.com/office/powerpoint/2010/main" val="2526869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矩形 890"/>
          <p:cNvSpPr/>
          <p:nvPr/>
        </p:nvSpPr>
        <p:spPr>
          <a:xfrm>
            <a:off x="89500" y="3945001"/>
            <a:ext cx="10274573" cy="17040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grpSp>
        <p:nvGrpSpPr>
          <p:cNvPr id="1292" name="群組 1291"/>
          <p:cNvGrpSpPr/>
          <p:nvPr/>
        </p:nvGrpSpPr>
        <p:grpSpPr>
          <a:xfrm>
            <a:off x="4299498" y="4700133"/>
            <a:ext cx="2550524" cy="669467"/>
            <a:chOff x="5078804" y="5435866"/>
            <a:chExt cx="2978714" cy="781859"/>
          </a:xfrm>
        </p:grpSpPr>
        <p:sp>
          <p:nvSpPr>
            <p:cNvPr id="1290" name="矩形 1289"/>
            <p:cNvSpPr/>
            <p:nvPr/>
          </p:nvSpPr>
          <p:spPr>
            <a:xfrm>
              <a:off x="5078804" y="5556490"/>
              <a:ext cx="2978714" cy="661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400"/>
            </a:p>
          </p:txBody>
        </p:sp>
        <p:sp>
          <p:nvSpPr>
            <p:cNvPr id="1291" name="剪去單一角落矩形 1290"/>
            <p:cNvSpPr/>
            <p:nvPr/>
          </p:nvSpPr>
          <p:spPr>
            <a:xfrm flipH="1">
              <a:off x="7499186" y="5435866"/>
              <a:ext cx="558332" cy="159694"/>
            </a:xfrm>
            <a:prstGeom prst="snip1Rect">
              <a:avLst>
                <a:gd name="adj" fmla="val 3405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TW" sz="700" dirty="0">
                  <a:solidFill>
                    <a:schemeClr val="tx1"/>
                  </a:solidFill>
                </a:rPr>
                <a:t>Switch</a:t>
              </a:r>
              <a:endParaRPr lang="zh-TW" altLang="en-US" sz="700" dirty="0">
                <a:solidFill>
                  <a:schemeClr val="tx1"/>
                </a:solidFill>
              </a:endParaRPr>
            </a:p>
          </p:txBody>
        </p:sp>
      </p:grpSp>
      <p:sp>
        <p:nvSpPr>
          <p:cNvPr id="892" name="矩形 891"/>
          <p:cNvSpPr/>
          <p:nvPr/>
        </p:nvSpPr>
        <p:spPr>
          <a:xfrm>
            <a:off x="135827" y="722237"/>
            <a:ext cx="7631678" cy="19613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 dirty="0"/>
          </a:p>
        </p:txBody>
      </p:sp>
      <p:sp>
        <p:nvSpPr>
          <p:cNvPr id="401" name="文字方塊 400"/>
          <p:cNvSpPr txBox="1"/>
          <p:nvPr/>
        </p:nvSpPr>
        <p:spPr>
          <a:xfrm>
            <a:off x="2789028" y="2377986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7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400" name="文字方塊 399"/>
          <p:cNvSpPr txBox="1"/>
          <p:nvPr/>
        </p:nvSpPr>
        <p:spPr>
          <a:xfrm>
            <a:off x="2535910" y="2388861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6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396" name="文字方塊 395"/>
          <p:cNvSpPr txBox="1"/>
          <p:nvPr/>
        </p:nvSpPr>
        <p:spPr>
          <a:xfrm>
            <a:off x="2144943" y="2370467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5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395" name="文字方塊 394"/>
          <p:cNvSpPr txBox="1"/>
          <p:nvPr/>
        </p:nvSpPr>
        <p:spPr>
          <a:xfrm>
            <a:off x="1891825" y="2381342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4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391" name="文字方塊 390"/>
          <p:cNvSpPr txBox="1"/>
          <p:nvPr/>
        </p:nvSpPr>
        <p:spPr>
          <a:xfrm>
            <a:off x="1504951" y="2365030"/>
            <a:ext cx="282450" cy="303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70" dirty="0">
                <a:solidFill>
                  <a:schemeClr val="bg1"/>
                </a:solidFill>
              </a:rPr>
              <a:t>3</a:t>
            </a:r>
            <a:endParaRPr lang="zh-TW" altLang="en-US" sz="1370" dirty="0">
              <a:solidFill>
                <a:schemeClr val="bg1"/>
              </a:solidFill>
            </a:endParaRPr>
          </a:p>
        </p:txBody>
      </p:sp>
      <p:sp>
        <p:nvSpPr>
          <p:cNvPr id="390" name="文字方塊 389"/>
          <p:cNvSpPr txBox="1"/>
          <p:nvPr/>
        </p:nvSpPr>
        <p:spPr>
          <a:xfrm>
            <a:off x="1251833" y="2375905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2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386" name="文字方塊 385"/>
          <p:cNvSpPr txBox="1"/>
          <p:nvPr/>
        </p:nvSpPr>
        <p:spPr>
          <a:xfrm>
            <a:off x="855194" y="2366116"/>
            <a:ext cx="282450" cy="303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70" dirty="0">
                <a:solidFill>
                  <a:schemeClr val="bg1"/>
                </a:solidFill>
              </a:rPr>
              <a:t>1</a:t>
            </a:r>
            <a:endParaRPr lang="zh-TW" altLang="en-US" sz="1370" dirty="0">
              <a:solidFill>
                <a:schemeClr val="bg1"/>
              </a:solidFill>
            </a:endParaRPr>
          </a:p>
        </p:txBody>
      </p:sp>
      <p:sp>
        <p:nvSpPr>
          <p:cNvPr id="385" name="文字方塊 384"/>
          <p:cNvSpPr txBox="1"/>
          <p:nvPr/>
        </p:nvSpPr>
        <p:spPr>
          <a:xfrm>
            <a:off x="602076" y="2376992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0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272" name="矩形 1271"/>
          <p:cNvSpPr/>
          <p:nvPr/>
        </p:nvSpPr>
        <p:spPr>
          <a:xfrm>
            <a:off x="3442661" y="1265244"/>
            <a:ext cx="2698742" cy="11642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cxnSp>
        <p:nvCxnSpPr>
          <p:cNvPr id="874" name="肘形接點 873"/>
          <p:cNvCxnSpPr/>
          <p:nvPr/>
        </p:nvCxnSpPr>
        <p:spPr>
          <a:xfrm rot="5400000" flipH="1" flipV="1">
            <a:off x="5566990" y="3929192"/>
            <a:ext cx="1" cy="1812499"/>
          </a:xfrm>
          <a:prstGeom prst="bentConnector3">
            <a:avLst>
              <a:gd name="adj1" fmla="val 2286010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94" y="-158088"/>
            <a:ext cx="158186" cy="316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8296" tIns="39148" rIns="78296" bIns="39148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 sz="1541"/>
          </a:p>
        </p:txBody>
      </p:sp>
      <p:grpSp>
        <p:nvGrpSpPr>
          <p:cNvPr id="351" name="群組 350"/>
          <p:cNvGrpSpPr>
            <a:grpSpLocks noChangeAspect="1"/>
          </p:cNvGrpSpPr>
          <p:nvPr/>
        </p:nvGrpSpPr>
        <p:grpSpPr>
          <a:xfrm>
            <a:off x="271379" y="4785821"/>
            <a:ext cx="1201611" cy="555928"/>
            <a:chOff x="5787255" y="729045"/>
            <a:chExt cx="747315" cy="345747"/>
          </a:xfrm>
        </p:grpSpPr>
        <p:grpSp>
          <p:nvGrpSpPr>
            <p:cNvPr id="352" name="群組 351"/>
            <p:cNvGrpSpPr>
              <a:grpSpLocks noChangeAspect="1"/>
            </p:cNvGrpSpPr>
            <p:nvPr/>
          </p:nvGrpSpPr>
          <p:grpSpPr>
            <a:xfrm>
              <a:off x="5787255" y="729045"/>
              <a:ext cx="392846" cy="345747"/>
              <a:chOff x="8303107" y="1982407"/>
              <a:chExt cx="608812" cy="535821"/>
            </a:xfrm>
          </p:grpSpPr>
          <p:sp>
            <p:nvSpPr>
              <p:cNvPr id="368" name="圓角矩形 367"/>
              <p:cNvSpPr/>
              <p:nvPr/>
            </p:nvSpPr>
            <p:spPr>
              <a:xfrm>
                <a:off x="8303107" y="2128373"/>
                <a:ext cx="608812" cy="389855"/>
              </a:xfrm>
              <a:prstGeom prst="roundRect">
                <a:avLst>
                  <a:gd name="adj" fmla="val 6250"/>
                </a:avLst>
              </a:prstGeom>
              <a:solidFill>
                <a:schemeClr val="bg1">
                  <a:lumMod val="7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69" name="橢圓 368"/>
              <p:cNvSpPr/>
              <p:nvPr/>
            </p:nvSpPr>
            <p:spPr>
              <a:xfrm>
                <a:off x="8426026" y="1986083"/>
                <a:ext cx="104549" cy="109560"/>
              </a:xfrm>
              <a:prstGeom prst="ellipse">
                <a:avLst/>
              </a:prstGeom>
              <a:solidFill>
                <a:srgbClr val="548235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70" name="橢圓 369"/>
              <p:cNvSpPr/>
              <p:nvPr/>
            </p:nvSpPr>
            <p:spPr>
              <a:xfrm>
                <a:off x="8673704" y="1982407"/>
                <a:ext cx="104549" cy="109560"/>
              </a:xfrm>
              <a:prstGeom prst="ellipse">
                <a:avLst/>
              </a:prstGeom>
              <a:solidFill>
                <a:srgbClr val="548235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71" name="圓角矩形 370"/>
              <p:cNvSpPr/>
              <p:nvPr/>
            </p:nvSpPr>
            <p:spPr>
              <a:xfrm>
                <a:off x="8365664" y="2172472"/>
                <a:ext cx="489721" cy="319134"/>
              </a:xfrm>
              <a:prstGeom prst="roundRect">
                <a:avLst>
                  <a:gd name="adj" fmla="val 6250"/>
                </a:avLst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grpSp>
            <p:nvGrpSpPr>
              <p:cNvPr id="372" name="群組 371"/>
              <p:cNvGrpSpPr/>
              <p:nvPr/>
            </p:nvGrpSpPr>
            <p:grpSpPr>
              <a:xfrm>
                <a:off x="8430143" y="2380845"/>
                <a:ext cx="360000" cy="110762"/>
                <a:chOff x="8430143" y="2380845"/>
                <a:chExt cx="360000" cy="110762"/>
              </a:xfrm>
            </p:grpSpPr>
            <p:sp>
              <p:nvSpPr>
                <p:cNvPr id="373" name="圓角矩形 372"/>
                <p:cNvSpPr/>
                <p:nvPr/>
              </p:nvSpPr>
              <p:spPr>
                <a:xfrm>
                  <a:off x="8430143" y="2380845"/>
                  <a:ext cx="360000" cy="110761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2">
                    <a:lumMod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cxnSp>
              <p:nvCxnSpPr>
                <p:cNvPr id="374" name="直線接點 373"/>
                <p:cNvCxnSpPr/>
                <p:nvPr/>
              </p:nvCxnSpPr>
              <p:spPr>
                <a:xfrm>
                  <a:off x="8467716" y="2407904"/>
                  <a:ext cx="0" cy="83703"/>
                </a:xfrm>
                <a:prstGeom prst="line">
                  <a:avLst/>
                </a:prstGeom>
                <a:ln>
                  <a:solidFill>
                    <a:srgbClr val="FFCC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直線接點 374"/>
                <p:cNvCxnSpPr/>
                <p:nvPr/>
              </p:nvCxnSpPr>
              <p:spPr>
                <a:xfrm>
                  <a:off x="8507961" y="2407904"/>
                  <a:ext cx="0" cy="83703"/>
                </a:xfrm>
                <a:prstGeom prst="line">
                  <a:avLst/>
                </a:prstGeom>
                <a:ln>
                  <a:solidFill>
                    <a:srgbClr val="FFCC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直線接點 375"/>
                <p:cNvCxnSpPr/>
                <p:nvPr/>
              </p:nvCxnSpPr>
              <p:spPr>
                <a:xfrm>
                  <a:off x="8548206" y="2407903"/>
                  <a:ext cx="0" cy="83703"/>
                </a:xfrm>
                <a:prstGeom prst="line">
                  <a:avLst/>
                </a:prstGeom>
                <a:ln>
                  <a:solidFill>
                    <a:srgbClr val="FFCC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直線接點 376"/>
                <p:cNvCxnSpPr/>
                <p:nvPr/>
              </p:nvCxnSpPr>
              <p:spPr>
                <a:xfrm>
                  <a:off x="8588451" y="2407903"/>
                  <a:ext cx="0" cy="83703"/>
                </a:xfrm>
                <a:prstGeom prst="line">
                  <a:avLst/>
                </a:prstGeom>
                <a:ln>
                  <a:solidFill>
                    <a:srgbClr val="FFCC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直線接點 377"/>
                <p:cNvCxnSpPr/>
                <p:nvPr/>
              </p:nvCxnSpPr>
              <p:spPr>
                <a:xfrm>
                  <a:off x="8628696" y="2407903"/>
                  <a:ext cx="0" cy="83703"/>
                </a:xfrm>
                <a:prstGeom prst="line">
                  <a:avLst/>
                </a:prstGeom>
                <a:ln>
                  <a:solidFill>
                    <a:srgbClr val="FFCC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直線接點 378"/>
                <p:cNvCxnSpPr/>
                <p:nvPr/>
              </p:nvCxnSpPr>
              <p:spPr>
                <a:xfrm>
                  <a:off x="8668941" y="2407903"/>
                  <a:ext cx="0" cy="83703"/>
                </a:xfrm>
                <a:prstGeom prst="line">
                  <a:avLst/>
                </a:prstGeom>
                <a:ln>
                  <a:solidFill>
                    <a:srgbClr val="FFCC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直線接點 379"/>
                <p:cNvCxnSpPr/>
                <p:nvPr/>
              </p:nvCxnSpPr>
              <p:spPr>
                <a:xfrm>
                  <a:off x="8709186" y="2407903"/>
                  <a:ext cx="0" cy="83703"/>
                </a:xfrm>
                <a:prstGeom prst="line">
                  <a:avLst/>
                </a:prstGeom>
                <a:ln>
                  <a:solidFill>
                    <a:srgbClr val="FFCC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1" name="直線接點 380"/>
                <p:cNvCxnSpPr/>
                <p:nvPr/>
              </p:nvCxnSpPr>
              <p:spPr>
                <a:xfrm>
                  <a:off x="8749433" y="2407903"/>
                  <a:ext cx="0" cy="83703"/>
                </a:xfrm>
                <a:prstGeom prst="line">
                  <a:avLst/>
                </a:prstGeom>
                <a:ln>
                  <a:solidFill>
                    <a:srgbClr val="FFCC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53" name="群組 352"/>
            <p:cNvGrpSpPr>
              <a:grpSpLocks noChangeAspect="1"/>
            </p:cNvGrpSpPr>
            <p:nvPr/>
          </p:nvGrpSpPr>
          <p:grpSpPr>
            <a:xfrm>
              <a:off x="6141724" y="729045"/>
              <a:ext cx="392846" cy="345747"/>
              <a:chOff x="8303107" y="1982407"/>
              <a:chExt cx="608812" cy="535821"/>
            </a:xfrm>
          </p:grpSpPr>
          <p:sp>
            <p:nvSpPr>
              <p:cNvPr id="354" name="圓角矩形 353"/>
              <p:cNvSpPr/>
              <p:nvPr/>
            </p:nvSpPr>
            <p:spPr>
              <a:xfrm>
                <a:off x="8303107" y="2128373"/>
                <a:ext cx="608812" cy="389855"/>
              </a:xfrm>
              <a:prstGeom prst="roundRect">
                <a:avLst>
                  <a:gd name="adj" fmla="val 6250"/>
                </a:avLst>
              </a:prstGeom>
              <a:solidFill>
                <a:schemeClr val="bg1">
                  <a:lumMod val="7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55" name="橢圓 354"/>
              <p:cNvSpPr/>
              <p:nvPr/>
            </p:nvSpPr>
            <p:spPr>
              <a:xfrm>
                <a:off x="8426026" y="1986083"/>
                <a:ext cx="104549" cy="109560"/>
              </a:xfrm>
              <a:prstGeom prst="ellipse">
                <a:avLst/>
              </a:prstGeom>
              <a:solidFill>
                <a:srgbClr val="548235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56" name="橢圓 355"/>
              <p:cNvSpPr/>
              <p:nvPr/>
            </p:nvSpPr>
            <p:spPr>
              <a:xfrm>
                <a:off x="8673704" y="1982407"/>
                <a:ext cx="104549" cy="109560"/>
              </a:xfrm>
              <a:prstGeom prst="ellipse">
                <a:avLst/>
              </a:prstGeom>
              <a:solidFill>
                <a:srgbClr val="548235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sp>
            <p:nvSpPr>
              <p:cNvPr id="357" name="圓角矩形 356"/>
              <p:cNvSpPr/>
              <p:nvPr/>
            </p:nvSpPr>
            <p:spPr>
              <a:xfrm>
                <a:off x="8365664" y="2172472"/>
                <a:ext cx="489721" cy="319134"/>
              </a:xfrm>
              <a:prstGeom prst="roundRect">
                <a:avLst>
                  <a:gd name="adj" fmla="val 6250"/>
                </a:avLst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541"/>
              </a:p>
            </p:txBody>
          </p:sp>
          <p:grpSp>
            <p:nvGrpSpPr>
              <p:cNvPr id="358" name="群組 357"/>
              <p:cNvGrpSpPr/>
              <p:nvPr/>
            </p:nvGrpSpPr>
            <p:grpSpPr>
              <a:xfrm>
                <a:off x="8430143" y="2380845"/>
                <a:ext cx="360000" cy="110762"/>
                <a:chOff x="8430143" y="2380845"/>
                <a:chExt cx="360000" cy="110762"/>
              </a:xfrm>
            </p:grpSpPr>
            <p:sp>
              <p:nvSpPr>
                <p:cNvPr id="359" name="圓角矩形 358"/>
                <p:cNvSpPr/>
                <p:nvPr/>
              </p:nvSpPr>
              <p:spPr>
                <a:xfrm>
                  <a:off x="8430143" y="2380845"/>
                  <a:ext cx="360000" cy="110761"/>
                </a:xfrm>
                <a:prstGeom prst="roundRect">
                  <a:avLst>
                    <a:gd name="adj" fmla="val 6250"/>
                  </a:avLst>
                </a:prstGeom>
                <a:solidFill>
                  <a:schemeClr val="bg2">
                    <a:lumMod val="2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541"/>
                </a:p>
              </p:txBody>
            </p:sp>
            <p:cxnSp>
              <p:nvCxnSpPr>
                <p:cNvPr id="360" name="直線接點 359"/>
                <p:cNvCxnSpPr/>
                <p:nvPr/>
              </p:nvCxnSpPr>
              <p:spPr>
                <a:xfrm>
                  <a:off x="8467716" y="2407904"/>
                  <a:ext cx="0" cy="83703"/>
                </a:xfrm>
                <a:prstGeom prst="line">
                  <a:avLst/>
                </a:prstGeom>
                <a:ln>
                  <a:solidFill>
                    <a:srgbClr val="FFCC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直線接點 360"/>
                <p:cNvCxnSpPr/>
                <p:nvPr/>
              </p:nvCxnSpPr>
              <p:spPr>
                <a:xfrm>
                  <a:off x="8507961" y="2407904"/>
                  <a:ext cx="0" cy="83703"/>
                </a:xfrm>
                <a:prstGeom prst="line">
                  <a:avLst/>
                </a:prstGeom>
                <a:ln>
                  <a:solidFill>
                    <a:srgbClr val="FFCC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2" name="直線接點 361"/>
                <p:cNvCxnSpPr/>
                <p:nvPr/>
              </p:nvCxnSpPr>
              <p:spPr>
                <a:xfrm>
                  <a:off x="8548206" y="2407903"/>
                  <a:ext cx="0" cy="83703"/>
                </a:xfrm>
                <a:prstGeom prst="line">
                  <a:avLst/>
                </a:prstGeom>
                <a:ln>
                  <a:solidFill>
                    <a:srgbClr val="FFCC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3" name="直線接點 362"/>
                <p:cNvCxnSpPr/>
                <p:nvPr/>
              </p:nvCxnSpPr>
              <p:spPr>
                <a:xfrm>
                  <a:off x="8588451" y="2407903"/>
                  <a:ext cx="0" cy="83703"/>
                </a:xfrm>
                <a:prstGeom prst="line">
                  <a:avLst/>
                </a:prstGeom>
                <a:ln>
                  <a:solidFill>
                    <a:srgbClr val="FFCC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4" name="直線接點 363"/>
                <p:cNvCxnSpPr/>
                <p:nvPr/>
              </p:nvCxnSpPr>
              <p:spPr>
                <a:xfrm>
                  <a:off x="8628696" y="2407903"/>
                  <a:ext cx="0" cy="83703"/>
                </a:xfrm>
                <a:prstGeom prst="line">
                  <a:avLst/>
                </a:prstGeom>
                <a:ln>
                  <a:solidFill>
                    <a:srgbClr val="FFCC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5" name="直線接點 364"/>
                <p:cNvCxnSpPr/>
                <p:nvPr/>
              </p:nvCxnSpPr>
              <p:spPr>
                <a:xfrm>
                  <a:off x="8668941" y="2407903"/>
                  <a:ext cx="0" cy="83703"/>
                </a:xfrm>
                <a:prstGeom prst="line">
                  <a:avLst/>
                </a:prstGeom>
                <a:ln>
                  <a:solidFill>
                    <a:srgbClr val="FFCC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6" name="直線接點 365"/>
                <p:cNvCxnSpPr/>
                <p:nvPr/>
              </p:nvCxnSpPr>
              <p:spPr>
                <a:xfrm>
                  <a:off x="8709186" y="2407903"/>
                  <a:ext cx="0" cy="83703"/>
                </a:xfrm>
                <a:prstGeom prst="line">
                  <a:avLst/>
                </a:prstGeom>
                <a:ln>
                  <a:solidFill>
                    <a:srgbClr val="FFCC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直線接點 366"/>
                <p:cNvCxnSpPr/>
                <p:nvPr/>
              </p:nvCxnSpPr>
              <p:spPr>
                <a:xfrm>
                  <a:off x="8749433" y="2407903"/>
                  <a:ext cx="0" cy="83703"/>
                </a:xfrm>
                <a:prstGeom prst="line">
                  <a:avLst/>
                </a:prstGeom>
                <a:ln>
                  <a:solidFill>
                    <a:srgbClr val="FFCC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83" name="等腰三角形 382"/>
          <p:cNvSpPr/>
          <p:nvPr/>
        </p:nvSpPr>
        <p:spPr>
          <a:xfrm>
            <a:off x="789130" y="2455885"/>
            <a:ext cx="137329" cy="13670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>
              <a:solidFill>
                <a:schemeClr val="bg1"/>
              </a:solidFill>
            </a:endParaRPr>
          </a:p>
        </p:txBody>
      </p:sp>
      <p:sp>
        <p:nvSpPr>
          <p:cNvPr id="384" name="等腰三角形 383"/>
          <p:cNvSpPr/>
          <p:nvPr/>
        </p:nvSpPr>
        <p:spPr>
          <a:xfrm rot="10800000">
            <a:off x="1042248" y="2466759"/>
            <a:ext cx="137329" cy="13670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>
              <a:solidFill>
                <a:schemeClr val="bg1"/>
              </a:solidFill>
            </a:endParaRPr>
          </a:p>
        </p:txBody>
      </p:sp>
      <p:sp>
        <p:nvSpPr>
          <p:cNvPr id="388" name="等腰三角形 387"/>
          <p:cNvSpPr/>
          <p:nvPr/>
        </p:nvSpPr>
        <p:spPr>
          <a:xfrm>
            <a:off x="1438887" y="2454798"/>
            <a:ext cx="137329" cy="13670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>
              <a:solidFill>
                <a:schemeClr val="bg1"/>
              </a:solidFill>
            </a:endParaRPr>
          </a:p>
        </p:txBody>
      </p:sp>
      <p:sp>
        <p:nvSpPr>
          <p:cNvPr id="389" name="等腰三角形 388"/>
          <p:cNvSpPr/>
          <p:nvPr/>
        </p:nvSpPr>
        <p:spPr>
          <a:xfrm rot="10800000">
            <a:off x="1692006" y="2465672"/>
            <a:ext cx="137329" cy="13670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>
              <a:solidFill>
                <a:schemeClr val="bg1"/>
              </a:solidFill>
            </a:endParaRPr>
          </a:p>
        </p:txBody>
      </p:sp>
      <p:sp>
        <p:nvSpPr>
          <p:cNvPr id="393" name="等腰三角形 392"/>
          <p:cNvSpPr/>
          <p:nvPr/>
        </p:nvSpPr>
        <p:spPr>
          <a:xfrm>
            <a:off x="2078879" y="2460235"/>
            <a:ext cx="137329" cy="13670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>
              <a:solidFill>
                <a:schemeClr val="bg1"/>
              </a:solidFill>
            </a:endParaRPr>
          </a:p>
        </p:txBody>
      </p:sp>
      <p:sp>
        <p:nvSpPr>
          <p:cNvPr id="394" name="等腰三角形 393"/>
          <p:cNvSpPr/>
          <p:nvPr/>
        </p:nvSpPr>
        <p:spPr>
          <a:xfrm rot="10800000">
            <a:off x="2331998" y="2471110"/>
            <a:ext cx="137329" cy="13670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>
              <a:solidFill>
                <a:schemeClr val="bg1"/>
              </a:solidFill>
            </a:endParaRPr>
          </a:p>
        </p:txBody>
      </p:sp>
      <p:sp>
        <p:nvSpPr>
          <p:cNvPr id="398" name="等腰三角形 397"/>
          <p:cNvSpPr/>
          <p:nvPr/>
        </p:nvSpPr>
        <p:spPr>
          <a:xfrm>
            <a:off x="2722964" y="2467754"/>
            <a:ext cx="137329" cy="13670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>
              <a:solidFill>
                <a:schemeClr val="bg1"/>
              </a:solidFill>
            </a:endParaRPr>
          </a:p>
        </p:txBody>
      </p:sp>
      <p:sp>
        <p:nvSpPr>
          <p:cNvPr id="399" name="等腰三角形 398"/>
          <p:cNvSpPr/>
          <p:nvPr/>
        </p:nvSpPr>
        <p:spPr>
          <a:xfrm rot="10800000">
            <a:off x="2976083" y="2478628"/>
            <a:ext cx="137329" cy="13670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>
              <a:solidFill>
                <a:schemeClr val="bg1"/>
              </a:solidFill>
            </a:endParaRPr>
          </a:p>
        </p:txBody>
      </p:sp>
      <p:grpSp>
        <p:nvGrpSpPr>
          <p:cNvPr id="402" name="群組 401"/>
          <p:cNvGrpSpPr>
            <a:grpSpLocks noChangeAspect="1"/>
          </p:cNvGrpSpPr>
          <p:nvPr/>
        </p:nvGrpSpPr>
        <p:grpSpPr>
          <a:xfrm>
            <a:off x="560442" y="1325490"/>
            <a:ext cx="2633499" cy="1082059"/>
            <a:chOff x="7373682" y="5589363"/>
            <a:chExt cx="2397658" cy="985156"/>
          </a:xfrm>
        </p:grpSpPr>
        <p:grpSp>
          <p:nvGrpSpPr>
            <p:cNvPr id="403" name="群組 402"/>
            <p:cNvGrpSpPr/>
            <p:nvPr/>
          </p:nvGrpSpPr>
          <p:grpSpPr>
            <a:xfrm>
              <a:off x="7373682" y="5589363"/>
              <a:ext cx="2397658" cy="985156"/>
              <a:chOff x="8157771" y="4313013"/>
              <a:chExt cx="2397658" cy="985156"/>
            </a:xfrm>
          </p:grpSpPr>
          <p:grpSp>
            <p:nvGrpSpPr>
              <p:cNvPr id="476" name="群組 475"/>
              <p:cNvGrpSpPr/>
              <p:nvPr/>
            </p:nvGrpSpPr>
            <p:grpSpPr>
              <a:xfrm>
                <a:off x="8157771" y="4314214"/>
                <a:ext cx="1205566" cy="983955"/>
                <a:chOff x="8157771" y="3268306"/>
                <a:chExt cx="1205566" cy="983955"/>
              </a:xfrm>
            </p:grpSpPr>
            <p:grpSp>
              <p:nvGrpSpPr>
                <p:cNvPr id="536" name="群組 535"/>
                <p:cNvGrpSpPr/>
                <p:nvPr/>
              </p:nvGrpSpPr>
              <p:grpSpPr>
                <a:xfrm>
                  <a:off x="8157771" y="3268306"/>
                  <a:ext cx="608812" cy="983434"/>
                  <a:chOff x="7413476" y="3271779"/>
                  <a:chExt cx="608812" cy="983434"/>
                </a:xfrm>
              </p:grpSpPr>
              <p:grpSp>
                <p:nvGrpSpPr>
                  <p:cNvPr id="566" name="群組 565"/>
                  <p:cNvGrpSpPr/>
                  <p:nvPr/>
                </p:nvGrpSpPr>
                <p:grpSpPr>
                  <a:xfrm>
                    <a:off x="7413476" y="3271779"/>
                    <a:ext cx="608812" cy="497925"/>
                    <a:chOff x="7287413" y="2585275"/>
                    <a:chExt cx="608812" cy="497925"/>
                  </a:xfrm>
                </p:grpSpPr>
                <p:sp>
                  <p:nvSpPr>
                    <p:cNvPr id="581" name="圓角矩形 580"/>
                    <p:cNvSpPr/>
                    <p:nvPr/>
                  </p:nvSpPr>
                  <p:spPr>
                    <a:xfrm>
                      <a:off x="7287413" y="2585275"/>
                      <a:ext cx="608812" cy="497925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82" name="圓角矩形 581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83" name="圓角矩形 582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84" name="圓角矩形 583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85" name="圓角矩形 584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586" name="直線接點 585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7" name="直線接點 586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8" name="直線接點 587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9" name="直線接點 588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0" name="直線接點 589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1" name="直線接點 590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2" name="直線接點 591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3" name="直線接點 592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67" name="群組 566"/>
                  <p:cNvGrpSpPr/>
                  <p:nvPr/>
                </p:nvGrpSpPr>
                <p:grpSpPr>
                  <a:xfrm rot="10800000">
                    <a:off x="7413476" y="3757289"/>
                    <a:ext cx="608812" cy="497924"/>
                    <a:chOff x="7287413" y="2595712"/>
                    <a:chExt cx="608812" cy="497924"/>
                  </a:xfrm>
                </p:grpSpPr>
                <p:sp>
                  <p:nvSpPr>
                    <p:cNvPr id="568" name="圓角矩形 567"/>
                    <p:cNvSpPr/>
                    <p:nvPr/>
                  </p:nvSpPr>
                  <p:spPr>
                    <a:xfrm>
                      <a:off x="7287413" y="2595712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69" name="圓角矩形 568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70" name="圓角矩形 569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71" name="圓角矩形 570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72" name="圓角矩形 571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573" name="直線接點 572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4" name="直線接點 573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5" name="直線接點 574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6" name="直線接點 575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7" name="直線接點 576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8" name="直線接點 577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79" name="直線接點 578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0" name="直線接點 579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537" name="群組 536"/>
                <p:cNvGrpSpPr/>
                <p:nvPr/>
              </p:nvGrpSpPr>
              <p:grpSpPr>
                <a:xfrm>
                  <a:off x="8754525" y="3268827"/>
                  <a:ext cx="608812" cy="983434"/>
                  <a:chOff x="7413476" y="3273635"/>
                  <a:chExt cx="608812" cy="983434"/>
                </a:xfrm>
              </p:grpSpPr>
              <p:grpSp>
                <p:nvGrpSpPr>
                  <p:cNvPr id="538" name="群組 537"/>
                  <p:cNvGrpSpPr/>
                  <p:nvPr/>
                </p:nvGrpSpPr>
                <p:grpSpPr>
                  <a:xfrm>
                    <a:off x="7413476" y="3273635"/>
                    <a:ext cx="608812" cy="497924"/>
                    <a:chOff x="7287413" y="2587131"/>
                    <a:chExt cx="608812" cy="497924"/>
                  </a:xfrm>
                </p:grpSpPr>
                <p:sp>
                  <p:nvSpPr>
                    <p:cNvPr id="553" name="圓角矩形 552"/>
                    <p:cNvSpPr/>
                    <p:nvPr/>
                  </p:nvSpPr>
                  <p:spPr>
                    <a:xfrm>
                      <a:off x="7287413" y="2587131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54" name="圓角矩形 553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55" name="圓角矩形 554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56" name="圓角矩形 555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57" name="圓角矩形 556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558" name="直線接點 557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9" name="直線接點 558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0" name="直線接點 559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1" name="直線接點 560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2" name="直線接點 561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3" name="直線接點 562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4" name="直線接點 563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5" name="直線接點 564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39" name="群組 538"/>
                  <p:cNvGrpSpPr/>
                  <p:nvPr/>
                </p:nvGrpSpPr>
                <p:grpSpPr>
                  <a:xfrm rot="10800000">
                    <a:off x="7413476" y="3759145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540" name="圓角矩形 539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41" name="圓角矩形 540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42" name="圓角矩形 541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43" name="圓角矩形 542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44" name="圓角矩形 543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545" name="直線接點 544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6" name="直線接點 545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7" name="直線接點 546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8" name="直線接點 547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9" name="直線接點 548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0" name="直線接點 549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1" name="直線接點 550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2" name="直線接點 551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477" name="群組 476"/>
              <p:cNvGrpSpPr/>
              <p:nvPr/>
            </p:nvGrpSpPr>
            <p:grpSpPr>
              <a:xfrm>
                <a:off x="9349863" y="4313013"/>
                <a:ext cx="1205566" cy="984654"/>
                <a:chOff x="8157771" y="3271319"/>
                <a:chExt cx="1205566" cy="984654"/>
              </a:xfrm>
            </p:grpSpPr>
            <p:grpSp>
              <p:nvGrpSpPr>
                <p:cNvPr id="478" name="群組 477"/>
                <p:cNvGrpSpPr/>
                <p:nvPr/>
              </p:nvGrpSpPr>
              <p:grpSpPr>
                <a:xfrm>
                  <a:off x="8157771" y="3271319"/>
                  <a:ext cx="608812" cy="984133"/>
                  <a:chOff x="7413476" y="3274792"/>
                  <a:chExt cx="608812" cy="984133"/>
                </a:xfrm>
              </p:grpSpPr>
              <p:grpSp>
                <p:nvGrpSpPr>
                  <p:cNvPr id="508" name="群組 507"/>
                  <p:cNvGrpSpPr/>
                  <p:nvPr/>
                </p:nvGrpSpPr>
                <p:grpSpPr>
                  <a:xfrm>
                    <a:off x="7413476" y="3274792"/>
                    <a:ext cx="608812" cy="497924"/>
                    <a:chOff x="7287413" y="2588288"/>
                    <a:chExt cx="608812" cy="497924"/>
                  </a:xfrm>
                </p:grpSpPr>
                <p:sp>
                  <p:nvSpPr>
                    <p:cNvPr id="523" name="圓角矩形 522"/>
                    <p:cNvSpPr/>
                    <p:nvPr/>
                  </p:nvSpPr>
                  <p:spPr>
                    <a:xfrm>
                      <a:off x="7287413" y="2588288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24" name="圓角矩形 523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25" name="圓角矩形 524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26" name="圓角矩形 525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27" name="圓角矩形 526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528" name="直線接點 527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9" name="直線接點 528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0" name="直線接點 529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1" name="直線接點 530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2" name="直線接點 531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3" name="直線接點 532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4" name="直線接點 533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5" name="直線接點 534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09" name="群組 508"/>
                  <p:cNvGrpSpPr/>
                  <p:nvPr/>
                </p:nvGrpSpPr>
                <p:grpSpPr>
                  <a:xfrm rot="10800000">
                    <a:off x="7413476" y="3761001"/>
                    <a:ext cx="608812" cy="497924"/>
                    <a:chOff x="7287413" y="2592000"/>
                    <a:chExt cx="608812" cy="497924"/>
                  </a:xfrm>
                </p:grpSpPr>
                <p:sp>
                  <p:nvSpPr>
                    <p:cNvPr id="510" name="圓角矩形 509"/>
                    <p:cNvSpPr/>
                    <p:nvPr/>
                  </p:nvSpPr>
                  <p:spPr>
                    <a:xfrm>
                      <a:off x="7287413" y="2592000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11" name="圓角矩形 510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12" name="圓角矩形 511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13" name="圓角矩形 512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514" name="圓角矩形 513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515" name="直線接點 514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6" name="直線接點 515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7" name="直線接點 516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8" name="直線接點 517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9" name="直線接點 518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0" name="直線接點 519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1" name="直線接點 520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2" name="直線接點 521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479" name="群組 478"/>
                <p:cNvGrpSpPr/>
                <p:nvPr/>
              </p:nvGrpSpPr>
              <p:grpSpPr>
                <a:xfrm>
                  <a:off x="8754525" y="3271840"/>
                  <a:ext cx="608812" cy="984133"/>
                  <a:chOff x="7413476" y="3276648"/>
                  <a:chExt cx="608812" cy="984133"/>
                </a:xfrm>
              </p:grpSpPr>
              <p:grpSp>
                <p:nvGrpSpPr>
                  <p:cNvPr id="480" name="群組 479"/>
                  <p:cNvGrpSpPr/>
                  <p:nvPr/>
                </p:nvGrpSpPr>
                <p:grpSpPr>
                  <a:xfrm>
                    <a:off x="7413476" y="3276648"/>
                    <a:ext cx="608812" cy="497924"/>
                    <a:chOff x="7287413" y="2590144"/>
                    <a:chExt cx="608812" cy="497924"/>
                  </a:xfrm>
                </p:grpSpPr>
                <p:sp>
                  <p:nvSpPr>
                    <p:cNvPr id="495" name="圓角矩形 494"/>
                    <p:cNvSpPr/>
                    <p:nvPr/>
                  </p:nvSpPr>
                  <p:spPr>
                    <a:xfrm>
                      <a:off x="7287413" y="2590144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96" name="圓角矩形 495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97" name="圓角矩形 496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98" name="圓角矩形 497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99" name="圓角矩形 498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500" name="直線接點 499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1" name="直線接點 500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2" name="直線接點 501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3" name="直線接點 502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4" name="直線接點 503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5" name="直線接點 504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6" name="直線接點 505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7" name="直線接點 506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81" name="群組 480"/>
                  <p:cNvGrpSpPr/>
                  <p:nvPr/>
                </p:nvGrpSpPr>
                <p:grpSpPr>
                  <a:xfrm rot="10800000">
                    <a:off x="7413476" y="3762857"/>
                    <a:ext cx="608812" cy="497924"/>
                    <a:chOff x="7287413" y="2590144"/>
                    <a:chExt cx="608812" cy="497924"/>
                  </a:xfrm>
                </p:grpSpPr>
                <p:sp>
                  <p:nvSpPr>
                    <p:cNvPr id="482" name="圓角矩形 481"/>
                    <p:cNvSpPr/>
                    <p:nvPr/>
                  </p:nvSpPr>
                  <p:spPr>
                    <a:xfrm>
                      <a:off x="7287413" y="2590144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83" name="圓角矩形 482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84" name="圓角矩形 483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85" name="圓角矩形 484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486" name="圓角矩形 485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487" name="直線接點 486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8" name="直線接點 487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9" name="直線接點 488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0" name="直線接點 489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1" name="直線接點 490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2" name="直線接點 491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3" name="直線接點 492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4" name="直線接點 493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grpSp>
          <p:nvGrpSpPr>
            <p:cNvPr id="404" name="群組 403"/>
            <p:cNvGrpSpPr/>
            <p:nvPr/>
          </p:nvGrpSpPr>
          <p:grpSpPr>
            <a:xfrm>
              <a:off x="7527418" y="5975790"/>
              <a:ext cx="281717" cy="83704"/>
              <a:chOff x="8400565" y="3029365"/>
              <a:chExt cx="281717" cy="83704"/>
            </a:xfrm>
          </p:grpSpPr>
          <p:cxnSp>
            <p:nvCxnSpPr>
              <p:cNvPr id="468" name="直線接點 467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直線接點 468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直線接點 469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直線接點 470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直線接點 471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3" name="直線接點 472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4" name="直線接點 473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5" name="直線接點 474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5" name="群組 404"/>
            <p:cNvGrpSpPr/>
            <p:nvPr/>
          </p:nvGrpSpPr>
          <p:grpSpPr>
            <a:xfrm>
              <a:off x="7526613" y="6109020"/>
              <a:ext cx="281717" cy="83704"/>
              <a:chOff x="8400565" y="3029365"/>
              <a:chExt cx="281717" cy="83704"/>
            </a:xfrm>
          </p:grpSpPr>
          <p:cxnSp>
            <p:nvCxnSpPr>
              <p:cNvPr id="460" name="直線接點 459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" name="直線接點 460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2" name="直線接點 461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直線接點 462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4" name="直線接點 463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直線接點 464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6" name="直線接點 465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7" name="直線接點 466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6" name="群組 405"/>
            <p:cNvGrpSpPr/>
            <p:nvPr/>
          </p:nvGrpSpPr>
          <p:grpSpPr>
            <a:xfrm>
              <a:off x="8122502" y="5971062"/>
              <a:ext cx="281717" cy="83704"/>
              <a:chOff x="8400565" y="3029365"/>
              <a:chExt cx="281717" cy="83704"/>
            </a:xfrm>
          </p:grpSpPr>
          <p:cxnSp>
            <p:nvCxnSpPr>
              <p:cNvPr id="452" name="直線接點 451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直線接點 452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4" name="直線接點 453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5" name="直線接點 454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直線接點 455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直線接點 456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直線接點 457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直線接點 458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7" name="群組 406"/>
            <p:cNvGrpSpPr/>
            <p:nvPr/>
          </p:nvGrpSpPr>
          <p:grpSpPr>
            <a:xfrm>
              <a:off x="8121697" y="6104292"/>
              <a:ext cx="281717" cy="83704"/>
              <a:chOff x="8400565" y="3029365"/>
              <a:chExt cx="281717" cy="83704"/>
            </a:xfrm>
          </p:grpSpPr>
          <p:cxnSp>
            <p:nvCxnSpPr>
              <p:cNvPr id="444" name="直線接點 443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直線接點 444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6" name="直線接點 445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7" name="直線接點 446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直線接點 447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直線接點 448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" name="直線接點 449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" name="直線接點 450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8" name="群組 407"/>
            <p:cNvGrpSpPr/>
            <p:nvPr/>
          </p:nvGrpSpPr>
          <p:grpSpPr>
            <a:xfrm>
              <a:off x="8726268" y="5975902"/>
              <a:ext cx="281717" cy="83704"/>
              <a:chOff x="8400565" y="3029365"/>
              <a:chExt cx="281717" cy="83704"/>
            </a:xfrm>
          </p:grpSpPr>
          <p:cxnSp>
            <p:nvCxnSpPr>
              <p:cNvPr id="436" name="直線接點 435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7" name="直線接點 436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8" name="直線接點 437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直線接點 438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直線接點 439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1" name="直線接點 440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2" name="直線接點 441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3" name="直線接點 442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9" name="群組 408"/>
            <p:cNvGrpSpPr/>
            <p:nvPr/>
          </p:nvGrpSpPr>
          <p:grpSpPr>
            <a:xfrm>
              <a:off x="8725463" y="6109132"/>
              <a:ext cx="281717" cy="83704"/>
              <a:chOff x="8400565" y="3029365"/>
              <a:chExt cx="281717" cy="83704"/>
            </a:xfrm>
          </p:grpSpPr>
          <p:cxnSp>
            <p:nvCxnSpPr>
              <p:cNvPr id="428" name="直線接點 427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直線接點 428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直線接點 429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1" name="直線接點 430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2" name="直線接點 431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3" name="直線接點 432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4" name="直線接點 433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5" name="直線接點 434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0" name="群組 409"/>
            <p:cNvGrpSpPr/>
            <p:nvPr/>
          </p:nvGrpSpPr>
          <p:grpSpPr>
            <a:xfrm>
              <a:off x="9316589" y="5971174"/>
              <a:ext cx="281717" cy="83704"/>
              <a:chOff x="8400565" y="3029365"/>
              <a:chExt cx="281717" cy="83704"/>
            </a:xfrm>
          </p:grpSpPr>
          <p:cxnSp>
            <p:nvCxnSpPr>
              <p:cNvPr id="420" name="直線接點 419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直線接點 420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2" name="直線接點 421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3" name="直線接點 422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直線接點 423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直線接點 424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6" name="直線接點 425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7" name="直線接點 426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1" name="群組 410"/>
            <p:cNvGrpSpPr/>
            <p:nvPr/>
          </p:nvGrpSpPr>
          <p:grpSpPr>
            <a:xfrm>
              <a:off x="9315784" y="6104404"/>
              <a:ext cx="281717" cy="83704"/>
              <a:chOff x="8400565" y="3029365"/>
              <a:chExt cx="281717" cy="83704"/>
            </a:xfrm>
          </p:grpSpPr>
          <p:cxnSp>
            <p:nvCxnSpPr>
              <p:cNvPr id="412" name="直線接點 411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直線接點 412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直線接點 413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直線接點 414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6" name="直線接點 415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7" name="直線接點 416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8" name="直線接點 417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" name="直線接點 418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94" name="文字方塊 593"/>
          <p:cNvSpPr txBox="1"/>
          <p:nvPr/>
        </p:nvSpPr>
        <p:spPr>
          <a:xfrm>
            <a:off x="429724" y="5301430"/>
            <a:ext cx="3820277" cy="329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41" dirty="0">
                <a:solidFill>
                  <a:schemeClr val="bg1"/>
                </a:solidFill>
              </a:rPr>
              <a:t>0           1                2           3          4          5</a:t>
            </a:r>
            <a:r>
              <a:rPr lang="en-US" altLang="zh-TW" sz="1541" dirty="0"/>
              <a:t> </a:t>
            </a:r>
            <a:endParaRPr lang="zh-TW" altLang="en-US" sz="1541" dirty="0"/>
          </a:p>
        </p:txBody>
      </p:sp>
      <p:grpSp>
        <p:nvGrpSpPr>
          <p:cNvPr id="595" name="群組 594"/>
          <p:cNvGrpSpPr>
            <a:grpSpLocks noChangeAspect="1"/>
          </p:cNvGrpSpPr>
          <p:nvPr/>
        </p:nvGrpSpPr>
        <p:grpSpPr>
          <a:xfrm>
            <a:off x="1772862" y="4845160"/>
            <a:ext cx="2429361" cy="597435"/>
            <a:chOff x="9626920" y="1799186"/>
            <a:chExt cx="1547129" cy="380474"/>
          </a:xfrm>
        </p:grpSpPr>
        <p:grpSp>
          <p:nvGrpSpPr>
            <p:cNvPr id="596" name="群組 595"/>
            <p:cNvGrpSpPr/>
            <p:nvPr/>
          </p:nvGrpSpPr>
          <p:grpSpPr>
            <a:xfrm>
              <a:off x="9626920" y="1799186"/>
              <a:ext cx="1547129" cy="380474"/>
              <a:chOff x="8157771" y="4322270"/>
              <a:chExt cx="2397658" cy="589636"/>
            </a:xfrm>
          </p:grpSpPr>
          <p:grpSp>
            <p:nvGrpSpPr>
              <p:cNvPr id="633" name="群組 632"/>
              <p:cNvGrpSpPr/>
              <p:nvPr/>
            </p:nvGrpSpPr>
            <p:grpSpPr>
              <a:xfrm>
                <a:off x="8157771" y="4322271"/>
                <a:ext cx="1205566" cy="589635"/>
                <a:chOff x="8157771" y="3276363"/>
                <a:chExt cx="1205566" cy="589635"/>
              </a:xfrm>
            </p:grpSpPr>
            <p:grpSp>
              <p:nvGrpSpPr>
                <p:cNvPr id="683" name="群組 682"/>
                <p:cNvGrpSpPr/>
                <p:nvPr/>
              </p:nvGrpSpPr>
              <p:grpSpPr>
                <a:xfrm>
                  <a:off x="8157771" y="3276363"/>
                  <a:ext cx="608812" cy="589635"/>
                  <a:chOff x="7413476" y="3279836"/>
                  <a:chExt cx="608812" cy="589635"/>
                </a:xfrm>
              </p:grpSpPr>
              <p:grpSp>
                <p:nvGrpSpPr>
                  <p:cNvPr id="708" name="群組 707"/>
                  <p:cNvGrpSpPr/>
                  <p:nvPr/>
                </p:nvGrpSpPr>
                <p:grpSpPr>
                  <a:xfrm>
                    <a:off x="7413476" y="3279836"/>
                    <a:ext cx="608812" cy="497924"/>
                    <a:chOff x="7287413" y="2593332"/>
                    <a:chExt cx="608812" cy="497924"/>
                  </a:xfrm>
                </p:grpSpPr>
                <p:sp>
                  <p:nvSpPr>
                    <p:cNvPr id="718" name="圓角矩形 717"/>
                    <p:cNvSpPr/>
                    <p:nvPr/>
                  </p:nvSpPr>
                  <p:spPr>
                    <a:xfrm>
                      <a:off x="7287413" y="2593332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719" name="圓角矩形 718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720" name="圓角矩形 719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721" name="圓角矩形 720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722" name="圓角矩形 721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723" name="直線接點 722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4" name="直線接點 723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5" name="直線接點 724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6" name="直線接點 725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7" name="直線接點 726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8" name="直線接點 727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9" name="直線接點 728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0" name="直線接點 729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09" name="群組 708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710" name="直線接點 709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1" name="直線接點 710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2" name="直線接點 711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3" name="直線接點 712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4" name="直線接點 713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5" name="直線接點 714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6" name="直線接點 715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7" name="直線接點 716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684" name="群組 683"/>
                <p:cNvGrpSpPr/>
                <p:nvPr/>
              </p:nvGrpSpPr>
              <p:grpSpPr>
                <a:xfrm>
                  <a:off x="8754525" y="3276363"/>
                  <a:ext cx="608812" cy="588300"/>
                  <a:chOff x="7413476" y="3281171"/>
                  <a:chExt cx="608812" cy="588300"/>
                </a:xfrm>
              </p:grpSpPr>
              <p:grpSp>
                <p:nvGrpSpPr>
                  <p:cNvPr id="685" name="群組 684"/>
                  <p:cNvGrpSpPr/>
                  <p:nvPr/>
                </p:nvGrpSpPr>
                <p:grpSpPr>
                  <a:xfrm>
                    <a:off x="7413476" y="3281171"/>
                    <a:ext cx="608812" cy="497924"/>
                    <a:chOff x="7287413" y="2594667"/>
                    <a:chExt cx="608812" cy="497924"/>
                  </a:xfrm>
                </p:grpSpPr>
                <p:sp>
                  <p:nvSpPr>
                    <p:cNvPr id="695" name="圓角矩形 694"/>
                    <p:cNvSpPr/>
                    <p:nvPr/>
                  </p:nvSpPr>
                  <p:spPr>
                    <a:xfrm>
                      <a:off x="7287413" y="2594667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696" name="圓角矩形 695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697" name="圓角矩形 696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698" name="圓角矩形 697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699" name="圓角矩形 698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700" name="直線接點 699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1" name="直線接點 700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2" name="直線接點 701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3" name="直線接點 702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4" name="直線接點 703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5" name="直線接點 704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6" name="直線接點 705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7" name="直線接點 706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686" name="群組 685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687" name="直線接點 686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8" name="直線接點 687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9" name="直線接點 688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0" name="直線接點 689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1" name="直線接點 690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2" name="直線接點 691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3" name="直線接點 692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4" name="直線接點 693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634" name="群組 633"/>
              <p:cNvGrpSpPr/>
              <p:nvPr/>
            </p:nvGrpSpPr>
            <p:grpSpPr>
              <a:xfrm>
                <a:off x="9349862" y="4322270"/>
                <a:ext cx="1205567" cy="585422"/>
                <a:chOff x="8157770" y="3280576"/>
                <a:chExt cx="1205567" cy="585422"/>
              </a:xfrm>
            </p:grpSpPr>
            <p:grpSp>
              <p:nvGrpSpPr>
                <p:cNvPr id="635" name="群組 634"/>
                <p:cNvGrpSpPr/>
                <p:nvPr/>
              </p:nvGrpSpPr>
              <p:grpSpPr>
                <a:xfrm>
                  <a:off x="8157770" y="3280582"/>
                  <a:ext cx="608812" cy="585416"/>
                  <a:chOff x="7413475" y="3284055"/>
                  <a:chExt cx="608812" cy="585416"/>
                </a:xfrm>
              </p:grpSpPr>
              <p:grpSp>
                <p:nvGrpSpPr>
                  <p:cNvPr id="660" name="群組 659"/>
                  <p:cNvGrpSpPr/>
                  <p:nvPr/>
                </p:nvGrpSpPr>
                <p:grpSpPr>
                  <a:xfrm>
                    <a:off x="7413475" y="3284055"/>
                    <a:ext cx="608812" cy="497924"/>
                    <a:chOff x="7287412" y="2597551"/>
                    <a:chExt cx="608812" cy="497924"/>
                  </a:xfrm>
                </p:grpSpPr>
                <p:sp>
                  <p:nvSpPr>
                    <p:cNvPr id="670" name="圓角矩形 669"/>
                    <p:cNvSpPr/>
                    <p:nvPr/>
                  </p:nvSpPr>
                  <p:spPr>
                    <a:xfrm>
                      <a:off x="7287412" y="2597551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671" name="圓角矩形 670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672" name="圓角矩形 671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673" name="圓角矩形 672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674" name="圓角矩形 673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675" name="直線接點 674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6" name="直線接點 675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7" name="直線接點 676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8" name="直線接點 677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79" name="直線接點 678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0" name="直線接點 679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1" name="直線接點 680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2" name="直線接點 681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661" name="群組 660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662" name="直線接點 661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3" name="直線接點 662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4" name="直線接點 663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5" name="直線接點 664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6" name="直線接點 665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7" name="直線接點 666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8" name="直線接點 667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69" name="直線接點 668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636" name="群組 635"/>
                <p:cNvGrpSpPr/>
                <p:nvPr/>
              </p:nvGrpSpPr>
              <p:grpSpPr>
                <a:xfrm>
                  <a:off x="8754525" y="3280576"/>
                  <a:ext cx="608812" cy="584087"/>
                  <a:chOff x="7413476" y="3285384"/>
                  <a:chExt cx="608812" cy="584087"/>
                </a:xfrm>
              </p:grpSpPr>
              <p:grpSp>
                <p:nvGrpSpPr>
                  <p:cNvPr id="637" name="群組 636"/>
                  <p:cNvGrpSpPr/>
                  <p:nvPr/>
                </p:nvGrpSpPr>
                <p:grpSpPr>
                  <a:xfrm>
                    <a:off x="7413476" y="3285384"/>
                    <a:ext cx="608812" cy="497924"/>
                    <a:chOff x="7287413" y="2598880"/>
                    <a:chExt cx="608812" cy="497924"/>
                  </a:xfrm>
                </p:grpSpPr>
                <p:sp>
                  <p:nvSpPr>
                    <p:cNvPr id="647" name="圓角矩形 646"/>
                    <p:cNvSpPr/>
                    <p:nvPr/>
                  </p:nvSpPr>
                  <p:spPr>
                    <a:xfrm>
                      <a:off x="7287413" y="2598880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648" name="圓角矩形 647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649" name="圓角矩形 648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650" name="圓角矩形 649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651" name="圓角矩形 650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652" name="直線接點 651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3" name="直線接點 652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4" name="直線接點 653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5" name="直線接點 654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6" name="直線接點 655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7" name="直線接點 656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8" name="直線接點 657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59" name="直線接點 658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638" name="群組 637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639" name="直線接點 638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0" name="直線接點 639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1" name="直線接點 640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2" name="直線接點 641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3" name="直線接點 642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4" name="直線接點 643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5" name="直線接點 644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46" name="直線接點 645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grpSp>
          <p:nvGrpSpPr>
            <p:cNvPr id="597" name="群組 596"/>
            <p:cNvGrpSpPr/>
            <p:nvPr/>
          </p:nvGrpSpPr>
          <p:grpSpPr>
            <a:xfrm>
              <a:off x="9727533" y="2041660"/>
              <a:ext cx="181783" cy="54011"/>
              <a:chOff x="8400565" y="3029365"/>
              <a:chExt cx="281717" cy="83704"/>
            </a:xfrm>
          </p:grpSpPr>
          <p:cxnSp>
            <p:nvCxnSpPr>
              <p:cNvPr id="625" name="直線接點 624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6" name="直線接點 625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直線接點 626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8" name="直線接點 627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9" name="直線接點 628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0" name="直線接點 629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1" name="直線接點 630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2" name="直線接點 631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8" name="群組 597"/>
            <p:cNvGrpSpPr/>
            <p:nvPr/>
          </p:nvGrpSpPr>
          <p:grpSpPr>
            <a:xfrm>
              <a:off x="10111521" y="2038609"/>
              <a:ext cx="181783" cy="54011"/>
              <a:chOff x="8400565" y="3029365"/>
              <a:chExt cx="281717" cy="83704"/>
            </a:xfrm>
          </p:grpSpPr>
          <p:cxnSp>
            <p:nvCxnSpPr>
              <p:cNvPr id="617" name="直線接點 616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" name="直線接點 617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" name="直線接點 618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0" name="直線接點 619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" name="直線接點 620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2" name="直線接點 621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" name="直線接點 622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4" name="直線接點 623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9" name="群組 598"/>
            <p:cNvGrpSpPr/>
            <p:nvPr/>
          </p:nvGrpSpPr>
          <p:grpSpPr>
            <a:xfrm>
              <a:off x="10501111" y="2041733"/>
              <a:ext cx="181783" cy="54011"/>
              <a:chOff x="8400565" y="3029365"/>
              <a:chExt cx="281717" cy="83704"/>
            </a:xfrm>
          </p:grpSpPr>
          <p:cxnSp>
            <p:nvCxnSpPr>
              <p:cNvPr id="609" name="直線接點 608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0" name="直線接點 609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1" name="直線接點 610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2" name="直線接點 611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3" name="直線接點 612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" name="直線接點 613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直線接點 614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6" name="直線接點 615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0" name="群組 599"/>
            <p:cNvGrpSpPr/>
            <p:nvPr/>
          </p:nvGrpSpPr>
          <p:grpSpPr>
            <a:xfrm>
              <a:off x="10882025" y="2038682"/>
              <a:ext cx="181783" cy="54011"/>
              <a:chOff x="8400565" y="3029365"/>
              <a:chExt cx="281717" cy="83704"/>
            </a:xfrm>
          </p:grpSpPr>
          <p:cxnSp>
            <p:nvCxnSpPr>
              <p:cNvPr id="601" name="直線接點 600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2" name="直線接點 601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3" name="直線接點 602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4" name="直線接點 603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5" name="直線接點 604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6" name="直線接點 605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7" name="直線接點 606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8" name="直線接點 607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31" name="文字方塊 730"/>
          <p:cNvSpPr txBox="1"/>
          <p:nvPr/>
        </p:nvSpPr>
        <p:spPr>
          <a:xfrm>
            <a:off x="4526348" y="5288132"/>
            <a:ext cx="2159566" cy="329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41" dirty="0">
                <a:solidFill>
                  <a:schemeClr val="bg1"/>
                </a:solidFill>
              </a:rPr>
              <a:t>6           7          8           9</a:t>
            </a:r>
            <a:endParaRPr lang="zh-TW" altLang="en-US" sz="1541" dirty="0">
              <a:solidFill>
                <a:schemeClr val="bg1"/>
              </a:solidFill>
            </a:endParaRPr>
          </a:p>
        </p:txBody>
      </p:sp>
      <p:grpSp>
        <p:nvGrpSpPr>
          <p:cNvPr id="732" name="群組 731"/>
          <p:cNvGrpSpPr>
            <a:grpSpLocks noChangeAspect="1"/>
          </p:cNvGrpSpPr>
          <p:nvPr/>
        </p:nvGrpSpPr>
        <p:grpSpPr>
          <a:xfrm>
            <a:off x="4359137" y="4830477"/>
            <a:ext cx="2429361" cy="597435"/>
            <a:chOff x="9626920" y="1799186"/>
            <a:chExt cx="1547129" cy="380474"/>
          </a:xfrm>
        </p:grpSpPr>
        <p:grpSp>
          <p:nvGrpSpPr>
            <p:cNvPr id="733" name="群組 732"/>
            <p:cNvGrpSpPr/>
            <p:nvPr/>
          </p:nvGrpSpPr>
          <p:grpSpPr>
            <a:xfrm>
              <a:off x="9626920" y="1799186"/>
              <a:ext cx="1547129" cy="380474"/>
              <a:chOff x="8157771" y="4322270"/>
              <a:chExt cx="2397658" cy="589636"/>
            </a:xfrm>
          </p:grpSpPr>
          <p:grpSp>
            <p:nvGrpSpPr>
              <p:cNvPr id="770" name="群組 769"/>
              <p:cNvGrpSpPr/>
              <p:nvPr/>
            </p:nvGrpSpPr>
            <p:grpSpPr>
              <a:xfrm>
                <a:off x="8157771" y="4322271"/>
                <a:ext cx="1205566" cy="589635"/>
                <a:chOff x="8157771" y="3276363"/>
                <a:chExt cx="1205566" cy="589635"/>
              </a:xfrm>
            </p:grpSpPr>
            <p:grpSp>
              <p:nvGrpSpPr>
                <p:cNvPr id="820" name="群組 819"/>
                <p:cNvGrpSpPr/>
                <p:nvPr/>
              </p:nvGrpSpPr>
              <p:grpSpPr>
                <a:xfrm>
                  <a:off x="8157771" y="3276363"/>
                  <a:ext cx="608812" cy="589635"/>
                  <a:chOff x="7413476" y="3279836"/>
                  <a:chExt cx="608812" cy="589635"/>
                </a:xfrm>
              </p:grpSpPr>
              <p:grpSp>
                <p:nvGrpSpPr>
                  <p:cNvPr id="845" name="群組 844"/>
                  <p:cNvGrpSpPr/>
                  <p:nvPr/>
                </p:nvGrpSpPr>
                <p:grpSpPr>
                  <a:xfrm>
                    <a:off x="7413476" y="3279836"/>
                    <a:ext cx="608812" cy="497924"/>
                    <a:chOff x="7287413" y="2593332"/>
                    <a:chExt cx="608812" cy="497924"/>
                  </a:xfrm>
                </p:grpSpPr>
                <p:sp>
                  <p:nvSpPr>
                    <p:cNvPr id="855" name="圓角矩形 854"/>
                    <p:cNvSpPr/>
                    <p:nvPr/>
                  </p:nvSpPr>
                  <p:spPr>
                    <a:xfrm>
                      <a:off x="7287413" y="2593332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56" name="圓角矩形 855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57" name="圓角矩形 856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58" name="圓角矩形 857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59" name="圓角矩形 858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860" name="直線接點 859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1" name="直線接點 860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2" name="直線接點 861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3" name="直線接點 862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4" name="直線接點 863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5" name="直線接點 864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6" name="直線接點 865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67" name="直線接點 866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46" name="群組 845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847" name="直線接點 846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8" name="直線接點 847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9" name="直線接點 848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0" name="直線接點 849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1" name="直線接點 850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2" name="直線接點 851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3" name="直線接點 852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54" name="直線接點 853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821" name="群組 820"/>
                <p:cNvGrpSpPr/>
                <p:nvPr/>
              </p:nvGrpSpPr>
              <p:grpSpPr>
                <a:xfrm>
                  <a:off x="8754525" y="3276363"/>
                  <a:ext cx="608812" cy="588300"/>
                  <a:chOff x="7413476" y="3281171"/>
                  <a:chExt cx="608812" cy="588300"/>
                </a:xfrm>
              </p:grpSpPr>
              <p:grpSp>
                <p:nvGrpSpPr>
                  <p:cNvPr id="822" name="群組 821"/>
                  <p:cNvGrpSpPr/>
                  <p:nvPr/>
                </p:nvGrpSpPr>
                <p:grpSpPr>
                  <a:xfrm>
                    <a:off x="7413476" y="3281171"/>
                    <a:ext cx="608812" cy="497924"/>
                    <a:chOff x="7287413" y="2594667"/>
                    <a:chExt cx="608812" cy="497924"/>
                  </a:xfrm>
                </p:grpSpPr>
                <p:sp>
                  <p:nvSpPr>
                    <p:cNvPr id="832" name="圓角矩形 831"/>
                    <p:cNvSpPr/>
                    <p:nvPr/>
                  </p:nvSpPr>
                  <p:spPr>
                    <a:xfrm>
                      <a:off x="7287413" y="2594667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33" name="圓角矩形 832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34" name="圓角矩形 833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35" name="圓角矩形 834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36" name="圓角矩形 835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837" name="直線接點 836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8" name="直線接點 837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9" name="直線接點 838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0" name="直線接點 839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1" name="直線接點 840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2" name="直線接點 841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3" name="直線接點 842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4" name="直線接點 843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823" name="群組 822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824" name="直線接點 823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5" name="直線接點 824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6" name="直線接點 825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7" name="直線接點 826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8" name="直線接點 827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29" name="直線接點 828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0" name="直線接點 829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31" name="直線接點 830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771" name="群組 770"/>
              <p:cNvGrpSpPr/>
              <p:nvPr/>
            </p:nvGrpSpPr>
            <p:grpSpPr>
              <a:xfrm>
                <a:off x="9349862" y="4322270"/>
                <a:ext cx="1205567" cy="585422"/>
                <a:chOff x="8157770" y="3280576"/>
                <a:chExt cx="1205567" cy="585422"/>
              </a:xfrm>
            </p:grpSpPr>
            <p:grpSp>
              <p:nvGrpSpPr>
                <p:cNvPr id="772" name="群組 771"/>
                <p:cNvGrpSpPr/>
                <p:nvPr/>
              </p:nvGrpSpPr>
              <p:grpSpPr>
                <a:xfrm>
                  <a:off x="8157770" y="3280582"/>
                  <a:ext cx="608812" cy="585416"/>
                  <a:chOff x="7413475" y="3284055"/>
                  <a:chExt cx="608812" cy="585416"/>
                </a:xfrm>
              </p:grpSpPr>
              <p:grpSp>
                <p:nvGrpSpPr>
                  <p:cNvPr id="797" name="群組 796"/>
                  <p:cNvGrpSpPr/>
                  <p:nvPr/>
                </p:nvGrpSpPr>
                <p:grpSpPr>
                  <a:xfrm>
                    <a:off x="7413475" y="3284055"/>
                    <a:ext cx="608812" cy="497924"/>
                    <a:chOff x="7287412" y="2597551"/>
                    <a:chExt cx="608812" cy="497924"/>
                  </a:xfrm>
                </p:grpSpPr>
                <p:sp>
                  <p:nvSpPr>
                    <p:cNvPr id="807" name="圓角矩形 806"/>
                    <p:cNvSpPr/>
                    <p:nvPr/>
                  </p:nvSpPr>
                  <p:spPr>
                    <a:xfrm>
                      <a:off x="7287412" y="2597551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08" name="圓角矩形 807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09" name="圓角矩形 808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10" name="圓角矩形 809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811" name="圓角矩形 810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812" name="直線接點 811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3" name="直線接點 812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4" name="直線接點 813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5" name="直線接點 814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6" name="直線接點 815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7" name="直線接點 816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8" name="直線接點 817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19" name="直線接點 818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98" name="群組 797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799" name="直線接點 798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0" name="直線接點 799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1" name="直線接點 800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2" name="直線接點 801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3" name="直線接點 802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4" name="直線接點 803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5" name="直線接點 804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6" name="直線接點 805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773" name="群組 772"/>
                <p:cNvGrpSpPr/>
                <p:nvPr/>
              </p:nvGrpSpPr>
              <p:grpSpPr>
                <a:xfrm>
                  <a:off x="8754525" y="3280576"/>
                  <a:ext cx="608812" cy="584087"/>
                  <a:chOff x="7413476" y="3285384"/>
                  <a:chExt cx="608812" cy="584087"/>
                </a:xfrm>
              </p:grpSpPr>
              <p:grpSp>
                <p:nvGrpSpPr>
                  <p:cNvPr id="774" name="群組 773"/>
                  <p:cNvGrpSpPr/>
                  <p:nvPr/>
                </p:nvGrpSpPr>
                <p:grpSpPr>
                  <a:xfrm>
                    <a:off x="7413476" y="3285384"/>
                    <a:ext cx="608812" cy="497924"/>
                    <a:chOff x="7287413" y="2598880"/>
                    <a:chExt cx="608812" cy="497924"/>
                  </a:xfrm>
                </p:grpSpPr>
                <p:sp>
                  <p:nvSpPr>
                    <p:cNvPr id="784" name="圓角矩形 783"/>
                    <p:cNvSpPr/>
                    <p:nvPr/>
                  </p:nvSpPr>
                  <p:spPr>
                    <a:xfrm>
                      <a:off x="7287413" y="2598880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785" name="圓角矩形 784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786" name="圓角矩形 785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787" name="圓角矩形 786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788" name="圓角矩形 787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789" name="直線接點 788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0" name="直線接點 789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1" name="直線接點 790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2" name="直線接點 791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3" name="直線接點 792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4" name="直線接點 793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5" name="直線接點 794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96" name="直線接點 795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75" name="群組 774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776" name="直線接點 775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7" name="直線接點 776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8" name="直線接點 777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9" name="直線接點 778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0" name="直線接點 779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1" name="直線接點 780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2" name="直線接點 781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3" name="直線接點 782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grpSp>
          <p:nvGrpSpPr>
            <p:cNvPr id="734" name="群組 733"/>
            <p:cNvGrpSpPr/>
            <p:nvPr/>
          </p:nvGrpSpPr>
          <p:grpSpPr>
            <a:xfrm>
              <a:off x="9727533" y="2041660"/>
              <a:ext cx="181783" cy="54011"/>
              <a:chOff x="8400565" y="3029365"/>
              <a:chExt cx="281717" cy="83704"/>
            </a:xfrm>
          </p:grpSpPr>
          <p:cxnSp>
            <p:nvCxnSpPr>
              <p:cNvPr id="762" name="直線接點 761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3" name="直線接點 762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4" name="直線接點 763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5" name="直線接點 764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6" name="直線接點 765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7" name="直線接點 766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8" name="直線接點 767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9" name="直線接點 768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5" name="群組 734"/>
            <p:cNvGrpSpPr/>
            <p:nvPr/>
          </p:nvGrpSpPr>
          <p:grpSpPr>
            <a:xfrm>
              <a:off x="10111521" y="2038609"/>
              <a:ext cx="181783" cy="54011"/>
              <a:chOff x="8400565" y="3029365"/>
              <a:chExt cx="281717" cy="83704"/>
            </a:xfrm>
          </p:grpSpPr>
          <p:cxnSp>
            <p:nvCxnSpPr>
              <p:cNvPr id="754" name="直線接點 753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5" name="直線接點 754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6" name="直線接點 755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7" name="直線接點 756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8" name="直線接點 757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9" name="直線接點 758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0" name="直線接點 759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1" name="直線接點 760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6" name="群組 735"/>
            <p:cNvGrpSpPr/>
            <p:nvPr/>
          </p:nvGrpSpPr>
          <p:grpSpPr>
            <a:xfrm>
              <a:off x="10501111" y="2041733"/>
              <a:ext cx="181783" cy="54011"/>
              <a:chOff x="8400565" y="3029365"/>
              <a:chExt cx="281717" cy="83704"/>
            </a:xfrm>
          </p:grpSpPr>
          <p:cxnSp>
            <p:nvCxnSpPr>
              <p:cNvPr id="746" name="直線接點 745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7" name="直線接點 746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8" name="直線接點 747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9" name="直線接點 748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0" name="直線接點 749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1" name="直線接點 750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2" name="直線接點 751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3" name="直線接點 752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7" name="群組 736"/>
            <p:cNvGrpSpPr/>
            <p:nvPr/>
          </p:nvGrpSpPr>
          <p:grpSpPr>
            <a:xfrm>
              <a:off x="10882025" y="2038682"/>
              <a:ext cx="181783" cy="54011"/>
              <a:chOff x="8400565" y="3029365"/>
              <a:chExt cx="281717" cy="83704"/>
            </a:xfrm>
          </p:grpSpPr>
          <p:cxnSp>
            <p:nvCxnSpPr>
              <p:cNvPr id="738" name="直線接點 737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9" name="直線接點 738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0" name="直線接點 739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1" name="直線接點 740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2" name="直線接點 741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3" name="直線接點 742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4" name="直線接點 743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5" name="直線接點 744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68" name="肘形接點 867"/>
          <p:cNvCxnSpPr/>
          <p:nvPr/>
        </p:nvCxnSpPr>
        <p:spPr>
          <a:xfrm rot="5400000" flipH="1" flipV="1">
            <a:off x="2356243" y="4529816"/>
            <a:ext cx="10874" cy="604644"/>
          </a:xfrm>
          <a:prstGeom prst="bentConnector3">
            <a:avLst>
              <a:gd name="adj1" fmla="val 1800000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9" name="文字方塊 868"/>
          <p:cNvSpPr txBox="1"/>
          <p:nvPr/>
        </p:nvSpPr>
        <p:spPr>
          <a:xfrm>
            <a:off x="2164654" y="4480779"/>
            <a:ext cx="372679" cy="276999"/>
          </a:xfrm>
          <a:prstGeom prst="rect">
            <a:avLst/>
          </a:prstGeom>
          <a:solidFill>
            <a:srgbClr val="1469AB"/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/>
                </a:solidFill>
              </a:rPr>
              <a:t>P1</a:t>
            </a:r>
            <a:endParaRPr lang="zh-TW" altLang="en-US" sz="1200" dirty="0">
              <a:solidFill>
                <a:schemeClr val="bg1"/>
              </a:solidFill>
            </a:endParaRPr>
          </a:p>
        </p:txBody>
      </p:sp>
      <p:cxnSp>
        <p:nvCxnSpPr>
          <p:cNvPr id="870" name="肘形接點 869"/>
          <p:cNvCxnSpPr/>
          <p:nvPr/>
        </p:nvCxnSpPr>
        <p:spPr>
          <a:xfrm rot="5400000" flipH="1" flipV="1">
            <a:off x="3560304" y="4529816"/>
            <a:ext cx="10874" cy="604644"/>
          </a:xfrm>
          <a:prstGeom prst="bentConnector3">
            <a:avLst>
              <a:gd name="adj1" fmla="val 1800000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1" name="文字方塊 870"/>
          <p:cNvSpPr txBox="1"/>
          <p:nvPr/>
        </p:nvSpPr>
        <p:spPr>
          <a:xfrm>
            <a:off x="3368716" y="4480779"/>
            <a:ext cx="372679" cy="276999"/>
          </a:xfrm>
          <a:prstGeom prst="rect">
            <a:avLst/>
          </a:prstGeom>
          <a:solidFill>
            <a:srgbClr val="1469AB"/>
          </a:solidFill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chemeClr val="bg1"/>
                </a:solidFill>
              </a:rPr>
              <a:t>P2</a:t>
            </a:r>
            <a:endParaRPr lang="zh-TW" altLang="en-US" sz="1200" dirty="0">
              <a:solidFill>
                <a:schemeClr val="bg1"/>
              </a:solidFill>
            </a:endParaRPr>
          </a:p>
        </p:txBody>
      </p:sp>
      <p:sp>
        <p:nvSpPr>
          <p:cNvPr id="872" name="文字方塊 871"/>
          <p:cNvSpPr txBox="1"/>
          <p:nvPr/>
        </p:nvSpPr>
        <p:spPr>
          <a:xfrm>
            <a:off x="4357411" y="4399366"/>
            <a:ext cx="638316" cy="329449"/>
          </a:xfrm>
          <a:prstGeom prst="rect">
            <a:avLst/>
          </a:prstGeom>
          <a:solidFill>
            <a:schemeClr val="tx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TW" sz="1541" dirty="0">
                <a:solidFill>
                  <a:schemeClr val="bg1"/>
                </a:solidFill>
              </a:rPr>
              <a:t>PoE1</a:t>
            </a:r>
            <a:endParaRPr lang="zh-TW" altLang="en-US" sz="1541" dirty="0">
              <a:solidFill>
                <a:schemeClr val="bg1"/>
              </a:solidFill>
            </a:endParaRPr>
          </a:p>
        </p:txBody>
      </p:sp>
      <p:cxnSp>
        <p:nvCxnSpPr>
          <p:cNvPr id="875" name="肘形接點 874"/>
          <p:cNvCxnSpPr>
            <a:stCxn id="581" idx="0"/>
            <a:endCxn id="495" idx="0"/>
          </p:cNvCxnSpPr>
          <p:nvPr/>
        </p:nvCxnSpPr>
        <p:spPr>
          <a:xfrm rot="5400000" flipH="1" flipV="1">
            <a:off x="1876818" y="344035"/>
            <a:ext cx="748" cy="1964803"/>
          </a:xfrm>
          <a:prstGeom prst="bentConnector3">
            <a:avLst>
              <a:gd name="adj1" fmla="val 2628556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1" name="文字方塊 880"/>
          <p:cNvSpPr txBox="1"/>
          <p:nvPr/>
        </p:nvSpPr>
        <p:spPr>
          <a:xfrm>
            <a:off x="568001" y="900003"/>
            <a:ext cx="638316" cy="329449"/>
          </a:xfrm>
          <a:prstGeom prst="rect">
            <a:avLst/>
          </a:prstGeom>
          <a:solidFill>
            <a:schemeClr val="tx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TW" sz="1541" dirty="0">
                <a:solidFill>
                  <a:schemeClr val="bg1"/>
                </a:solidFill>
              </a:rPr>
              <a:t>PoE1</a:t>
            </a:r>
            <a:endParaRPr lang="zh-TW" altLang="en-US" sz="1541" dirty="0">
              <a:solidFill>
                <a:schemeClr val="bg1"/>
              </a:solidFill>
            </a:endParaRPr>
          </a:p>
        </p:txBody>
      </p:sp>
      <p:cxnSp>
        <p:nvCxnSpPr>
          <p:cNvPr id="889" name="肘形接點 888"/>
          <p:cNvCxnSpPr/>
          <p:nvPr/>
        </p:nvCxnSpPr>
        <p:spPr>
          <a:xfrm rot="16200000" flipV="1">
            <a:off x="1746318" y="3965016"/>
            <a:ext cx="6165" cy="1140525"/>
          </a:xfrm>
          <a:prstGeom prst="bentConnector3">
            <a:avLst>
              <a:gd name="adj1" fmla="val 1832081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0" name="文字方塊 889"/>
          <p:cNvSpPr txBox="1"/>
          <p:nvPr/>
        </p:nvSpPr>
        <p:spPr>
          <a:xfrm>
            <a:off x="1346644" y="4269162"/>
            <a:ext cx="872355" cy="329449"/>
          </a:xfrm>
          <a:prstGeom prst="rect">
            <a:avLst/>
          </a:prstGeom>
          <a:solidFill>
            <a:srgbClr val="1469AB"/>
          </a:solidFill>
        </p:spPr>
        <p:txBody>
          <a:bodyPr wrap="none" rtlCol="0">
            <a:spAutoFit/>
          </a:bodyPr>
          <a:lstStyle/>
          <a:p>
            <a:r>
              <a:rPr lang="en-US" altLang="zh-TW" sz="1541" dirty="0">
                <a:solidFill>
                  <a:schemeClr val="bg1"/>
                </a:solidFill>
              </a:rPr>
              <a:t>COMBO</a:t>
            </a:r>
            <a:endParaRPr lang="zh-TW" altLang="en-US" sz="1541" dirty="0">
              <a:solidFill>
                <a:schemeClr val="bg1"/>
              </a:solidFill>
            </a:endParaRPr>
          </a:p>
        </p:txBody>
      </p:sp>
      <p:sp>
        <p:nvSpPr>
          <p:cNvPr id="900" name="等腰三角形 899"/>
          <p:cNvSpPr/>
          <p:nvPr/>
        </p:nvSpPr>
        <p:spPr>
          <a:xfrm>
            <a:off x="3650678" y="2454209"/>
            <a:ext cx="137329" cy="13670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/>
          </a:p>
        </p:txBody>
      </p:sp>
      <p:sp>
        <p:nvSpPr>
          <p:cNvPr id="901" name="等腰三角形 900"/>
          <p:cNvSpPr/>
          <p:nvPr/>
        </p:nvSpPr>
        <p:spPr>
          <a:xfrm rot="10800000">
            <a:off x="3903796" y="2465083"/>
            <a:ext cx="137329" cy="13670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/>
          </a:p>
        </p:txBody>
      </p:sp>
      <p:sp>
        <p:nvSpPr>
          <p:cNvPr id="883" name="文字方塊 882"/>
          <p:cNvSpPr txBox="1"/>
          <p:nvPr/>
        </p:nvSpPr>
        <p:spPr>
          <a:xfrm>
            <a:off x="381775" y="4469478"/>
            <a:ext cx="1236236" cy="329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41" dirty="0">
                <a:solidFill>
                  <a:schemeClr val="bg1"/>
                </a:solidFill>
              </a:rPr>
              <a:t>SFP+     SFP</a:t>
            </a:r>
            <a:endParaRPr lang="zh-TW" altLang="en-US" sz="1541" dirty="0">
              <a:solidFill>
                <a:schemeClr val="bg1"/>
              </a:solidFill>
            </a:endParaRPr>
          </a:p>
        </p:txBody>
      </p:sp>
      <p:sp>
        <p:nvSpPr>
          <p:cNvPr id="902" name="文字方塊 901"/>
          <p:cNvSpPr txBox="1"/>
          <p:nvPr/>
        </p:nvSpPr>
        <p:spPr>
          <a:xfrm>
            <a:off x="3463624" y="2375316"/>
            <a:ext cx="2632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/>
              <a:t>8</a:t>
            </a:r>
            <a:endParaRPr lang="zh-TW" altLang="en-US" sz="1100" dirty="0"/>
          </a:p>
        </p:txBody>
      </p:sp>
      <p:sp>
        <p:nvSpPr>
          <p:cNvPr id="903" name="文字方塊 902"/>
          <p:cNvSpPr txBox="1"/>
          <p:nvPr/>
        </p:nvSpPr>
        <p:spPr>
          <a:xfrm>
            <a:off x="3716742" y="2364441"/>
            <a:ext cx="282450" cy="303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70" dirty="0"/>
              <a:t>9</a:t>
            </a:r>
            <a:endParaRPr lang="zh-TW" altLang="en-US" sz="1370" dirty="0"/>
          </a:p>
        </p:txBody>
      </p:sp>
      <p:sp>
        <p:nvSpPr>
          <p:cNvPr id="905" name="等腰三角形 904"/>
          <p:cNvSpPr/>
          <p:nvPr/>
        </p:nvSpPr>
        <p:spPr>
          <a:xfrm>
            <a:off x="4301108" y="2459502"/>
            <a:ext cx="137329" cy="13670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/>
          </a:p>
        </p:txBody>
      </p:sp>
      <p:sp>
        <p:nvSpPr>
          <p:cNvPr id="906" name="等腰三角形 905"/>
          <p:cNvSpPr/>
          <p:nvPr/>
        </p:nvSpPr>
        <p:spPr>
          <a:xfrm rot="10800000">
            <a:off x="4609627" y="2460512"/>
            <a:ext cx="137329" cy="13670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/>
          </a:p>
        </p:txBody>
      </p:sp>
      <p:sp>
        <p:nvSpPr>
          <p:cNvPr id="907" name="文字方塊 906"/>
          <p:cNvSpPr txBox="1"/>
          <p:nvPr/>
        </p:nvSpPr>
        <p:spPr>
          <a:xfrm>
            <a:off x="4034671" y="2380609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/>
              <a:t>10</a:t>
            </a:r>
            <a:endParaRPr lang="zh-TW" altLang="en-US" sz="1100" dirty="0"/>
          </a:p>
        </p:txBody>
      </p:sp>
      <p:sp>
        <p:nvSpPr>
          <p:cNvPr id="908" name="文字方塊 907"/>
          <p:cNvSpPr txBox="1"/>
          <p:nvPr/>
        </p:nvSpPr>
        <p:spPr>
          <a:xfrm>
            <a:off x="4366840" y="2374991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/>
              <a:t>11</a:t>
            </a:r>
            <a:endParaRPr lang="zh-TW" altLang="en-US" sz="1100" dirty="0"/>
          </a:p>
        </p:txBody>
      </p:sp>
      <p:grpSp>
        <p:nvGrpSpPr>
          <p:cNvPr id="919" name="群組 918"/>
          <p:cNvGrpSpPr>
            <a:grpSpLocks noChangeAspect="1"/>
          </p:cNvGrpSpPr>
          <p:nvPr/>
        </p:nvGrpSpPr>
        <p:grpSpPr>
          <a:xfrm>
            <a:off x="3481167" y="1317403"/>
            <a:ext cx="2633499" cy="1080383"/>
            <a:chOff x="7373682" y="5592242"/>
            <a:chExt cx="2397658" cy="983631"/>
          </a:xfrm>
        </p:grpSpPr>
        <p:grpSp>
          <p:nvGrpSpPr>
            <p:cNvPr id="920" name="群組 919"/>
            <p:cNvGrpSpPr/>
            <p:nvPr/>
          </p:nvGrpSpPr>
          <p:grpSpPr>
            <a:xfrm>
              <a:off x="7373682" y="5592242"/>
              <a:ext cx="2397658" cy="983631"/>
              <a:chOff x="8157771" y="4315892"/>
              <a:chExt cx="2397658" cy="983631"/>
            </a:xfrm>
          </p:grpSpPr>
          <p:grpSp>
            <p:nvGrpSpPr>
              <p:cNvPr id="993" name="群組 992"/>
              <p:cNvGrpSpPr/>
              <p:nvPr/>
            </p:nvGrpSpPr>
            <p:grpSpPr>
              <a:xfrm>
                <a:off x="8157771" y="4315892"/>
                <a:ext cx="1205566" cy="983612"/>
                <a:chOff x="8157771" y="3269984"/>
                <a:chExt cx="1205566" cy="983612"/>
              </a:xfrm>
            </p:grpSpPr>
            <p:grpSp>
              <p:nvGrpSpPr>
                <p:cNvPr id="1053" name="群組 1052"/>
                <p:cNvGrpSpPr/>
                <p:nvPr/>
              </p:nvGrpSpPr>
              <p:grpSpPr>
                <a:xfrm>
                  <a:off x="8157771" y="3271319"/>
                  <a:ext cx="608812" cy="982277"/>
                  <a:chOff x="7413476" y="3274792"/>
                  <a:chExt cx="608812" cy="982277"/>
                </a:xfrm>
              </p:grpSpPr>
              <p:grpSp>
                <p:nvGrpSpPr>
                  <p:cNvPr id="1083" name="群組 1082"/>
                  <p:cNvGrpSpPr/>
                  <p:nvPr/>
                </p:nvGrpSpPr>
                <p:grpSpPr>
                  <a:xfrm>
                    <a:off x="7413476" y="3274792"/>
                    <a:ext cx="608812" cy="497924"/>
                    <a:chOff x="7287413" y="2588288"/>
                    <a:chExt cx="608812" cy="497924"/>
                  </a:xfrm>
                </p:grpSpPr>
                <p:sp>
                  <p:nvSpPr>
                    <p:cNvPr id="1098" name="圓角矩形 1097"/>
                    <p:cNvSpPr/>
                    <p:nvPr/>
                  </p:nvSpPr>
                  <p:spPr>
                    <a:xfrm>
                      <a:off x="7287413" y="2588288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99" name="圓角矩形 1098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100" name="圓角矩形 1099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101" name="圓角矩形 1100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102" name="圓角矩形 1101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103" name="直線接點 1102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4" name="直線接點 1103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5" name="直線接點 1104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6" name="直線接點 1105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7" name="直線接點 1106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8" name="直線接點 1107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09" name="直線接點 1108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10" name="直線接點 1109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84" name="群組 1083"/>
                  <p:cNvGrpSpPr/>
                  <p:nvPr/>
                </p:nvGrpSpPr>
                <p:grpSpPr>
                  <a:xfrm rot="10800000">
                    <a:off x="7413476" y="3759145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1085" name="圓角矩形 1084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86" name="圓角矩形 1085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87" name="圓角矩形 1086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88" name="圓角矩形 1087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89" name="圓角矩形 1088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090" name="直線接點 1089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1" name="直線接點 1090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2" name="直線接點 1091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3" name="直線接點 1092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4" name="直線接點 1093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5" name="直線接點 1094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6" name="直線接點 1095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97" name="直線接點 1096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054" name="群組 1053"/>
                <p:cNvGrpSpPr/>
                <p:nvPr/>
              </p:nvGrpSpPr>
              <p:grpSpPr>
                <a:xfrm>
                  <a:off x="8754525" y="3269984"/>
                  <a:ext cx="608812" cy="982277"/>
                  <a:chOff x="7413476" y="3274792"/>
                  <a:chExt cx="608812" cy="982277"/>
                </a:xfrm>
              </p:grpSpPr>
              <p:grpSp>
                <p:nvGrpSpPr>
                  <p:cNvPr id="1055" name="群組 1054"/>
                  <p:cNvGrpSpPr/>
                  <p:nvPr/>
                </p:nvGrpSpPr>
                <p:grpSpPr>
                  <a:xfrm>
                    <a:off x="7413476" y="3274792"/>
                    <a:ext cx="608812" cy="497924"/>
                    <a:chOff x="7287413" y="2588288"/>
                    <a:chExt cx="608812" cy="497924"/>
                  </a:xfrm>
                </p:grpSpPr>
                <p:sp>
                  <p:nvSpPr>
                    <p:cNvPr id="1070" name="圓角矩形 1069"/>
                    <p:cNvSpPr/>
                    <p:nvPr/>
                  </p:nvSpPr>
                  <p:spPr>
                    <a:xfrm>
                      <a:off x="7287413" y="2588288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71" name="圓角矩形 1070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72" name="圓角矩形 1071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73" name="圓角矩形 1072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74" name="圓角矩形 1073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075" name="直線接點 1074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6" name="直線接點 1075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7" name="直線接點 1076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8" name="直線接點 1077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79" name="直線接點 1078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0" name="直線接點 1079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1" name="直線接點 1080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2" name="直線接點 1081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56" name="群組 1055"/>
                  <p:cNvGrpSpPr/>
                  <p:nvPr/>
                </p:nvGrpSpPr>
                <p:grpSpPr>
                  <a:xfrm rot="10800000">
                    <a:off x="7413476" y="3759145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1057" name="圓角矩形 1056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58" name="圓角矩形 1057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59" name="圓角矩形 1058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60" name="圓角矩形 1059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61" name="圓角矩形 1060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062" name="直線接點 1061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3" name="直線接點 1062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4" name="直線接點 1063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5" name="直線接點 1064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6" name="直線接點 1065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7" name="直線接點 1066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8" name="直線接點 1067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9" name="直線接點 1068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994" name="群組 993"/>
              <p:cNvGrpSpPr/>
              <p:nvPr/>
            </p:nvGrpSpPr>
            <p:grpSpPr>
              <a:xfrm>
                <a:off x="9349863" y="4316725"/>
                <a:ext cx="1205566" cy="982798"/>
                <a:chOff x="8157771" y="3275031"/>
                <a:chExt cx="1205566" cy="982798"/>
              </a:xfrm>
            </p:grpSpPr>
            <p:grpSp>
              <p:nvGrpSpPr>
                <p:cNvPr id="995" name="群組 994"/>
                <p:cNvGrpSpPr/>
                <p:nvPr/>
              </p:nvGrpSpPr>
              <p:grpSpPr>
                <a:xfrm>
                  <a:off x="8157771" y="3275031"/>
                  <a:ext cx="608812" cy="982277"/>
                  <a:chOff x="7413476" y="3278504"/>
                  <a:chExt cx="608812" cy="982277"/>
                </a:xfrm>
              </p:grpSpPr>
              <p:grpSp>
                <p:nvGrpSpPr>
                  <p:cNvPr id="1025" name="群組 1024"/>
                  <p:cNvGrpSpPr/>
                  <p:nvPr/>
                </p:nvGrpSpPr>
                <p:grpSpPr>
                  <a:xfrm>
                    <a:off x="7413476" y="3278504"/>
                    <a:ext cx="608812" cy="497924"/>
                    <a:chOff x="7287413" y="2592000"/>
                    <a:chExt cx="608812" cy="497924"/>
                  </a:xfrm>
                </p:grpSpPr>
                <p:sp>
                  <p:nvSpPr>
                    <p:cNvPr id="1040" name="圓角矩形 1039"/>
                    <p:cNvSpPr/>
                    <p:nvPr/>
                  </p:nvSpPr>
                  <p:spPr>
                    <a:xfrm>
                      <a:off x="7287413" y="2592000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41" name="圓角矩形 1040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42" name="圓角矩形 1041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43" name="圓角矩形 1042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44" name="圓角矩形 1043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045" name="直線接點 1044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6" name="直線接點 1045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7" name="直線接點 1046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8" name="直線接點 1047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9" name="直線接點 1048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0" name="直線接點 1049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1" name="直線接點 1050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2" name="直線接點 1051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026" name="群組 1025"/>
                  <p:cNvGrpSpPr/>
                  <p:nvPr/>
                </p:nvGrpSpPr>
                <p:grpSpPr>
                  <a:xfrm rot="10800000">
                    <a:off x="7413476" y="3762857"/>
                    <a:ext cx="608812" cy="497924"/>
                    <a:chOff x="7287413" y="2590144"/>
                    <a:chExt cx="608812" cy="497924"/>
                  </a:xfrm>
                </p:grpSpPr>
                <p:sp>
                  <p:nvSpPr>
                    <p:cNvPr id="1027" name="圓角矩形 1026"/>
                    <p:cNvSpPr/>
                    <p:nvPr/>
                  </p:nvSpPr>
                  <p:spPr>
                    <a:xfrm>
                      <a:off x="7287413" y="2590144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28" name="圓角矩形 1027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29" name="圓角矩形 1028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30" name="圓角矩形 1029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31" name="圓角矩形 1030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032" name="直線接點 1031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3" name="直線接點 1032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4" name="直線接點 1033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5" name="直線接點 1034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6" name="直線接點 1035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7" name="直線接點 1036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8" name="直線接點 1037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9" name="直線接點 1038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996" name="群組 995"/>
                <p:cNvGrpSpPr/>
                <p:nvPr/>
              </p:nvGrpSpPr>
              <p:grpSpPr>
                <a:xfrm>
                  <a:off x="8754525" y="3275552"/>
                  <a:ext cx="608812" cy="982277"/>
                  <a:chOff x="7413476" y="3280360"/>
                  <a:chExt cx="608812" cy="982277"/>
                </a:xfrm>
              </p:grpSpPr>
              <p:grpSp>
                <p:nvGrpSpPr>
                  <p:cNvPr id="997" name="群組 996"/>
                  <p:cNvGrpSpPr/>
                  <p:nvPr/>
                </p:nvGrpSpPr>
                <p:grpSpPr>
                  <a:xfrm>
                    <a:off x="7413476" y="3280360"/>
                    <a:ext cx="608812" cy="497924"/>
                    <a:chOff x="7287413" y="2593856"/>
                    <a:chExt cx="608812" cy="497924"/>
                  </a:xfrm>
                </p:grpSpPr>
                <p:sp>
                  <p:nvSpPr>
                    <p:cNvPr id="1012" name="圓角矩形 1011"/>
                    <p:cNvSpPr/>
                    <p:nvPr/>
                  </p:nvSpPr>
                  <p:spPr>
                    <a:xfrm>
                      <a:off x="7287413" y="2593856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13" name="圓角矩形 1012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14" name="圓角矩形 1013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15" name="圓角矩形 1014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16" name="圓角矩形 1015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017" name="直線接點 1016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8" name="直線接點 1017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9" name="直線接點 1018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0" name="直線接點 1019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1" name="直線接點 1020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2" name="直線接點 1021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3" name="直線接點 1022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4" name="直線接點 1023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98" name="群組 997"/>
                  <p:cNvGrpSpPr/>
                  <p:nvPr/>
                </p:nvGrpSpPr>
                <p:grpSpPr>
                  <a:xfrm rot="10800000">
                    <a:off x="7413476" y="3764713"/>
                    <a:ext cx="608812" cy="497924"/>
                    <a:chOff x="7287413" y="2588288"/>
                    <a:chExt cx="608812" cy="497924"/>
                  </a:xfrm>
                </p:grpSpPr>
                <p:sp>
                  <p:nvSpPr>
                    <p:cNvPr id="999" name="圓角矩形 998"/>
                    <p:cNvSpPr/>
                    <p:nvPr/>
                  </p:nvSpPr>
                  <p:spPr>
                    <a:xfrm>
                      <a:off x="7287413" y="2588288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00" name="圓角矩形 999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01" name="圓角矩形 1000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02" name="圓角矩形 1001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003" name="圓角矩形 1002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004" name="直線接點 1003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05" name="直線接點 1004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06" name="直線接點 1005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07" name="直線接點 1006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08" name="直線接點 1007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09" name="直線接點 1008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0" name="直線接點 1009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11" name="直線接點 1010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grpSp>
          <p:nvGrpSpPr>
            <p:cNvPr id="921" name="群組 920"/>
            <p:cNvGrpSpPr/>
            <p:nvPr/>
          </p:nvGrpSpPr>
          <p:grpSpPr>
            <a:xfrm>
              <a:off x="7527418" y="5975790"/>
              <a:ext cx="281717" cy="83704"/>
              <a:chOff x="8400565" y="3029365"/>
              <a:chExt cx="281717" cy="83704"/>
            </a:xfrm>
          </p:grpSpPr>
          <p:cxnSp>
            <p:nvCxnSpPr>
              <p:cNvPr id="985" name="直線接點 984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6" name="直線接點 985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7" name="直線接點 986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8" name="直線接點 987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9" name="直線接點 988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0" name="直線接點 989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1" name="直線接點 990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2" name="直線接點 991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2" name="群組 921"/>
            <p:cNvGrpSpPr/>
            <p:nvPr/>
          </p:nvGrpSpPr>
          <p:grpSpPr>
            <a:xfrm>
              <a:off x="7526613" y="6109020"/>
              <a:ext cx="281717" cy="83704"/>
              <a:chOff x="8400565" y="3029365"/>
              <a:chExt cx="281717" cy="83704"/>
            </a:xfrm>
          </p:grpSpPr>
          <p:cxnSp>
            <p:nvCxnSpPr>
              <p:cNvPr id="977" name="直線接點 976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8" name="直線接點 977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9" name="直線接點 978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0" name="直線接點 979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1" name="直線接點 980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2" name="直線接點 981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3" name="直線接點 982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4" name="直線接點 983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3" name="群組 922"/>
            <p:cNvGrpSpPr/>
            <p:nvPr/>
          </p:nvGrpSpPr>
          <p:grpSpPr>
            <a:xfrm>
              <a:off x="8122502" y="5971062"/>
              <a:ext cx="281717" cy="83704"/>
              <a:chOff x="8400565" y="3029365"/>
              <a:chExt cx="281717" cy="83704"/>
            </a:xfrm>
          </p:grpSpPr>
          <p:cxnSp>
            <p:nvCxnSpPr>
              <p:cNvPr id="969" name="直線接點 968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0" name="直線接點 969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1" name="直線接點 970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2" name="直線接點 971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3" name="直線接點 972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4" name="直線接點 973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5" name="直線接點 974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6" name="直線接點 975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4" name="群組 923"/>
            <p:cNvGrpSpPr/>
            <p:nvPr/>
          </p:nvGrpSpPr>
          <p:grpSpPr>
            <a:xfrm>
              <a:off x="8121697" y="6104292"/>
              <a:ext cx="281717" cy="83704"/>
              <a:chOff x="8400565" y="3029365"/>
              <a:chExt cx="281717" cy="83704"/>
            </a:xfrm>
          </p:grpSpPr>
          <p:cxnSp>
            <p:nvCxnSpPr>
              <p:cNvPr id="961" name="直線接點 960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2" name="直線接點 961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3" name="直線接點 962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4" name="直線接點 963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5" name="直線接點 964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6" name="直線接點 965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7" name="直線接點 966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8" name="直線接點 967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5" name="群組 924"/>
            <p:cNvGrpSpPr/>
            <p:nvPr/>
          </p:nvGrpSpPr>
          <p:grpSpPr>
            <a:xfrm>
              <a:off x="8726268" y="5975902"/>
              <a:ext cx="281717" cy="83704"/>
              <a:chOff x="8400565" y="3029365"/>
              <a:chExt cx="281717" cy="83704"/>
            </a:xfrm>
          </p:grpSpPr>
          <p:cxnSp>
            <p:nvCxnSpPr>
              <p:cNvPr id="953" name="直線接點 952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4" name="直線接點 953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5" name="直線接點 954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6" name="直線接點 955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7" name="直線接點 956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8" name="直線接點 957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9" name="直線接點 958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0" name="直線接點 959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6" name="群組 925"/>
            <p:cNvGrpSpPr/>
            <p:nvPr/>
          </p:nvGrpSpPr>
          <p:grpSpPr>
            <a:xfrm>
              <a:off x="8725463" y="6109132"/>
              <a:ext cx="281717" cy="83704"/>
              <a:chOff x="8400565" y="3029365"/>
              <a:chExt cx="281717" cy="83704"/>
            </a:xfrm>
          </p:grpSpPr>
          <p:cxnSp>
            <p:nvCxnSpPr>
              <p:cNvPr id="945" name="直線接點 944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6" name="直線接點 945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7" name="直線接點 946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8" name="直線接點 947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9" name="直線接點 948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0" name="直線接點 949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1" name="直線接點 950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2" name="直線接點 951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7" name="群組 926"/>
            <p:cNvGrpSpPr/>
            <p:nvPr/>
          </p:nvGrpSpPr>
          <p:grpSpPr>
            <a:xfrm>
              <a:off x="9316589" y="5971174"/>
              <a:ext cx="281717" cy="83704"/>
              <a:chOff x="8400565" y="3029365"/>
              <a:chExt cx="281717" cy="83704"/>
            </a:xfrm>
          </p:grpSpPr>
          <p:cxnSp>
            <p:nvCxnSpPr>
              <p:cNvPr id="937" name="直線接點 936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8" name="直線接點 937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9" name="直線接點 938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0" name="直線接點 939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1" name="直線接點 940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2" name="直線接點 941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3" name="直線接點 942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4" name="直線接點 943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8" name="群組 927"/>
            <p:cNvGrpSpPr/>
            <p:nvPr/>
          </p:nvGrpSpPr>
          <p:grpSpPr>
            <a:xfrm>
              <a:off x="9315784" y="6104404"/>
              <a:ext cx="281717" cy="83704"/>
              <a:chOff x="8400565" y="3029365"/>
              <a:chExt cx="281717" cy="83704"/>
            </a:xfrm>
          </p:grpSpPr>
          <p:cxnSp>
            <p:nvCxnSpPr>
              <p:cNvPr id="929" name="直線接點 928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0" name="直線接點 929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1" name="直線接點 930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2" name="直線接點 931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3" name="直線接點 932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4" name="直線接點 933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5" name="直線接點 934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6" name="直線接點 935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rgbClr val="FFCC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111" name="肘形接點 1110"/>
          <p:cNvCxnSpPr/>
          <p:nvPr/>
        </p:nvCxnSpPr>
        <p:spPr>
          <a:xfrm rot="5400000" flipH="1" flipV="1">
            <a:off x="4142509" y="989050"/>
            <a:ext cx="1466" cy="655453"/>
          </a:xfrm>
          <a:prstGeom prst="bentConnector3">
            <a:avLst>
              <a:gd name="adj1" fmla="val 1345280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2" name="肘形接點 1111"/>
          <p:cNvCxnSpPr/>
          <p:nvPr/>
        </p:nvCxnSpPr>
        <p:spPr>
          <a:xfrm rot="5400000" flipH="1" flipV="1">
            <a:off x="5451859" y="986460"/>
            <a:ext cx="1466" cy="655453"/>
          </a:xfrm>
          <a:prstGeom prst="bentConnector3">
            <a:avLst>
              <a:gd name="adj1" fmla="val 1345280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3" name="文字方塊 1112"/>
          <p:cNvSpPr txBox="1"/>
          <p:nvPr/>
        </p:nvSpPr>
        <p:spPr>
          <a:xfrm>
            <a:off x="3510955" y="875726"/>
            <a:ext cx="638316" cy="329449"/>
          </a:xfrm>
          <a:prstGeom prst="rect">
            <a:avLst/>
          </a:prstGeom>
          <a:solidFill>
            <a:schemeClr val="tx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TW" sz="1541" dirty="0">
                <a:solidFill>
                  <a:schemeClr val="bg1"/>
                </a:solidFill>
              </a:rPr>
              <a:t>PoE2</a:t>
            </a:r>
            <a:endParaRPr lang="zh-TW" altLang="en-US" sz="1541" dirty="0">
              <a:solidFill>
                <a:schemeClr val="bg1"/>
              </a:solidFill>
            </a:endParaRPr>
          </a:p>
        </p:txBody>
      </p:sp>
      <p:sp>
        <p:nvSpPr>
          <p:cNvPr id="1114" name="文字方塊 1113"/>
          <p:cNvSpPr txBox="1"/>
          <p:nvPr/>
        </p:nvSpPr>
        <p:spPr>
          <a:xfrm>
            <a:off x="4732666" y="884658"/>
            <a:ext cx="638316" cy="329449"/>
          </a:xfrm>
          <a:prstGeom prst="rect">
            <a:avLst/>
          </a:prstGeom>
          <a:solidFill>
            <a:schemeClr val="tx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TW" sz="1541" dirty="0">
                <a:solidFill>
                  <a:schemeClr val="bg1"/>
                </a:solidFill>
              </a:rPr>
              <a:t>PoE3</a:t>
            </a:r>
            <a:endParaRPr lang="zh-TW" altLang="en-US" sz="1541" dirty="0">
              <a:solidFill>
                <a:schemeClr val="bg1"/>
              </a:solidFill>
            </a:endParaRPr>
          </a:p>
        </p:txBody>
      </p:sp>
      <p:sp>
        <p:nvSpPr>
          <p:cNvPr id="1115" name="等腰三角形 1114"/>
          <p:cNvSpPr/>
          <p:nvPr/>
        </p:nvSpPr>
        <p:spPr>
          <a:xfrm>
            <a:off x="5002636" y="2454798"/>
            <a:ext cx="137329" cy="13670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/>
          </a:p>
        </p:txBody>
      </p:sp>
      <p:sp>
        <p:nvSpPr>
          <p:cNvPr id="1116" name="等腰三角形 1115"/>
          <p:cNvSpPr/>
          <p:nvPr/>
        </p:nvSpPr>
        <p:spPr>
          <a:xfrm rot="10800000">
            <a:off x="5314076" y="2467799"/>
            <a:ext cx="137329" cy="13670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/>
          </a:p>
        </p:txBody>
      </p:sp>
      <p:sp>
        <p:nvSpPr>
          <p:cNvPr id="1117" name="文字方塊 1116"/>
          <p:cNvSpPr txBox="1"/>
          <p:nvPr/>
        </p:nvSpPr>
        <p:spPr>
          <a:xfrm>
            <a:off x="4739131" y="2376049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/>
              <a:t>12</a:t>
            </a:r>
            <a:endParaRPr lang="zh-TW" altLang="en-US" sz="1100" dirty="0"/>
          </a:p>
        </p:txBody>
      </p:sp>
      <p:sp>
        <p:nvSpPr>
          <p:cNvPr id="1118" name="文字方塊 1117"/>
          <p:cNvSpPr txBox="1"/>
          <p:nvPr/>
        </p:nvSpPr>
        <p:spPr>
          <a:xfrm>
            <a:off x="5065079" y="2383675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/>
              <a:t>13</a:t>
            </a:r>
            <a:endParaRPr lang="zh-TW" altLang="en-US" sz="1100" dirty="0"/>
          </a:p>
        </p:txBody>
      </p:sp>
      <p:sp>
        <p:nvSpPr>
          <p:cNvPr id="1119" name="等腰三角形 1118"/>
          <p:cNvSpPr/>
          <p:nvPr/>
        </p:nvSpPr>
        <p:spPr>
          <a:xfrm>
            <a:off x="5651093" y="2451736"/>
            <a:ext cx="137329" cy="13670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/>
          </a:p>
        </p:txBody>
      </p:sp>
      <p:sp>
        <p:nvSpPr>
          <p:cNvPr id="1120" name="等腰三角形 1119"/>
          <p:cNvSpPr/>
          <p:nvPr/>
        </p:nvSpPr>
        <p:spPr>
          <a:xfrm rot="10800000">
            <a:off x="5953286" y="2457422"/>
            <a:ext cx="137329" cy="13670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/>
          </a:p>
        </p:txBody>
      </p:sp>
      <p:sp>
        <p:nvSpPr>
          <p:cNvPr id="1121" name="文字方塊 1120"/>
          <p:cNvSpPr txBox="1"/>
          <p:nvPr/>
        </p:nvSpPr>
        <p:spPr>
          <a:xfrm>
            <a:off x="5403000" y="2381342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/>
              <a:t>14</a:t>
            </a:r>
            <a:endParaRPr lang="zh-TW" altLang="en-US" sz="1100" dirty="0"/>
          </a:p>
        </p:txBody>
      </p:sp>
      <p:sp>
        <p:nvSpPr>
          <p:cNvPr id="1122" name="文字方塊 1121"/>
          <p:cNvSpPr txBox="1"/>
          <p:nvPr/>
        </p:nvSpPr>
        <p:spPr>
          <a:xfrm>
            <a:off x="5711244" y="2375463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/>
              <a:t>15</a:t>
            </a:r>
            <a:endParaRPr lang="zh-TW" altLang="en-US" sz="1100" dirty="0"/>
          </a:p>
        </p:txBody>
      </p:sp>
      <p:sp>
        <p:nvSpPr>
          <p:cNvPr id="1132" name="矩形 1131"/>
          <p:cNvSpPr/>
          <p:nvPr/>
        </p:nvSpPr>
        <p:spPr>
          <a:xfrm>
            <a:off x="6928541" y="4797019"/>
            <a:ext cx="2550524" cy="5661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cxnSp>
        <p:nvCxnSpPr>
          <p:cNvPr id="1133" name="肘形接點 1132"/>
          <p:cNvCxnSpPr/>
          <p:nvPr/>
        </p:nvCxnSpPr>
        <p:spPr>
          <a:xfrm rot="5400000" flipH="1" flipV="1">
            <a:off x="8187717" y="3929192"/>
            <a:ext cx="1" cy="1812499"/>
          </a:xfrm>
          <a:prstGeom prst="bentConnector3">
            <a:avLst>
              <a:gd name="adj1" fmla="val 2286010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4" name="文字方塊 1133"/>
          <p:cNvSpPr txBox="1"/>
          <p:nvPr/>
        </p:nvSpPr>
        <p:spPr>
          <a:xfrm>
            <a:off x="7052719" y="5288132"/>
            <a:ext cx="2545667" cy="329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541" dirty="0"/>
              <a:t>10         11        12         13</a:t>
            </a:r>
            <a:endParaRPr lang="zh-TW" altLang="en-US" sz="1541" dirty="0"/>
          </a:p>
        </p:txBody>
      </p:sp>
      <p:grpSp>
        <p:nvGrpSpPr>
          <p:cNvPr id="1135" name="群組 1134"/>
          <p:cNvGrpSpPr>
            <a:grpSpLocks noChangeAspect="1"/>
          </p:cNvGrpSpPr>
          <p:nvPr/>
        </p:nvGrpSpPr>
        <p:grpSpPr>
          <a:xfrm>
            <a:off x="6979863" y="4830477"/>
            <a:ext cx="2429361" cy="597435"/>
            <a:chOff x="9626920" y="1799186"/>
            <a:chExt cx="1547129" cy="380474"/>
          </a:xfrm>
        </p:grpSpPr>
        <p:grpSp>
          <p:nvGrpSpPr>
            <p:cNvPr id="1136" name="群組 1135"/>
            <p:cNvGrpSpPr/>
            <p:nvPr/>
          </p:nvGrpSpPr>
          <p:grpSpPr>
            <a:xfrm>
              <a:off x="9626920" y="1799186"/>
              <a:ext cx="1547129" cy="380474"/>
              <a:chOff x="8157771" y="4322270"/>
              <a:chExt cx="2397658" cy="589636"/>
            </a:xfrm>
          </p:grpSpPr>
          <p:grpSp>
            <p:nvGrpSpPr>
              <p:cNvPr id="1173" name="群組 1172"/>
              <p:cNvGrpSpPr/>
              <p:nvPr/>
            </p:nvGrpSpPr>
            <p:grpSpPr>
              <a:xfrm>
                <a:off x="8157771" y="4322271"/>
                <a:ext cx="1205566" cy="589635"/>
                <a:chOff x="8157771" y="3276363"/>
                <a:chExt cx="1205566" cy="589635"/>
              </a:xfrm>
            </p:grpSpPr>
            <p:grpSp>
              <p:nvGrpSpPr>
                <p:cNvPr id="1223" name="群組 1222"/>
                <p:cNvGrpSpPr/>
                <p:nvPr/>
              </p:nvGrpSpPr>
              <p:grpSpPr>
                <a:xfrm>
                  <a:off x="8157771" y="3276363"/>
                  <a:ext cx="608812" cy="589635"/>
                  <a:chOff x="7413476" y="3279836"/>
                  <a:chExt cx="608812" cy="589635"/>
                </a:xfrm>
              </p:grpSpPr>
              <p:grpSp>
                <p:nvGrpSpPr>
                  <p:cNvPr id="1248" name="群組 1247"/>
                  <p:cNvGrpSpPr/>
                  <p:nvPr/>
                </p:nvGrpSpPr>
                <p:grpSpPr>
                  <a:xfrm>
                    <a:off x="7413476" y="3279836"/>
                    <a:ext cx="608812" cy="497924"/>
                    <a:chOff x="7287413" y="2593332"/>
                    <a:chExt cx="608812" cy="497924"/>
                  </a:xfrm>
                </p:grpSpPr>
                <p:sp>
                  <p:nvSpPr>
                    <p:cNvPr id="1258" name="圓角矩形 1257"/>
                    <p:cNvSpPr/>
                    <p:nvPr/>
                  </p:nvSpPr>
                  <p:spPr>
                    <a:xfrm>
                      <a:off x="7287413" y="2593332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59" name="圓角矩形 1258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60" name="圓角矩形 1259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61" name="圓角矩形 1260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62" name="圓角矩形 1261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263" name="直線接點 1262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4" name="直線接點 1263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5" name="直線接點 1264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6" name="直線接點 1265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7" name="直線接點 1266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8" name="直線接點 1267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9" name="直線接點 1268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0" name="直線接點 1269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49" name="群組 1248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1250" name="直線接點 1249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1" name="直線接點 1250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2" name="直線接點 1251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3" name="直線接點 1252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4" name="直線接點 1253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5" name="直線接點 1254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6" name="直線接點 1255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7" name="直線接點 1256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224" name="群組 1223"/>
                <p:cNvGrpSpPr/>
                <p:nvPr/>
              </p:nvGrpSpPr>
              <p:grpSpPr>
                <a:xfrm>
                  <a:off x="8754525" y="3276363"/>
                  <a:ext cx="608812" cy="588300"/>
                  <a:chOff x="7413476" y="3281171"/>
                  <a:chExt cx="608812" cy="588300"/>
                </a:xfrm>
              </p:grpSpPr>
              <p:grpSp>
                <p:nvGrpSpPr>
                  <p:cNvPr id="1225" name="群組 1224"/>
                  <p:cNvGrpSpPr/>
                  <p:nvPr/>
                </p:nvGrpSpPr>
                <p:grpSpPr>
                  <a:xfrm>
                    <a:off x="7413476" y="3281171"/>
                    <a:ext cx="608812" cy="497924"/>
                    <a:chOff x="7287413" y="2594667"/>
                    <a:chExt cx="608812" cy="497924"/>
                  </a:xfrm>
                </p:grpSpPr>
                <p:sp>
                  <p:nvSpPr>
                    <p:cNvPr id="1235" name="圓角矩形 1234"/>
                    <p:cNvSpPr/>
                    <p:nvPr/>
                  </p:nvSpPr>
                  <p:spPr>
                    <a:xfrm>
                      <a:off x="7287413" y="2594667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36" name="圓角矩形 1235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37" name="圓角矩形 1236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38" name="圓角矩形 1237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39" name="圓角矩形 1238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240" name="直線接點 1239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1" name="直線接點 1240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2" name="直線接點 1241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3" name="直線接點 1242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4" name="直線接點 1243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5" name="直線接點 1244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6" name="直線接點 1245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7" name="直線接點 1246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26" name="群組 1225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1227" name="直線接點 1226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8" name="直線接點 1227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9" name="直線接點 1228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0" name="直線接點 1229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1" name="直線接點 1230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2" name="直線接點 1231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3" name="直線接點 1232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4" name="直線接點 1233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grpSp>
            <p:nvGrpSpPr>
              <p:cNvPr id="1174" name="群組 1173"/>
              <p:cNvGrpSpPr/>
              <p:nvPr/>
            </p:nvGrpSpPr>
            <p:grpSpPr>
              <a:xfrm>
                <a:off x="9349862" y="4322270"/>
                <a:ext cx="1205567" cy="585422"/>
                <a:chOff x="8157770" y="3280576"/>
                <a:chExt cx="1205567" cy="585422"/>
              </a:xfrm>
            </p:grpSpPr>
            <p:grpSp>
              <p:nvGrpSpPr>
                <p:cNvPr id="1175" name="群組 1174"/>
                <p:cNvGrpSpPr/>
                <p:nvPr/>
              </p:nvGrpSpPr>
              <p:grpSpPr>
                <a:xfrm>
                  <a:off x="8157770" y="3280582"/>
                  <a:ext cx="608812" cy="585416"/>
                  <a:chOff x="7413475" y="3284055"/>
                  <a:chExt cx="608812" cy="585416"/>
                </a:xfrm>
              </p:grpSpPr>
              <p:grpSp>
                <p:nvGrpSpPr>
                  <p:cNvPr id="1200" name="群組 1199"/>
                  <p:cNvGrpSpPr/>
                  <p:nvPr/>
                </p:nvGrpSpPr>
                <p:grpSpPr>
                  <a:xfrm>
                    <a:off x="7413475" y="3284055"/>
                    <a:ext cx="608812" cy="497924"/>
                    <a:chOff x="7287412" y="2597551"/>
                    <a:chExt cx="608812" cy="497924"/>
                  </a:xfrm>
                </p:grpSpPr>
                <p:sp>
                  <p:nvSpPr>
                    <p:cNvPr id="1210" name="圓角矩形 1209"/>
                    <p:cNvSpPr/>
                    <p:nvPr/>
                  </p:nvSpPr>
                  <p:spPr>
                    <a:xfrm>
                      <a:off x="7287412" y="2597551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11" name="圓角矩形 1210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12" name="圓角矩形 1211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13" name="圓角矩形 1212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214" name="圓角矩形 1213"/>
                    <p:cNvSpPr/>
                    <p:nvPr/>
                  </p:nvSpPr>
                  <p:spPr>
                    <a:xfrm>
                      <a:off x="7310553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215" name="直線接點 1214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6" name="直線接點 1215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7" name="直線接點 1216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8" name="直線接點 1217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9" name="直線接點 1218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0" name="直線接點 1219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1" name="直線接點 1220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2" name="直線接點 1221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201" name="群組 1200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1202" name="直線接點 1201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03" name="直線接點 1202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04" name="直線接點 1203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05" name="直線接點 1204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06" name="直線接點 1205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07" name="直線接點 1206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08" name="直線接點 1207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09" name="直線接點 1208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176" name="群組 1175"/>
                <p:cNvGrpSpPr/>
                <p:nvPr/>
              </p:nvGrpSpPr>
              <p:grpSpPr>
                <a:xfrm>
                  <a:off x="8754525" y="3280576"/>
                  <a:ext cx="608812" cy="584087"/>
                  <a:chOff x="7413476" y="3285384"/>
                  <a:chExt cx="608812" cy="584087"/>
                </a:xfrm>
              </p:grpSpPr>
              <p:grpSp>
                <p:nvGrpSpPr>
                  <p:cNvPr id="1177" name="群組 1176"/>
                  <p:cNvGrpSpPr/>
                  <p:nvPr/>
                </p:nvGrpSpPr>
                <p:grpSpPr>
                  <a:xfrm>
                    <a:off x="7413476" y="3285384"/>
                    <a:ext cx="608812" cy="497924"/>
                    <a:chOff x="7287413" y="2598880"/>
                    <a:chExt cx="608812" cy="497924"/>
                  </a:xfrm>
                </p:grpSpPr>
                <p:sp>
                  <p:nvSpPr>
                    <p:cNvPr id="1187" name="圓角矩形 1186"/>
                    <p:cNvSpPr/>
                    <p:nvPr/>
                  </p:nvSpPr>
                  <p:spPr>
                    <a:xfrm>
                      <a:off x="7287413" y="2598880"/>
                      <a:ext cx="608812" cy="497924"/>
                    </a:xfrm>
                    <a:prstGeom prst="roundRect">
                      <a:avLst>
                        <a:gd name="adj" fmla="val 1946"/>
                      </a:avLst>
                    </a:prstGeom>
                    <a:solidFill>
                      <a:schemeClr val="bg1">
                        <a:lumMod val="75000"/>
                      </a:schemeClr>
                    </a:solidFill>
                    <a:ln w="6350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188" name="圓角矩形 1187"/>
                    <p:cNvSpPr/>
                    <p:nvPr/>
                  </p:nvSpPr>
                  <p:spPr>
                    <a:xfrm>
                      <a:off x="7344592" y="2746024"/>
                      <a:ext cx="489721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189" name="圓角矩形 1188"/>
                    <p:cNvSpPr/>
                    <p:nvPr/>
                  </p:nvSpPr>
                  <p:spPr>
                    <a:xfrm>
                      <a:off x="7476751" y="2676824"/>
                      <a:ext cx="225402" cy="319134"/>
                    </a:xfrm>
                    <a:prstGeom prst="roundRect">
                      <a:avLst>
                        <a:gd name="adj" fmla="val 6250"/>
                      </a:avLst>
                    </a:prstGeom>
                    <a:solidFill>
                      <a:schemeClr val="bg2">
                        <a:lumMod val="25000"/>
                      </a:schemeClr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190" name="圓角矩形 1189"/>
                    <p:cNvSpPr/>
                    <p:nvPr/>
                  </p:nvSpPr>
                  <p:spPr>
                    <a:xfrm>
                      <a:off x="7715067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sp>
                  <p:nvSpPr>
                    <p:cNvPr id="1191" name="圓角矩形 1190"/>
                    <p:cNvSpPr/>
                    <p:nvPr/>
                  </p:nvSpPr>
                  <p:spPr>
                    <a:xfrm>
                      <a:off x="7315316" y="2618837"/>
                      <a:ext cx="143058" cy="83088"/>
                    </a:xfrm>
                    <a:prstGeom prst="roundRect">
                      <a:avLst/>
                    </a:prstGeom>
                    <a:solidFill>
                      <a:srgbClr val="548235"/>
                    </a:solidFill>
                    <a:ln w="3175"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sz="1541"/>
                    </a:p>
                  </p:txBody>
                </p:sp>
                <p:cxnSp>
                  <p:nvCxnSpPr>
                    <p:cNvPr id="1192" name="直線接點 1191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93" name="直線接點 1192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94" name="直線接點 1193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95" name="直線接點 1194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96" name="直線接點 1195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97" name="直線接點 1196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98" name="直線接點 1197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99" name="直線接點 1198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178" name="群組 1177"/>
                  <p:cNvGrpSpPr/>
                  <p:nvPr/>
                </p:nvGrpSpPr>
                <p:grpSpPr>
                  <a:xfrm rot="10800000">
                    <a:off x="7579137" y="3785767"/>
                    <a:ext cx="281717" cy="83704"/>
                    <a:chOff x="7448847" y="2981454"/>
                    <a:chExt cx="281717" cy="83704"/>
                  </a:xfrm>
                </p:grpSpPr>
                <p:cxnSp>
                  <p:nvCxnSpPr>
                    <p:cNvPr id="1179" name="直線接點 1178"/>
                    <p:cNvCxnSpPr/>
                    <p:nvPr/>
                  </p:nvCxnSpPr>
                  <p:spPr>
                    <a:xfrm>
                      <a:off x="7448847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0" name="直線接點 1179"/>
                    <p:cNvCxnSpPr/>
                    <p:nvPr/>
                  </p:nvCxnSpPr>
                  <p:spPr>
                    <a:xfrm>
                      <a:off x="7489092" y="2981455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1" name="直線接點 1180"/>
                    <p:cNvCxnSpPr/>
                    <p:nvPr/>
                  </p:nvCxnSpPr>
                  <p:spPr>
                    <a:xfrm>
                      <a:off x="752933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2" name="直線接點 1181"/>
                    <p:cNvCxnSpPr/>
                    <p:nvPr/>
                  </p:nvCxnSpPr>
                  <p:spPr>
                    <a:xfrm>
                      <a:off x="756958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3" name="直線接點 1182"/>
                    <p:cNvCxnSpPr/>
                    <p:nvPr/>
                  </p:nvCxnSpPr>
                  <p:spPr>
                    <a:xfrm>
                      <a:off x="760982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4" name="直線接點 1183"/>
                    <p:cNvCxnSpPr/>
                    <p:nvPr/>
                  </p:nvCxnSpPr>
                  <p:spPr>
                    <a:xfrm>
                      <a:off x="7650072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5" name="直線接點 1184"/>
                    <p:cNvCxnSpPr/>
                    <p:nvPr/>
                  </p:nvCxnSpPr>
                  <p:spPr>
                    <a:xfrm>
                      <a:off x="7690317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86" name="直線接點 1185"/>
                    <p:cNvCxnSpPr/>
                    <p:nvPr/>
                  </p:nvCxnSpPr>
                  <p:spPr>
                    <a:xfrm>
                      <a:off x="7730564" y="2981454"/>
                      <a:ext cx="0" cy="83703"/>
                    </a:xfrm>
                    <a:prstGeom prst="line">
                      <a:avLst/>
                    </a:prstGeom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grpSp>
          <p:nvGrpSpPr>
            <p:cNvPr id="1137" name="群組 1136"/>
            <p:cNvGrpSpPr/>
            <p:nvPr/>
          </p:nvGrpSpPr>
          <p:grpSpPr>
            <a:xfrm>
              <a:off x="9727533" y="2041660"/>
              <a:ext cx="181783" cy="54011"/>
              <a:chOff x="8400565" y="3029365"/>
              <a:chExt cx="281717" cy="83704"/>
            </a:xfrm>
          </p:grpSpPr>
          <p:cxnSp>
            <p:nvCxnSpPr>
              <p:cNvPr id="1165" name="直線接點 1164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6" name="直線接點 1165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7" name="直線接點 1166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8" name="直線接點 1167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9" name="直線接點 1168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0" name="直線接點 1169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1" name="直線接點 1170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2" name="直線接點 1171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38" name="群組 1137"/>
            <p:cNvGrpSpPr/>
            <p:nvPr/>
          </p:nvGrpSpPr>
          <p:grpSpPr>
            <a:xfrm>
              <a:off x="10111521" y="2038609"/>
              <a:ext cx="181783" cy="54011"/>
              <a:chOff x="8400565" y="3029365"/>
              <a:chExt cx="281717" cy="83704"/>
            </a:xfrm>
          </p:grpSpPr>
          <p:cxnSp>
            <p:nvCxnSpPr>
              <p:cNvPr id="1157" name="直線接點 1156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8" name="直線接點 1157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9" name="直線接點 1158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0" name="直線接點 1159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1" name="直線接點 1160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2" name="直線接點 1161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3" name="直線接點 1162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4" name="直線接點 1163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39" name="群組 1138"/>
            <p:cNvGrpSpPr/>
            <p:nvPr/>
          </p:nvGrpSpPr>
          <p:grpSpPr>
            <a:xfrm>
              <a:off x="10501111" y="2041733"/>
              <a:ext cx="181783" cy="54011"/>
              <a:chOff x="8400565" y="3029365"/>
              <a:chExt cx="281717" cy="83704"/>
            </a:xfrm>
          </p:grpSpPr>
          <p:cxnSp>
            <p:nvCxnSpPr>
              <p:cNvPr id="1149" name="直線接點 1148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0" name="直線接點 1149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1" name="直線接點 1150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2" name="直線接點 1151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3" name="直線接點 1152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4" name="直線接點 1153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5" name="直線接點 1154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6" name="直線接點 1155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0" name="群組 1139"/>
            <p:cNvGrpSpPr/>
            <p:nvPr/>
          </p:nvGrpSpPr>
          <p:grpSpPr>
            <a:xfrm>
              <a:off x="10882025" y="2038682"/>
              <a:ext cx="181783" cy="54011"/>
              <a:chOff x="8400565" y="3029365"/>
              <a:chExt cx="281717" cy="83704"/>
            </a:xfrm>
          </p:grpSpPr>
          <p:cxnSp>
            <p:nvCxnSpPr>
              <p:cNvPr id="1141" name="直線接點 1140"/>
              <p:cNvCxnSpPr/>
              <p:nvPr/>
            </p:nvCxnSpPr>
            <p:spPr>
              <a:xfrm>
                <a:off x="8400565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2" name="直線接點 1141"/>
              <p:cNvCxnSpPr/>
              <p:nvPr/>
            </p:nvCxnSpPr>
            <p:spPr>
              <a:xfrm>
                <a:off x="8440810" y="3029366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3" name="直線接點 1142"/>
              <p:cNvCxnSpPr/>
              <p:nvPr/>
            </p:nvCxnSpPr>
            <p:spPr>
              <a:xfrm>
                <a:off x="848105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4" name="直線接點 1143"/>
              <p:cNvCxnSpPr/>
              <p:nvPr/>
            </p:nvCxnSpPr>
            <p:spPr>
              <a:xfrm>
                <a:off x="852130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5" name="直線接點 1144"/>
              <p:cNvCxnSpPr/>
              <p:nvPr/>
            </p:nvCxnSpPr>
            <p:spPr>
              <a:xfrm>
                <a:off x="856154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6" name="直線接點 1145"/>
              <p:cNvCxnSpPr/>
              <p:nvPr/>
            </p:nvCxnSpPr>
            <p:spPr>
              <a:xfrm>
                <a:off x="8601790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7" name="直線接點 1146"/>
              <p:cNvCxnSpPr/>
              <p:nvPr/>
            </p:nvCxnSpPr>
            <p:spPr>
              <a:xfrm>
                <a:off x="8642035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8" name="直線接點 1147"/>
              <p:cNvCxnSpPr/>
              <p:nvPr/>
            </p:nvCxnSpPr>
            <p:spPr>
              <a:xfrm>
                <a:off x="8682282" y="3029365"/>
                <a:ext cx="0" cy="83703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71" name="文字方塊 1270"/>
          <p:cNvSpPr txBox="1"/>
          <p:nvPr/>
        </p:nvSpPr>
        <p:spPr>
          <a:xfrm>
            <a:off x="6978136" y="4397169"/>
            <a:ext cx="638316" cy="329449"/>
          </a:xfrm>
          <a:prstGeom prst="rect">
            <a:avLst/>
          </a:prstGeom>
          <a:solidFill>
            <a:schemeClr val="tx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TW" sz="1541" dirty="0">
                <a:solidFill>
                  <a:schemeClr val="bg1"/>
                </a:solidFill>
              </a:rPr>
              <a:t>PoE2</a:t>
            </a:r>
            <a:endParaRPr lang="zh-TW" altLang="en-US" sz="1541" dirty="0">
              <a:solidFill>
                <a:schemeClr val="bg1"/>
              </a:solidFill>
            </a:endParaRPr>
          </a:p>
        </p:txBody>
      </p:sp>
      <p:sp>
        <p:nvSpPr>
          <p:cNvPr id="1280" name="矩形 1279"/>
          <p:cNvSpPr/>
          <p:nvPr/>
        </p:nvSpPr>
        <p:spPr>
          <a:xfrm>
            <a:off x="6897575" y="2189522"/>
            <a:ext cx="88407" cy="960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sp>
        <p:nvSpPr>
          <p:cNvPr id="1281" name="文字方塊 1280"/>
          <p:cNvSpPr txBox="1"/>
          <p:nvPr/>
        </p:nvSpPr>
        <p:spPr>
          <a:xfrm>
            <a:off x="7035394" y="2079412"/>
            <a:ext cx="805029" cy="329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41" dirty="0"/>
              <a:t>2.5GbE</a:t>
            </a:r>
            <a:endParaRPr lang="zh-TW" altLang="en-US" sz="1541" dirty="0"/>
          </a:p>
        </p:txBody>
      </p:sp>
      <p:sp>
        <p:nvSpPr>
          <p:cNvPr id="1282" name="矩形 1281"/>
          <p:cNvSpPr/>
          <p:nvPr/>
        </p:nvSpPr>
        <p:spPr>
          <a:xfrm>
            <a:off x="6897575" y="2417662"/>
            <a:ext cx="88407" cy="96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>
              <a:solidFill>
                <a:schemeClr val="bg1"/>
              </a:solidFill>
            </a:endParaRPr>
          </a:p>
        </p:txBody>
      </p:sp>
      <p:sp>
        <p:nvSpPr>
          <p:cNvPr id="1283" name="文字方塊 1282"/>
          <p:cNvSpPr txBox="1"/>
          <p:nvPr/>
        </p:nvSpPr>
        <p:spPr>
          <a:xfrm>
            <a:off x="7035394" y="2307552"/>
            <a:ext cx="697627" cy="329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541" dirty="0">
                <a:solidFill>
                  <a:schemeClr val="bg1"/>
                </a:solidFill>
              </a:rPr>
              <a:t>1 </a:t>
            </a:r>
            <a:r>
              <a:rPr lang="en-US" altLang="zh-TW" sz="1541" dirty="0" err="1">
                <a:solidFill>
                  <a:schemeClr val="bg1"/>
                </a:solidFill>
              </a:rPr>
              <a:t>GbE</a:t>
            </a:r>
            <a:endParaRPr lang="zh-TW" altLang="en-US" sz="1541" dirty="0">
              <a:solidFill>
                <a:schemeClr val="bg1"/>
              </a:solidFill>
            </a:endParaRPr>
          </a:p>
        </p:txBody>
      </p:sp>
      <p:sp>
        <p:nvSpPr>
          <p:cNvPr id="1284" name="矩形 1283"/>
          <p:cNvSpPr/>
          <p:nvPr/>
        </p:nvSpPr>
        <p:spPr>
          <a:xfrm>
            <a:off x="9560161" y="5008324"/>
            <a:ext cx="88407" cy="960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/>
          </a:p>
        </p:txBody>
      </p:sp>
      <p:sp>
        <p:nvSpPr>
          <p:cNvPr id="1285" name="文字方塊 1284"/>
          <p:cNvSpPr txBox="1"/>
          <p:nvPr/>
        </p:nvSpPr>
        <p:spPr>
          <a:xfrm>
            <a:off x="9669103" y="4917466"/>
            <a:ext cx="670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/>
              <a:t>2.5GbE</a:t>
            </a:r>
            <a:endParaRPr lang="zh-TW" altLang="en-US" sz="1200" dirty="0"/>
          </a:p>
        </p:txBody>
      </p:sp>
      <p:sp>
        <p:nvSpPr>
          <p:cNvPr id="1286" name="矩形 1285"/>
          <p:cNvSpPr/>
          <p:nvPr/>
        </p:nvSpPr>
        <p:spPr>
          <a:xfrm>
            <a:off x="9560161" y="5236464"/>
            <a:ext cx="88407" cy="96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541">
              <a:solidFill>
                <a:schemeClr val="bg1"/>
              </a:solidFill>
            </a:endParaRPr>
          </a:p>
        </p:txBody>
      </p:sp>
      <p:sp>
        <p:nvSpPr>
          <p:cNvPr id="1287" name="文字方塊 1286"/>
          <p:cNvSpPr txBox="1"/>
          <p:nvPr/>
        </p:nvSpPr>
        <p:spPr>
          <a:xfrm>
            <a:off x="9669103" y="5145606"/>
            <a:ext cx="5854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solidFill>
                  <a:schemeClr val="bg1"/>
                </a:solidFill>
              </a:rPr>
              <a:t>1 </a:t>
            </a:r>
            <a:r>
              <a:rPr lang="en-US" altLang="zh-TW" sz="1200" dirty="0" err="1">
                <a:solidFill>
                  <a:schemeClr val="bg1"/>
                </a:solidFill>
              </a:rPr>
              <a:t>GbE</a:t>
            </a:r>
            <a:endParaRPr lang="zh-TW" altLang="en-US" sz="1200" dirty="0">
              <a:solidFill>
                <a:schemeClr val="bg1"/>
              </a:solidFill>
            </a:endParaRPr>
          </a:p>
        </p:txBody>
      </p:sp>
      <p:sp>
        <p:nvSpPr>
          <p:cNvPr id="1289" name="剪去單一角落矩形 1288"/>
          <p:cNvSpPr/>
          <p:nvPr/>
        </p:nvSpPr>
        <p:spPr>
          <a:xfrm flipH="1">
            <a:off x="9000993" y="4693734"/>
            <a:ext cx="478072" cy="136738"/>
          </a:xfrm>
          <a:prstGeom prst="snip1Rect">
            <a:avLst>
              <a:gd name="adj" fmla="val 3405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sz="700" dirty="0"/>
              <a:t>Switch</a:t>
            </a:r>
            <a:endParaRPr lang="zh-TW" altLang="en-US" sz="771" dirty="0"/>
          </a:p>
        </p:txBody>
      </p:sp>
      <p:sp>
        <p:nvSpPr>
          <p:cNvPr id="1293" name="文字方塊 1292"/>
          <p:cNvSpPr txBox="1"/>
          <p:nvPr/>
        </p:nvSpPr>
        <p:spPr>
          <a:xfrm>
            <a:off x="168468" y="46636"/>
            <a:ext cx="4923143" cy="566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44688" indent="-244688">
              <a:buFont typeface="Wingdings" panose="05000000000000000000" pitchFamily="2" charset="2"/>
              <a:buChar char="n"/>
            </a:pPr>
            <a:r>
              <a:rPr lang="zh-TW" altLang="en-US" sz="1541" dirty="0"/>
              <a:t>可透過</a:t>
            </a:r>
            <a:r>
              <a:rPr lang="en-US" altLang="zh-TW" sz="1541" dirty="0"/>
              <a:t>(1)</a:t>
            </a:r>
            <a:r>
              <a:rPr lang="zh-TW" altLang="en-US" sz="1541" dirty="0"/>
              <a:t>文字</a:t>
            </a:r>
            <a:r>
              <a:rPr lang="en-US" altLang="zh-TW" sz="1541" dirty="0"/>
              <a:t>(2)</a:t>
            </a:r>
            <a:r>
              <a:rPr lang="zh-TW" altLang="en-US" sz="1541" dirty="0"/>
              <a:t>雙色</a:t>
            </a:r>
            <a:r>
              <a:rPr lang="en-US" altLang="zh-TW" sz="1541" dirty="0"/>
              <a:t>(3)</a:t>
            </a:r>
            <a:r>
              <a:rPr lang="zh-TW" altLang="en-US" sz="1541" dirty="0"/>
              <a:t>標線</a:t>
            </a:r>
            <a:r>
              <a:rPr lang="en-US" altLang="zh-TW" sz="1541" dirty="0"/>
              <a:t>(4)</a:t>
            </a:r>
            <a:r>
              <a:rPr lang="zh-TW" altLang="en-US" sz="1541" dirty="0"/>
              <a:t>色塊來標示不同功能</a:t>
            </a:r>
            <a:endParaRPr lang="en-US" altLang="zh-TW" sz="1541" dirty="0"/>
          </a:p>
          <a:p>
            <a:pPr marL="244688" indent="-244688">
              <a:buFont typeface="Wingdings" panose="05000000000000000000" pitchFamily="2" charset="2"/>
              <a:buChar char="n"/>
            </a:pPr>
            <a:r>
              <a:rPr lang="zh-TW" altLang="en-US" sz="1541" dirty="0"/>
              <a:t>產品鎖定的應用須明確，介面不需要過度複雜</a:t>
            </a:r>
          </a:p>
        </p:txBody>
      </p:sp>
      <p:sp>
        <p:nvSpPr>
          <p:cNvPr id="1296" name="直線圖說文字 1 1295"/>
          <p:cNvSpPr/>
          <p:nvPr/>
        </p:nvSpPr>
        <p:spPr>
          <a:xfrm>
            <a:off x="2797014" y="3484035"/>
            <a:ext cx="1023291" cy="217934"/>
          </a:xfrm>
          <a:prstGeom prst="borderCallout1">
            <a:avLst>
              <a:gd name="adj1" fmla="val 97339"/>
              <a:gd name="adj2" fmla="val 53037"/>
              <a:gd name="adj3" fmla="val 512927"/>
              <a:gd name="adj4" fmla="val -161073"/>
            </a:avLst>
          </a:pr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41" dirty="0">
                <a:solidFill>
                  <a:srgbClr val="FF0000"/>
                </a:solidFill>
              </a:rPr>
              <a:t>文字</a:t>
            </a:r>
          </a:p>
        </p:txBody>
      </p:sp>
      <p:cxnSp>
        <p:nvCxnSpPr>
          <p:cNvPr id="1299" name="直線單箭頭接點 1298"/>
          <p:cNvCxnSpPr>
            <a:stCxn id="1296" idx="1"/>
          </p:cNvCxnSpPr>
          <p:nvPr/>
        </p:nvCxnSpPr>
        <p:spPr>
          <a:xfrm flipH="1">
            <a:off x="2393206" y="3701969"/>
            <a:ext cx="915453" cy="8761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0" name="直線圖說文字 1 1299"/>
          <p:cNvSpPr/>
          <p:nvPr/>
        </p:nvSpPr>
        <p:spPr>
          <a:xfrm>
            <a:off x="7697641" y="3469879"/>
            <a:ext cx="1023291" cy="217934"/>
          </a:xfrm>
          <a:prstGeom prst="borderCallout1">
            <a:avLst>
              <a:gd name="adj1" fmla="val 104823"/>
              <a:gd name="adj2" fmla="val 51443"/>
              <a:gd name="adj3" fmla="val 539124"/>
              <a:gd name="adj4" fmla="val 10285"/>
            </a:avLst>
          </a:pr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41" dirty="0">
                <a:solidFill>
                  <a:srgbClr val="FF0000"/>
                </a:solidFill>
              </a:rPr>
              <a:t>標線</a:t>
            </a:r>
          </a:p>
        </p:txBody>
      </p:sp>
      <p:sp>
        <p:nvSpPr>
          <p:cNvPr id="1301" name="直線圖說文字 1 1300"/>
          <p:cNvSpPr/>
          <p:nvPr/>
        </p:nvSpPr>
        <p:spPr>
          <a:xfrm>
            <a:off x="9005925" y="3475892"/>
            <a:ext cx="1023291" cy="217934"/>
          </a:xfrm>
          <a:prstGeom prst="borderCallout1">
            <a:avLst>
              <a:gd name="adj1" fmla="val 101081"/>
              <a:gd name="adj2" fmla="val 49052"/>
              <a:gd name="adj3" fmla="val 569062"/>
              <a:gd name="adj4" fmla="val 27820"/>
            </a:avLst>
          </a:pr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41" dirty="0">
                <a:solidFill>
                  <a:srgbClr val="FF0000"/>
                </a:solidFill>
              </a:rPr>
              <a:t>色塊</a:t>
            </a:r>
          </a:p>
        </p:txBody>
      </p:sp>
      <p:cxnSp>
        <p:nvCxnSpPr>
          <p:cNvPr id="1312" name="直線單箭頭接點 1311"/>
          <p:cNvCxnSpPr>
            <a:stCxn id="1301" idx="1"/>
          </p:cNvCxnSpPr>
          <p:nvPr/>
        </p:nvCxnSpPr>
        <p:spPr>
          <a:xfrm flipH="1">
            <a:off x="7446889" y="3693827"/>
            <a:ext cx="2070681" cy="8091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9" name="直線接點 1688"/>
          <p:cNvCxnSpPr/>
          <p:nvPr/>
        </p:nvCxnSpPr>
        <p:spPr>
          <a:xfrm>
            <a:off x="2536875" y="522870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0" name="直線接點 1689"/>
          <p:cNvCxnSpPr/>
          <p:nvPr/>
        </p:nvCxnSpPr>
        <p:spPr>
          <a:xfrm>
            <a:off x="2578330" y="522870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1" name="直線接點 1690"/>
          <p:cNvCxnSpPr/>
          <p:nvPr/>
        </p:nvCxnSpPr>
        <p:spPr>
          <a:xfrm>
            <a:off x="2619784" y="522869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2" name="直線接點 1691"/>
          <p:cNvCxnSpPr/>
          <p:nvPr/>
        </p:nvCxnSpPr>
        <p:spPr>
          <a:xfrm>
            <a:off x="2661239" y="522869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3" name="直線接點 1692"/>
          <p:cNvCxnSpPr/>
          <p:nvPr/>
        </p:nvCxnSpPr>
        <p:spPr>
          <a:xfrm>
            <a:off x="2702693" y="522869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4" name="直線接點 1693"/>
          <p:cNvCxnSpPr/>
          <p:nvPr/>
        </p:nvCxnSpPr>
        <p:spPr>
          <a:xfrm>
            <a:off x="2744148" y="522869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5" name="直線接點 1694"/>
          <p:cNvCxnSpPr/>
          <p:nvPr/>
        </p:nvCxnSpPr>
        <p:spPr>
          <a:xfrm>
            <a:off x="2785602" y="522869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6" name="直線接點 1695"/>
          <p:cNvCxnSpPr/>
          <p:nvPr/>
        </p:nvCxnSpPr>
        <p:spPr>
          <a:xfrm>
            <a:off x="2827059" y="522869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5" name="直線接點 1704"/>
          <p:cNvCxnSpPr/>
          <p:nvPr/>
        </p:nvCxnSpPr>
        <p:spPr>
          <a:xfrm>
            <a:off x="1928811" y="5233446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6" name="直線接點 1705"/>
          <p:cNvCxnSpPr/>
          <p:nvPr/>
        </p:nvCxnSpPr>
        <p:spPr>
          <a:xfrm>
            <a:off x="1970266" y="5233446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7" name="直線接點 1706"/>
          <p:cNvCxnSpPr/>
          <p:nvPr/>
        </p:nvCxnSpPr>
        <p:spPr>
          <a:xfrm>
            <a:off x="2011720" y="523344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8" name="直線接點 1707"/>
          <p:cNvCxnSpPr/>
          <p:nvPr/>
        </p:nvCxnSpPr>
        <p:spPr>
          <a:xfrm>
            <a:off x="2053175" y="523344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9" name="直線接點 1708"/>
          <p:cNvCxnSpPr/>
          <p:nvPr/>
        </p:nvCxnSpPr>
        <p:spPr>
          <a:xfrm>
            <a:off x="2094629" y="523344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0" name="直線接點 1709"/>
          <p:cNvCxnSpPr/>
          <p:nvPr/>
        </p:nvCxnSpPr>
        <p:spPr>
          <a:xfrm>
            <a:off x="2136084" y="523344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1" name="直線接點 1710"/>
          <p:cNvCxnSpPr/>
          <p:nvPr/>
        </p:nvCxnSpPr>
        <p:spPr>
          <a:xfrm>
            <a:off x="2177538" y="523344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2" name="直線接點 1711"/>
          <p:cNvCxnSpPr/>
          <p:nvPr/>
        </p:nvCxnSpPr>
        <p:spPr>
          <a:xfrm>
            <a:off x="2218995" y="523344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3" name="直線接點 1712"/>
          <p:cNvCxnSpPr/>
          <p:nvPr/>
        </p:nvCxnSpPr>
        <p:spPr>
          <a:xfrm>
            <a:off x="3140176" y="523343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4" name="直線接點 1713"/>
          <p:cNvCxnSpPr/>
          <p:nvPr/>
        </p:nvCxnSpPr>
        <p:spPr>
          <a:xfrm>
            <a:off x="3181631" y="5233432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5" name="直線接點 1714"/>
          <p:cNvCxnSpPr/>
          <p:nvPr/>
        </p:nvCxnSpPr>
        <p:spPr>
          <a:xfrm>
            <a:off x="3223085" y="523343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6" name="直線接點 1715"/>
          <p:cNvCxnSpPr/>
          <p:nvPr/>
        </p:nvCxnSpPr>
        <p:spPr>
          <a:xfrm>
            <a:off x="3264540" y="523343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7" name="直線接點 1716"/>
          <p:cNvCxnSpPr/>
          <p:nvPr/>
        </p:nvCxnSpPr>
        <p:spPr>
          <a:xfrm>
            <a:off x="3305994" y="523343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8" name="直線接點 1717"/>
          <p:cNvCxnSpPr/>
          <p:nvPr/>
        </p:nvCxnSpPr>
        <p:spPr>
          <a:xfrm>
            <a:off x="3347449" y="523343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9" name="直線接點 1718"/>
          <p:cNvCxnSpPr/>
          <p:nvPr/>
        </p:nvCxnSpPr>
        <p:spPr>
          <a:xfrm>
            <a:off x="3388903" y="523343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0" name="直線接點 1719"/>
          <p:cNvCxnSpPr/>
          <p:nvPr/>
        </p:nvCxnSpPr>
        <p:spPr>
          <a:xfrm>
            <a:off x="3430360" y="523343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1" name="直線接點 1720"/>
          <p:cNvCxnSpPr/>
          <p:nvPr/>
        </p:nvCxnSpPr>
        <p:spPr>
          <a:xfrm>
            <a:off x="3743444" y="522546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2" name="直線接點 1721"/>
          <p:cNvCxnSpPr/>
          <p:nvPr/>
        </p:nvCxnSpPr>
        <p:spPr>
          <a:xfrm>
            <a:off x="3784899" y="5225465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3" name="直線接點 1722"/>
          <p:cNvCxnSpPr/>
          <p:nvPr/>
        </p:nvCxnSpPr>
        <p:spPr>
          <a:xfrm>
            <a:off x="3826353" y="522546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4" name="直線接點 1723"/>
          <p:cNvCxnSpPr/>
          <p:nvPr/>
        </p:nvCxnSpPr>
        <p:spPr>
          <a:xfrm>
            <a:off x="3867808" y="522546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5" name="直線接點 1724"/>
          <p:cNvCxnSpPr/>
          <p:nvPr/>
        </p:nvCxnSpPr>
        <p:spPr>
          <a:xfrm>
            <a:off x="3909262" y="522546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6" name="直線接點 1725"/>
          <p:cNvCxnSpPr/>
          <p:nvPr/>
        </p:nvCxnSpPr>
        <p:spPr>
          <a:xfrm>
            <a:off x="3950717" y="522546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7" name="直線接點 1726"/>
          <p:cNvCxnSpPr/>
          <p:nvPr/>
        </p:nvCxnSpPr>
        <p:spPr>
          <a:xfrm>
            <a:off x="3992171" y="522546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8" name="直線接點 1727"/>
          <p:cNvCxnSpPr/>
          <p:nvPr/>
        </p:nvCxnSpPr>
        <p:spPr>
          <a:xfrm>
            <a:off x="4033628" y="522546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9" name="直線接點 1728"/>
          <p:cNvCxnSpPr/>
          <p:nvPr/>
        </p:nvCxnSpPr>
        <p:spPr>
          <a:xfrm>
            <a:off x="4515024" y="521590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0" name="直線接點 1729"/>
          <p:cNvCxnSpPr/>
          <p:nvPr/>
        </p:nvCxnSpPr>
        <p:spPr>
          <a:xfrm>
            <a:off x="4556479" y="521590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1" name="直線接點 1730"/>
          <p:cNvCxnSpPr/>
          <p:nvPr/>
        </p:nvCxnSpPr>
        <p:spPr>
          <a:xfrm>
            <a:off x="4597933" y="521590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2" name="直線接點 1731"/>
          <p:cNvCxnSpPr/>
          <p:nvPr/>
        </p:nvCxnSpPr>
        <p:spPr>
          <a:xfrm>
            <a:off x="4639388" y="521590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3" name="直線接點 1732"/>
          <p:cNvCxnSpPr/>
          <p:nvPr/>
        </p:nvCxnSpPr>
        <p:spPr>
          <a:xfrm>
            <a:off x="4680842" y="521590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4" name="直線接點 1733"/>
          <p:cNvCxnSpPr/>
          <p:nvPr/>
        </p:nvCxnSpPr>
        <p:spPr>
          <a:xfrm>
            <a:off x="4722297" y="521590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5" name="直線接點 1734"/>
          <p:cNvCxnSpPr/>
          <p:nvPr/>
        </p:nvCxnSpPr>
        <p:spPr>
          <a:xfrm>
            <a:off x="4763751" y="521590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6" name="直線接點 1735"/>
          <p:cNvCxnSpPr/>
          <p:nvPr/>
        </p:nvCxnSpPr>
        <p:spPr>
          <a:xfrm>
            <a:off x="4805208" y="521590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7" name="直線接點 1736"/>
          <p:cNvCxnSpPr/>
          <p:nvPr/>
        </p:nvCxnSpPr>
        <p:spPr>
          <a:xfrm>
            <a:off x="5116711" y="521746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8" name="直線接點 1737"/>
          <p:cNvCxnSpPr/>
          <p:nvPr/>
        </p:nvCxnSpPr>
        <p:spPr>
          <a:xfrm>
            <a:off x="5158166" y="521746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9" name="直線接點 1738"/>
          <p:cNvCxnSpPr/>
          <p:nvPr/>
        </p:nvCxnSpPr>
        <p:spPr>
          <a:xfrm>
            <a:off x="5199620" y="521746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0" name="直線接點 1739"/>
          <p:cNvCxnSpPr/>
          <p:nvPr/>
        </p:nvCxnSpPr>
        <p:spPr>
          <a:xfrm>
            <a:off x="5241075" y="521746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1" name="直線接點 1740"/>
          <p:cNvCxnSpPr/>
          <p:nvPr/>
        </p:nvCxnSpPr>
        <p:spPr>
          <a:xfrm>
            <a:off x="5282529" y="521746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2" name="直線接點 1741"/>
          <p:cNvCxnSpPr/>
          <p:nvPr/>
        </p:nvCxnSpPr>
        <p:spPr>
          <a:xfrm>
            <a:off x="5323984" y="521746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3" name="直線接點 1742"/>
          <p:cNvCxnSpPr/>
          <p:nvPr/>
        </p:nvCxnSpPr>
        <p:spPr>
          <a:xfrm>
            <a:off x="5365438" y="521746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4" name="直線接點 1743"/>
          <p:cNvCxnSpPr/>
          <p:nvPr/>
        </p:nvCxnSpPr>
        <p:spPr>
          <a:xfrm>
            <a:off x="5406895" y="521746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5" name="直線接點 1744"/>
          <p:cNvCxnSpPr/>
          <p:nvPr/>
        </p:nvCxnSpPr>
        <p:spPr>
          <a:xfrm>
            <a:off x="6327919" y="520642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6" name="直線接點 1745"/>
          <p:cNvCxnSpPr/>
          <p:nvPr/>
        </p:nvCxnSpPr>
        <p:spPr>
          <a:xfrm>
            <a:off x="6369374" y="520642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7" name="直線接點 1746"/>
          <p:cNvCxnSpPr/>
          <p:nvPr/>
        </p:nvCxnSpPr>
        <p:spPr>
          <a:xfrm>
            <a:off x="6410828" y="520642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8" name="直線接點 1747"/>
          <p:cNvCxnSpPr/>
          <p:nvPr/>
        </p:nvCxnSpPr>
        <p:spPr>
          <a:xfrm>
            <a:off x="6452283" y="520642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9" name="直線接點 1748"/>
          <p:cNvCxnSpPr/>
          <p:nvPr/>
        </p:nvCxnSpPr>
        <p:spPr>
          <a:xfrm>
            <a:off x="6493737" y="520642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0" name="直線接點 1749"/>
          <p:cNvCxnSpPr/>
          <p:nvPr/>
        </p:nvCxnSpPr>
        <p:spPr>
          <a:xfrm>
            <a:off x="6535192" y="520642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1" name="直線接點 1750"/>
          <p:cNvCxnSpPr/>
          <p:nvPr/>
        </p:nvCxnSpPr>
        <p:spPr>
          <a:xfrm>
            <a:off x="6576646" y="520642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2" name="直線接點 1751"/>
          <p:cNvCxnSpPr/>
          <p:nvPr/>
        </p:nvCxnSpPr>
        <p:spPr>
          <a:xfrm>
            <a:off x="6618103" y="5206428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3" name="直線接點 1752"/>
          <p:cNvCxnSpPr/>
          <p:nvPr/>
        </p:nvCxnSpPr>
        <p:spPr>
          <a:xfrm>
            <a:off x="5732561" y="520981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4" name="直線接點 1753"/>
          <p:cNvCxnSpPr/>
          <p:nvPr/>
        </p:nvCxnSpPr>
        <p:spPr>
          <a:xfrm>
            <a:off x="5774016" y="520981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5" name="直線接點 1754"/>
          <p:cNvCxnSpPr/>
          <p:nvPr/>
        </p:nvCxnSpPr>
        <p:spPr>
          <a:xfrm>
            <a:off x="5815470" y="520980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6" name="直線接點 1755"/>
          <p:cNvCxnSpPr/>
          <p:nvPr/>
        </p:nvCxnSpPr>
        <p:spPr>
          <a:xfrm>
            <a:off x="5856925" y="520980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7" name="直線接點 1756"/>
          <p:cNvCxnSpPr/>
          <p:nvPr/>
        </p:nvCxnSpPr>
        <p:spPr>
          <a:xfrm>
            <a:off x="5898379" y="520980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8" name="直線接點 1757"/>
          <p:cNvCxnSpPr/>
          <p:nvPr/>
        </p:nvCxnSpPr>
        <p:spPr>
          <a:xfrm>
            <a:off x="5939834" y="520980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9" name="直線接點 1758"/>
          <p:cNvCxnSpPr/>
          <p:nvPr/>
        </p:nvCxnSpPr>
        <p:spPr>
          <a:xfrm>
            <a:off x="5981288" y="520980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0" name="直線接點 1759"/>
          <p:cNvCxnSpPr/>
          <p:nvPr/>
        </p:nvCxnSpPr>
        <p:spPr>
          <a:xfrm>
            <a:off x="6022745" y="520980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1" name="直線接點 1760"/>
          <p:cNvCxnSpPr/>
          <p:nvPr/>
        </p:nvCxnSpPr>
        <p:spPr>
          <a:xfrm>
            <a:off x="7134462" y="520981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2" name="直線接點 1761"/>
          <p:cNvCxnSpPr/>
          <p:nvPr/>
        </p:nvCxnSpPr>
        <p:spPr>
          <a:xfrm>
            <a:off x="7175917" y="520981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3" name="直線接點 1762"/>
          <p:cNvCxnSpPr/>
          <p:nvPr/>
        </p:nvCxnSpPr>
        <p:spPr>
          <a:xfrm>
            <a:off x="7217371" y="520980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4" name="直線接點 1763"/>
          <p:cNvCxnSpPr/>
          <p:nvPr/>
        </p:nvCxnSpPr>
        <p:spPr>
          <a:xfrm>
            <a:off x="7258826" y="520980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5" name="直線接點 1764"/>
          <p:cNvCxnSpPr/>
          <p:nvPr/>
        </p:nvCxnSpPr>
        <p:spPr>
          <a:xfrm>
            <a:off x="7300280" y="520980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6" name="直線接點 1765"/>
          <p:cNvCxnSpPr/>
          <p:nvPr/>
        </p:nvCxnSpPr>
        <p:spPr>
          <a:xfrm>
            <a:off x="7341735" y="520980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7" name="直線接點 1766"/>
          <p:cNvCxnSpPr/>
          <p:nvPr/>
        </p:nvCxnSpPr>
        <p:spPr>
          <a:xfrm>
            <a:off x="7383189" y="520980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8" name="直線接點 1767"/>
          <p:cNvCxnSpPr/>
          <p:nvPr/>
        </p:nvCxnSpPr>
        <p:spPr>
          <a:xfrm>
            <a:off x="7424646" y="520980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9" name="直線接點 1768"/>
          <p:cNvCxnSpPr/>
          <p:nvPr/>
        </p:nvCxnSpPr>
        <p:spPr>
          <a:xfrm>
            <a:off x="7739448" y="520449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0" name="直線接點 1769"/>
          <p:cNvCxnSpPr/>
          <p:nvPr/>
        </p:nvCxnSpPr>
        <p:spPr>
          <a:xfrm>
            <a:off x="7780903" y="5204491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1" name="直線接點 1770"/>
          <p:cNvCxnSpPr/>
          <p:nvPr/>
        </p:nvCxnSpPr>
        <p:spPr>
          <a:xfrm>
            <a:off x="7822357" y="520449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2" name="直線接點 1771"/>
          <p:cNvCxnSpPr/>
          <p:nvPr/>
        </p:nvCxnSpPr>
        <p:spPr>
          <a:xfrm>
            <a:off x="7863812" y="520449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3" name="直線接點 1772"/>
          <p:cNvCxnSpPr/>
          <p:nvPr/>
        </p:nvCxnSpPr>
        <p:spPr>
          <a:xfrm>
            <a:off x="7905266" y="520449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4" name="直線接點 1773"/>
          <p:cNvCxnSpPr/>
          <p:nvPr/>
        </p:nvCxnSpPr>
        <p:spPr>
          <a:xfrm>
            <a:off x="7946721" y="520449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5" name="直線接點 1774"/>
          <p:cNvCxnSpPr/>
          <p:nvPr/>
        </p:nvCxnSpPr>
        <p:spPr>
          <a:xfrm>
            <a:off x="7988175" y="520449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6" name="直線接點 1775"/>
          <p:cNvCxnSpPr/>
          <p:nvPr/>
        </p:nvCxnSpPr>
        <p:spPr>
          <a:xfrm>
            <a:off x="8029632" y="520449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7" name="直線接點 1776"/>
          <p:cNvCxnSpPr/>
          <p:nvPr/>
        </p:nvCxnSpPr>
        <p:spPr>
          <a:xfrm>
            <a:off x="8351197" y="520981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8" name="直線接點 1777"/>
          <p:cNvCxnSpPr/>
          <p:nvPr/>
        </p:nvCxnSpPr>
        <p:spPr>
          <a:xfrm>
            <a:off x="8392652" y="5209810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9" name="直線接點 1778"/>
          <p:cNvCxnSpPr/>
          <p:nvPr/>
        </p:nvCxnSpPr>
        <p:spPr>
          <a:xfrm>
            <a:off x="8434106" y="520980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0" name="直線接點 1779"/>
          <p:cNvCxnSpPr/>
          <p:nvPr/>
        </p:nvCxnSpPr>
        <p:spPr>
          <a:xfrm>
            <a:off x="8475561" y="520980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1" name="直線接點 1780"/>
          <p:cNvCxnSpPr/>
          <p:nvPr/>
        </p:nvCxnSpPr>
        <p:spPr>
          <a:xfrm>
            <a:off x="8517015" y="520980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2" name="直線接點 1781"/>
          <p:cNvCxnSpPr/>
          <p:nvPr/>
        </p:nvCxnSpPr>
        <p:spPr>
          <a:xfrm>
            <a:off x="8558470" y="520980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3" name="直線接點 1782"/>
          <p:cNvCxnSpPr/>
          <p:nvPr/>
        </p:nvCxnSpPr>
        <p:spPr>
          <a:xfrm>
            <a:off x="8599924" y="520980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4" name="直線接點 1783"/>
          <p:cNvCxnSpPr/>
          <p:nvPr/>
        </p:nvCxnSpPr>
        <p:spPr>
          <a:xfrm>
            <a:off x="8641381" y="5209809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5" name="直線接點 1784"/>
          <p:cNvCxnSpPr/>
          <p:nvPr/>
        </p:nvCxnSpPr>
        <p:spPr>
          <a:xfrm>
            <a:off x="8948645" y="520191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6" name="直線接點 1785"/>
          <p:cNvCxnSpPr/>
          <p:nvPr/>
        </p:nvCxnSpPr>
        <p:spPr>
          <a:xfrm>
            <a:off x="8990100" y="5201914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7" name="直線接點 1786"/>
          <p:cNvCxnSpPr/>
          <p:nvPr/>
        </p:nvCxnSpPr>
        <p:spPr>
          <a:xfrm>
            <a:off x="9031554" y="520191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8" name="直線接點 1787"/>
          <p:cNvCxnSpPr/>
          <p:nvPr/>
        </p:nvCxnSpPr>
        <p:spPr>
          <a:xfrm>
            <a:off x="9073009" y="520191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9" name="直線接點 1788"/>
          <p:cNvCxnSpPr/>
          <p:nvPr/>
        </p:nvCxnSpPr>
        <p:spPr>
          <a:xfrm>
            <a:off x="9114463" y="520191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0" name="直線接點 1789"/>
          <p:cNvCxnSpPr/>
          <p:nvPr/>
        </p:nvCxnSpPr>
        <p:spPr>
          <a:xfrm>
            <a:off x="9155918" y="520191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1" name="直線接點 1790"/>
          <p:cNvCxnSpPr/>
          <p:nvPr/>
        </p:nvCxnSpPr>
        <p:spPr>
          <a:xfrm>
            <a:off x="9197372" y="520191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2" name="直線接點 1791"/>
          <p:cNvCxnSpPr/>
          <p:nvPr/>
        </p:nvCxnSpPr>
        <p:spPr>
          <a:xfrm>
            <a:off x="9238829" y="5201913"/>
            <a:ext cx="0" cy="86219"/>
          </a:xfrm>
          <a:prstGeom prst="line">
            <a:avLst/>
          </a:prstGeom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5" name="直線單箭頭接點 1304"/>
          <p:cNvCxnSpPr>
            <a:stCxn id="1297" idx="1"/>
          </p:cNvCxnSpPr>
          <p:nvPr/>
        </p:nvCxnSpPr>
        <p:spPr>
          <a:xfrm>
            <a:off x="6576927" y="3666737"/>
            <a:ext cx="704540" cy="17336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7" name="直線圖說文字 1 1296"/>
          <p:cNvSpPr/>
          <p:nvPr/>
        </p:nvSpPr>
        <p:spPr>
          <a:xfrm>
            <a:off x="6065282" y="3448803"/>
            <a:ext cx="1023291" cy="217934"/>
          </a:xfrm>
          <a:prstGeom prst="borderCallout1">
            <a:avLst>
              <a:gd name="adj1" fmla="val 101081"/>
              <a:gd name="adj2" fmla="val 49849"/>
              <a:gd name="adj3" fmla="val 935808"/>
              <a:gd name="adj4" fmla="val -23190"/>
            </a:avLst>
          </a:pr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541" dirty="0">
                <a:solidFill>
                  <a:srgbClr val="FF0000"/>
                </a:solidFill>
              </a:rPr>
              <a:t>雙色兩色</a:t>
            </a:r>
          </a:p>
        </p:txBody>
      </p:sp>
    </p:spTree>
    <p:extLst>
      <p:ext uri="{BB962C8B-B14F-4D97-AF65-F5344CB8AC3E}">
        <p14:creationId xmlns:p14="http://schemas.microsoft.com/office/powerpoint/2010/main" val="3681437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/>
          <p:cNvGraphicFramePr>
            <a:graphicFrameLocks noGrp="1"/>
          </p:cNvGraphicFramePr>
          <p:nvPr>
            <p:extLst/>
          </p:nvPr>
        </p:nvGraphicFramePr>
        <p:xfrm>
          <a:off x="522765" y="1191079"/>
          <a:ext cx="9385575" cy="33166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8951">
                  <a:extLst>
                    <a:ext uri="{9D8B030D-6E8A-4147-A177-3AD203B41FA5}">
                      <a16:colId xmlns:a16="http://schemas.microsoft.com/office/drawing/2014/main" val="295208425"/>
                    </a:ext>
                  </a:extLst>
                </a:gridCol>
                <a:gridCol w="668280">
                  <a:extLst>
                    <a:ext uri="{9D8B030D-6E8A-4147-A177-3AD203B41FA5}">
                      <a16:colId xmlns:a16="http://schemas.microsoft.com/office/drawing/2014/main" val="1130991038"/>
                    </a:ext>
                  </a:extLst>
                </a:gridCol>
                <a:gridCol w="1152684">
                  <a:extLst>
                    <a:ext uri="{9D8B030D-6E8A-4147-A177-3AD203B41FA5}">
                      <a16:colId xmlns:a16="http://schemas.microsoft.com/office/drawing/2014/main" val="3809138187"/>
                    </a:ext>
                  </a:extLst>
                </a:gridCol>
                <a:gridCol w="1163558">
                  <a:extLst>
                    <a:ext uri="{9D8B030D-6E8A-4147-A177-3AD203B41FA5}">
                      <a16:colId xmlns:a16="http://schemas.microsoft.com/office/drawing/2014/main" val="2664270453"/>
                    </a:ext>
                  </a:extLst>
                </a:gridCol>
                <a:gridCol w="4752102">
                  <a:extLst>
                    <a:ext uri="{9D8B030D-6E8A-4147-A177-3AD203B41FA5}">
                      <a16:colId xmlns:a16="http://schemas.microsoft.com/office/drawing/2014/main" val="2109357789"/>
                    </a:ext>
                  </a:extLst>
                </a:gridCol>
              </a:tblGrid>
              <a:tr h="317532">
                <a:tc rowSpan="2">
                  <a:txBody>
                    <a:bodyPr/>
                    <a:lstStyle/>
                    <a:p>
                      <a:r>
                        <a:rPr lang="en-US" altLang="zh-TW" sz="1300" dirty="0"/>
                        <a:t>Type</a:t>
                      </a:r>
                      <a:endParaRPr lang="zh-TW" altLang="en-US" sz="1300" dirty="0"/>
                    </a:p>
                  </a:txBody>
                  <a:tcPr marL="78296" marR="78296" marT="39148" marB="39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zh-TW" sz="1300" dirty="0"/>
                        <a:t>Color</a:t>
                      </a:r>
                      <a:endParaRPr lang="zh-TW" altLang="en-US" sz="1300" dirty="0"/>
                    </a:p>
                  </a:txBody>
                  <a:tcPr marL="78296" marR="78296" marT="39148" marB="39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TW" sz="1300" dirty="0"/>
                        <a:t>Format</a:t>
                      </a:r>
                      <a:endParaRPr lang="zh-TW" altLang="en-US" sz="1300" dirty="0"/>
                    </a:p>
                  </a:txBody>
                  <a:tcPr marL="78296" marR="78296" marT="39148" marB="39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7119994"/>
                  </a:ext>
                </a:extLst>
              </a:tr>
              <a:tr h="317532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300" dirty="0"/>
                        <a:t>粗細</a:t>
                      </a:r>
                      <a:r>
                        <a:rPr lang="en-US" altLang="zh-TW" sz="1300" dirty="0"/>
                        <a:t>(</a:t>
                      </a:r>
                      <a:r>
                        <a:rPr lang="zh-TW" altLang="en-US" sz="1300" dirty="0"/>
                        <a:t>頻寬</a:t>
                      </a:r>
                      <a:r>
                        <a:rPr lang="en-US" altLang="zh-TW" sz="1300" dirty="0"/>
                        <a:t>)</a:t>
                      </a:r>
                      <a:endParaRPr lang="zh-TW" altLang="en-US" sz="1300" dirty="0"/>
                    </a:p>
                  </a:txBody>
                  <a:tcPr marL="78296" marR="78296" marT="39148" marB="39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300" dirty="0"/>
                        <a:t>虛實</a:t>
                      </a:r>
                      <a:r>
                        <a:rPr lang="en-US" altLang="zh-TW" sz="1300" dirty="0"/>
                        <a:t>(Option)</a:t>
                      </a:r>
                      <a:endParaRPr lang="zh-TW" altLang="en-US" sz="1300" dirty="0"/>
                    </a:p>
                  </a:txBody>
                  <a:tcPr marL="78296" marR="78296" marT="39148" marB="39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300" dirty="0"/>
                        <a:t>箭頭</a:t>
                      </a:r>
                      <a:r>
                        <a:rPr lang="en-US" altLang="zh-TW" sz="1300" dirty="0"/>
                        <a:t>(</a:t>
                      </a:r>
                      <a:r>
                        <a:rPr lang="zh-TW" altLang="en-US" sz="1300" dirty="0"/>
                        <a:t>雙向無箭頭，強調方向可加箭頭</a:t>
                      </a:r>
                      <a:r>
                        <a:rPr lang="en-US" altLang="zh-TW" sz="1300" dirty="0"/>
                        <a:t>Host to device)</a:t>
                      </a:r>
                      <a:endParaRPr lang="zh-TW" altLang="en-US" sz="1300" dirty="0"/>
                    </a:p>
                  </a:txBody>
                  <a:tcPr marL="78296" marR="78296" marT="39148" marB="39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5339441"/>
                  </a:ext>
                </a:extLst>
              </a:tr>
              <a:tr h="905727">
                <a:tc>
                  <a:txBody>
                    <a:bodyPr/>
                    <a:lstStyle/>
                    <a:p>
                      <a:r>
                        <a:rPr lang="en-US" altLang="zh-TW" sz="1300" b="1" dirty="0"/>
                        <a:t>Data</a:t>
                      </a:r>
                    </a:p>
                    <a:p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TW" sz="14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PCIe</a:t>
                      </a: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USB, HDMI, SATA, Memory</a:t>
                      </a:r>
                      <a:r>
                        <a:rPr lang="en-US" altLang="zh-TW" sz="1400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BIOS </a:t>
                      </a:r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Flash)</a:t>
                      </a:r>
                      <a:endParaRPr lang="zh-TW" altLang="en-US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8296" marR="78296" marT="39148" marB="39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300" dirty="0"/>
                        <a:t>Black</a:t>
                      </a:r>
                      <a:endParaRPr lang="zh-TW" altLang="en-US" sz="1300" dirty="0"/>
                    </a:p>
                  </a:txBody>
                  <a:tcPr marL="78296" marR="78296" marT="39148" marB="39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endParaRPr lang="en-US" altLang="zh-TW" sz="1300" dirty="0"/>
                    </a:p>
                    <a:p>
                      <a:endParaRPr lang="en-US" altLang="zh-TW" sz="1300" dirty="0"/>
                    </a:p>
                    <a:p>
                      <a:endParaRPr lang="en-US" altLang="zh-TW" sz="1300" dirty="0"/>
                    </a:p>
                    <a:p>
                      <a:endParaRPr lang="zh-TW" altLang="en-US" sz="1300" dirty="0"/>
                    </a:p>
                  </a:txBody>
                  <a:tcPr marL="78296" marR="78296" marT="39148" marB="39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6790129"/>
                  </a:ext>
                </a:extLst>
              </a:tr>
              <a:tr h="882564">
                <a:tc>
                  <a:txBody>
                    <a:bodyPr/>
                    <a:lstStyle/>
                    <a:p>
                      <a:r>
                        <a:rPr lang="en-US" altLang="zh-TW" sz="1300" b="1" dirty="0"/>
                        <a:t>Control</a:t>
                      </a:r>
                    </a:p>
                    <a:p>
                      <a:r>
                        <a:rPr lang="en-US" altLang="zh-TW" sz="1400" dirty="0"/>
                        <a:t>(I2C,</a:t>
                      </a:r>
                      <a:r>
                        <a:rPr lang="en-US" altLang="zh-TW" sz="1400" baseline="0" dirty="0"/>
                        <a:t> </a:t>
                      </a:r>
                      <a:r>
                        <a:rPr lang="en-US" altLang="zh-TW" sz="1400" baseline="0" dirty="0" err="1"/>
                        <a:t>SMbus</a:t>
                      </a:r>
                      <a:r>
                        <a:rPr lang="en-US" altLang="zh-TW" sz="1400" baseline="0" dirty="0"/>
                        <a:t>,</a:t>
                      </a:r>
                    </a:p>
                    <a:p>
                      <a:r>
                        <a:rPr lang="en-US" altLang="zh-TW" sz="1400" baseline="0" dirty="0"/>
                        <a:t> SPI, </a:t>
                      </a:r>
                      <a:r>
                        <a:rPr lang="en-US" altLang="zh-TW" sz="1400" baseline="0" dirty="0" err="1"/>
                        <a:t>eSPI</a:t>
                      </a:r>
                      <a:r>
                        <a:rPr lang="en-US" altLang="zh-TW" sz="1400" baseline="0" dirty="0"/>
                        <a:t>, UART)</a:t>
                      </a:r>
                      <a:endParaRPr lang="zh-TW" altLang="en-US" sz="1400" dirty="0"/>
                    </a:p>
                  </a:txBody>
                  <a:tcPr marL="78296" marR="78296" marT="39148" marB="39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300" dirty="0"/>
                        <a:t>Blue</a:t>
                      </a:r>
                      <a:endParaRPr lang="zh-TW" altLang="en-US" sz="1300" dirty="0"/>
                    </a:p>
                  </a:txBody>
                  <a:tcPr marL="78296" marR="78296" marT="39148" marB="39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endParaRPr lang="en-US" altLang="zh-TW" sz="1300" dirty="0"/>
                    </a:p>
                    <a:p>
                      <a:endParaRPr lang="en-US" altLang="zh-TW" sz="1300" dirty="0"/>
                    </a:p>
                    <a:p>
                      <a:endParaRPr lang="en-US" altLang="zh-TW" sz="1300" dirty="0"/>
                    </a:p>
                    <a:p>
                      <a:endParaRPr lang="zh-TW" altLang="en-US" sz="1300" dirty="0"/>
                    </a:p>
                  </a:txBody>
                  <a:tcPr marL="78296" marR="78296" marT="39148" marB="39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66599"/>
                  </a:ext>
                </a:extLst>
              </a:tr>
              <a:tr h="882564">
                <a:tc>
                  <a:txBody>
                    <a:bodyPr/>
                    <a:lstStyle/>
                    <a:p>
                      <a:r>
                        <a:rPr lang="en-US" altLang="zh-TW" sz="1300" b="1" dirty="0"/>
                        <a:t>Power</a:t>
                      </a:r>
                    </a:p>
                    <a:p>
                      <a:r>
                        <a:rPr lang="en-US" altLang="zh-TW" sz="14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(54V input)</a:t>
                      </a:r>
                      <a:endParaRPr lang="zh-TW" altLang="en-US" sz="14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8296" marR="78296" marT="39148" marB="39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300" dirty="0"/>
                        <a:t>Red</a:t>
                      </a:r>
                      <a:endParaRPr lang="zh-TW" altLang="en-US" sz="1300" dirty="0"/>
                    </a:p>
                  </a:txBody>
                  <a:tcPr marL="78296" marR="78296" marT="39148" marB="39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endParaRPr lang="en-US" altLang="zh-TW" sz="1300" dirty="0"/>
                    </a:p>
                    <a:p>
                      <a:endParaRPr lang="en-US" altLang="zh-TW" sz="1300" dirty="0"/>
                    </a:p>
                    <a:p>
                      <a:endParaRPr lang="en-US" altLang="zh-TW" sz="1300" dirty="0"/>
                    </a:p>
                    <a:p>
                      <a:endParaRPr lang="zh-TW" altLang="en-US" sz="1300" dirty="0"/>
                    </a:p>
                  </a:txBody>
                  <a:tcPr marL="78296" marR="78296" marT="39148" marB="3914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407073"/>
                  </a:ext>
                </a:extLst>
              </a:tr>
            </a:tbl>
          </a:graphicData>
        </a:graphic>
      </p:graphicFrame>
      <p:cxnSp>
        <p:nvCxnSpPr>
          <p:cNvPr id="13" name="直線單箭頭接點 12"/>
          <p:cNvCxnSpPr/>
          <p:nvPr/>
        </p:nvCxnSpPr>
        <p:spPr>
          <a:xfrm flipV="1">
            <a:off x="4472387" y="4426117"/>
            <a:ext cx="3096231" cy="0"/>
          </a:xfrm>
          <a:prstGeom prst="straightConnector1">
            <a:avLst/>
          </a:prstGeom>
          <a:ln w="952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/>
          <p:nvPr/>
        </p:nvCxnSpPr>
        <p:spPr>
          <a:xfrm flipV="1">
            <a:off x="4472387" y="3031478"/>
            <a:ext cx="3096231" cy="0"/>
          </a:xfrm>
          <a:prstGeom prst="straightConnector1">
            <a:avLst/>
          </a:prstGeom>
          <a:ln w="95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/>
          <p:nvPr/>
        </p:nvCxnSpPr>
        <p:spPr>
          <a:xfrm flipV="1">
            <a:off x="4472387" y="3178282"/>
            <a:ext cx="3096231" cy="0"/>
          </a:xfrm>
          <a:prstGeom prst="straightConnector1">
            <a:avLst/>
          </a:prstGeom>
          <a:ln w="952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V="1">
            <a:off x="4472387" y="3471891"/>
            <a:ext cx="3096231" cy="0"/>
          </a:xfrm>
          <a:prstGeom prst="straightConnector1">
            <a:avLst/>
          </a:prstGeom>
          <a:ln w="9525">
            <a:solidFill>
              <a:srgbClr val="0070C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V="1">
            <a:off x="4472387" y="4156976"/>
            <a:ext cx="3096231" cy="0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V="1">
            <a:off x="4472387" y="3325087"/>
            <a:ext cx="3096231" cy="0"/>
          </a:xfrm>
          <a:prstGeom prst="straightConnector1">
            <a:avLst/>
          </a:prstGeom>
          <a:ln w="9525"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/>
          <p:nvPr/>
        </p:nvCxnSpPr>
        <p:spPr>
          <a:xfrm flipV="1">
            <a:off x="4472387" y="2101719"/>
            <a:ext cx="3096231" cy="0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V="1">
            <a:off x="4472387" y="2607378"/>
            <a:ext cx="3096231" cy="0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/>
          <p:cNvCxnSpPr/>
          <p:nvPr/>
        </p:nvCxnSpPr>
        <p:spPr>
          <a:xfrm flipV="1">
            <a:off x="4472387" y="2270272"/>
            <a:ext cx="309623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/>
          <p:nvPr/>
        </p:nvCxnSpPr>
        <p:spPr>
          <a:xfrm flipV="1">
            <a:off x="4472387" y="2438825"/>
            <a:ext cx="3096231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5"/>
          <p:cNvCxnSpPr/>
          <p:nvPr/>
        </p:nvCxnSpPr>
        <p:spPr>
          <a:xfrm flipV="1">
            <a:off x="4472387" y="1971227"/>
            <a:ext cx="3096231" cy="0"/>
          </a:xfrm>
          <a:prstGeom prst="straightConnector1">
            <a:avLst/>
          </a:prstGeom>
          <a:ln w="952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/>
          <p:cNvSpPr txBox="1"/>
          <p:nvPr/>
        </p:nvSpPr>
        <p:spPr>
          <a:xfrm flipH="1">
            <a:off x="7618418" y="1838186"/>
            <a:ext cx="1713579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99" dirty="0"/>
              <a:t>HDMI/ </a:t>
            </a:r>
            <a:r>
              <a:rPr lang="en-US" altLang="zh-TW" sz="1199" dirty="0" err="1"/>
              <a:t>PCIe</a:t>
            </a:r>
            <a:r>
              <a:rPr lang="en-US" altLang="zh-TW" sz="1199" dirty="0"/>
              <a:t> slot</a:t>
            </a:r>
            <a:endParaRPr lang="zh-TW" altLang="en-US" sz="1199" dirty="0"/>
          </a:p>
        </p:txBody>
      </p:sp>
      <p:sp>
        <p:nvSpPr>
          <p:cNvPr id="28" name="文字方塊 27"/>
          <p:cNvSpPr txBox="1"/>
          <p:nvPr/>
        </p:nvSpPr>
        <p:spPr>
          <a:xfrm flipH="1">
            <a:off x="7618418" y="2104190"/>
            <a:ext cx="1713579" cy="461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99" dirty="0" err="1"/>
              <a:t>PCIe</a:t>
            </a:r>
            <a:r>
              <a:rPr lang="en-US" altLang="zh-TW" sz="1199" dirty="0"/>
              <a:t>, USB, SATA, Memory, BIOS</a:t>
            </a:r>
            <a:endParaRPr lang="zh-TW" altLang="en-US" sz="1199" dirty="0"/>
          </a:p>
        </p:txBody>
      </p:sp>
      <p:sp>
        <p:nvSpPr>
          <p:cNvPr id="29" name="文字方塊 28"/>
          <p:cNvSpPr txBox="1"/>
          <p:nvPr/>
        </p:nvSpPr>
        <p:spPr>
          <a:xfrm flipH="1">
            <a:off x="7618418" y="3035544"/>
            <a:ext cx="1931066" cy="461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99" dirty="0"/>
              <a:t>I2C, </a:t>
            </a:r>
            <a:r>
              <a:rPr lang="en-US" altLang="zh-TW" sz="1199" dirty="0" err="1"/>
              <a:t>SMbus</a:t>
            </a:r>
            <a:r>
              <a:rPr lang="en-US" altLang="zh-TW" sz="1199" dirty="0"/>
              <a:t>, SPI, </a:t>
            </a:r>
            <a:r>
              <a:rPr lang="en-US" altLang="zh-TW" sz="1199" dirty="0" err="1"/>
              <a:t>eSPI</a:t>
            </a:r>
            <a:r>
              <a:rPr lang="en-US" altLang="zh-TW" sz="1199" dirty="0"/>
              <a:t>, UART </a:t>
            </a:r>
            <a:endParaRPr lang="zh-TW" altLang="en-US" sz="1199" dirty="0"/>
          </a:p>
        </p:txBody>
      </p:sp>
      <p:sp>
        <p:nvSpPr>
          <p:cNvPr id="31" name="文字方塊 30"/>
          <p:cNvSpPr txBox="1"/>
          <p:nvPr/>
        </p:nvSpPr>
        <p:spPr>
          <a:xfrm flipH="1">
            <a:off x="7618418" y="4025209"/>
            <a:ext cx="1931066" cy="27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99" dirty="0"/>
              <a:t>54V input</a:t>
            </a:r>
            <a:endParaRPr lang="zh-TW" altLang="en-US" sz="1199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1124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64461" y="1248457"/>
            <a:ext cx="221933" cy="795530"/>
          </a:xfrm>
          <a:prstGeom prst="rect">
            <a:avLst/>
          </a:prstGeom>
          <a:solidFill>
            <a:srgbClr val="FFCC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 2"/>
          <p:cNvSpPr/>
          <p:nvPr/>
        </p:nvSpPr>
        <p:spPr>
          <a:xfrm>
            <a:off x="889070" y="1071295"/>
            <a:ext cx="6444614" cy="275941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/>
          <p:cNvSpPr/>
          <p:nvPr/>
        </p:nvSpPr>
        <p:spPr>
          <a:xfrm>
            <a:off x="889069" y="1135096"/>
            <a:ext cx="6273339" cy="2636520"/>
          </a:xfrm>
          <a:prstGeom prst="rect">
            <a:avLst/>
          </a:prstGeom>
          <a:solidFill>
            <a:srgbClr val="00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667531" y="2076720"/>
            <a:ext cx="221933" cy="1582676"/>
          </a:xfrm>
          <a:prstGeom prst="rect">
            <a:avLst/>
          </a:prstGeom>
          <a:solidFill>
            <a:srgbClr val="FFCC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" name="群組 5"/>
          <p:cNvGrpSpPr/>
          <p:nvPr/>
        </p:nvGrpSpPr>
        <p:grpSpPr>
          <a:xfrm>
            <a:off x="5458593" y="1516302"/>
            <a:ext cx="2029938" cy="704850"/>
            <a:chOff x="3482340" y="441325"/>
            <a:chExt cx="2029938" cy="704850"/>
          </a:xfrm>
        </p:grpSpPr>
        <p:grpSp>
          <p:nvGrpSpPr>
            <p:cNvPr id="7" name="群組 6"/>
            <p:cNvGrpSpPr/>
            <p:nvPr/>
          </p:nvGrpSpPr>
          <p:grpSpPr>
            <a:xfrm>
              <a:off x="3623093" y="441325"/>
              <a:ext cx="1889185" cy="704850"/>
              <a:chOff x="3623093" y="441325"/>
              <a:chExt cx="1889185" cy="704850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3623093" y="474452"/>
                <a:ext cx="1889185" cy="6383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5365750" y="441325"/>
                <a:ext cx="68892" cy="70485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橢圓 11"/>
              <p:cNvSpPr>
                <a:spLocks noChangeAspect="1"/>
              </p:cNvSpPr>
              <p:nvPr/>
            </p:nvSpPr>
            <p:spPr>
              <a:xfrm>
                <a:off x="5085980" y="561975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橢圓 12"/>
              <p:cNvSpPr>
                <a:spLocks noChangeAspect="1"/>
              </p:cNvSpPr>
              <p:nvPr/>
            </p:nvSpPr>
            <p:spPr>
              <a:xfrm>
                <a:off x="5085532" y="746346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" name="橢圓 13"/>
              <p:cNvSpPr>
                <a:spLocks noChangeAspect="1"/>
              </p:cNvSpPr>
              <p:nvPr/>
            </p:nvSpPr>
            <p:spPr>
              <a:xfrm>
                <a:off x="5085080" y="930718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橢圓 14"/>
              <p:cNvSpPr>
                <a:spLocks noChangeAspect="1"/>
              </p:cNvSpPr>
              <p:nvPr/>
            </p:nvSpPr>
            <p:spPr>
              <a:xfrm>
                <a:off x="4835864" y="561975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橢圓 15"/>
              <p:cNvSpPr>
                <a:spLocks noChangeAspect="1"/>
              </p:cNvSpPr>
              <p:nvPr/>
            </p:nvSpPr>
            <p:spPr>
              <a:xfrm>
                <a:off x="4835416" y="746346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7" name="橢圓 16"/>
              <p:cNvSpPr>
                <a:spLocks noChangeAspect="1"/>
              </p:cNvSpPr>
              <p:nvPr/>
            </p:nvSpPr>
            <p:spPr>
              <a:xfrm>
                <a:off x="4834968" y="930718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橢圓 17"/>
              <p:cNvSpPr>
                <a:spLocks noChangeAspect="1"/>
              </p:cNvSpPr>
              <p:nvPr/>
            </p:nvSpPr>
            <p:spPr>
              <a:xfrm>
                <a:off x="3835400" y="561975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橢圓 18"/>
              <p:cNvSpPr>
                <a:spLocks noChangeAspect="1"/>
              </p:cNvSpPr>
              <p:nvPr/>
            </p:nvSpPr>
            <p:spPr>
              <a:xfrm>
                <a:off x="3834952" y="746346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橢圓 19"/>
              <p:cNvSpPr>
                <a:spLocks noChangeAspect="1"/>
              </p:cNvSpPr>
              <p:nvPr/>
            </p:nvSpPr>
            <p:spPr>
              <a:xfrm>
                <a:off x="3834504" y="930718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橢圓 20"/>
              <p:cNvSpPr>
                <a:spLocks noChangeAspect="1"/>
              </p:cNvSpPr>
              <p:nvPr/>
            </p:nvSpPr>
            <p:spPr>
              <a:xfrm>
                <a:off x="4085516" y="561975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" name="橢圓 21"/>
              <p:cNvSpPr>
                <a:spLocks noChangeAspect="1"/>
              </p:cNvSpPr>
              <p:nvPr/>
            </p:nvSpPr>
            <p:spPr>
              <a:xfrm>
                <a:off x="4085068" y="746346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" name="橢圓 22"/>
              <p:cNvSpPr>
                <a:spLocks noChangeAspect="1"/>
              </p:cNvSpPr>
              <p:nvPr/>
            </p:nvSpPr>
            <p:spPr>
              <a:xfrm>
                <a:off x="4084620" y="930718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4" name="橢圓 23"/>
              <p:cNvSpPr>
                <a:spLocks noChangeAspect="1"/>
              </p:cNvSpPr>
              <p:nvPr/>
            </p:nvSpPr>
            <p:spPr>
              <a:xfrm>
                <a:off x="4335632" y="561975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橢圓 24"/>
              <p:cNvSpPr>
                <a:spLocks noChangeAspect="1"/>
              </p:cNvSpPr>
              <p:nvPr/>
            </p:nvSpPr>
            <p:spPr>
              <a:xfrm>
                <a:off x="4335184" y="746346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橢圓 25"/>
              <p:cNvSpPr>
                <a:spLocks noChangeAspect="1"/>
              </p:cNvSpPr>
              <p:nvPr/>
            </p:nvSpPr>
            <p:spPr>
              <a:xfrm>
                <a:off x="4334736" y="930718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" name="橢圓 26"/>
              <p:cNvSpPr>
                <a:spLocks noChangeAspect="1"/>
              </p:cNvSpPr>
              <p:nvPr/>
            </p:nvSpPr>
            <p:spPr>
              <a:xfrm>
                <a:off x="4585748" y="561975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" name="橢圓 27"/>
              <p:cNvSpPr>
                <a:spLocks noChangeAspect="1"/>
              </p:cNvSpPr>
              <p:nvPr/>
            </p:nvSpPr>
            <p:spPr>
              <a:xfrm>
                <a:off x="4585300" y="746346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" name="橢圓 28"/>
              <p:cNvSpPr>
                <a:spLocks noChangeAspect="1"/>
              </p:cNvSpPr>
              <p:nvPr/>
            </p:nvSpPr>
            <p:spPr>
              <a:xfrm>
                <a:off x="4584852" y="930718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8" name="矩形 7"/>
            <p:cNvSpPr/>
            <p:nvPr/>
          </p:nvSpPr>
          <p:spPr>
            <a:xfrm>
              <a:off x="3482340" y="601980"/>
              <a:ext cx="2029938" cy="112713"/>
            </a:xfrm>
            <a:prstGeom prst="rect">
              <a:avLst/>
            </a:prstGeom>
            <a:solidFill>
              <a:schemeClr val="bg1">
                <a:lumMod val="95000"/>
                <a:alpha val="4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3482340" y="869473"/>
              <a:ext cx="2029938" cy="112713"/>
            </a:xfrm>
            <a:prstGeom prst="rect">
              <a:avLst/>
            </a:prstGeom>
            <a:solidFill>
              <a:schemeClr val="bg1">
                <a:lumMod val="95000"/>
                <a:alpha val="4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5458593" y="2706418"/>
            <a:ext cx="2029938" cy="704850"/>
            <a:chOff x="3482340" y="441325"/>
            <a:chExt cx="2029938" cy="704850"/>
          </a:xfrm>
        </p:grpSpPr>
        <p:grpSp>
          <p:nvGrpSpPr>
            <p:cNvPr id="31" name="群組 30"/>
            <p:cNvGrpSpPr/>
            <p:nvPr/>
          </p:nvGrpSpPr>
          <p:grpSpPr>
            <a:xfrm>
              <a:off x="3623093" y="441325"/>
              <a:ext cx="1889185" cy="704850"/>
              <a:chOff x="3623093" y="441325"/>
              <a:chExt cx="1889185" cy="704850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3623093" y="474452"/>
                <a:ext cx="1889185" cy="63835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矩形 34"/>
              <p:cNvSpPr/>
              <p:nvPr/>
            </p:nvSpPr>
            <p:spPr>
              <a:xfrm>
                <a:off x="5365750" y="441325"/>
                <a:ext cx="68892" cy="70485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" name="橢圓 35"/>
              <p:cNvSpPr>
                <a:spLocks noChangeAspect="1"/>
              </p:cNvSpPr>
              <p:nvPr/>
            </p:nvSpPr>
            <p:spPr>
              <a:xfrm>
                <a:off x="5085980" y="561975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" name="橢圓 36"/>
              <p:cNvSpPr>
                <a:spLocks noChangeAspect="1"/>
              </p:cNvSpPr>
              <p:nvPr/>
            </p:nvSpPr>
            <p:spPr>
              <a:xfrm>
                <a:off x="5085532" y="746346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" name="橢圓 37"/>
              <p:cNvSpPr>
                <a:spLocks noChangeAspect="1"/>
              </p:cNvSpPr>
              <p:nvPr/>
            </p:nvSpPr>
            <p:spPr>
              <a:xfrm>
                <a:off x="5085080" y="930718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" name="橢圓 38"/>
              <p:cNvSpPr>
                <a:spLocks noChangeAspect="1"/>
              </p:cNvSpPr>
              <p:nvPr/>
            </p:nvSpPr>
            <p:spPr>
              <a:xfrm>
                <a:off x="4835864" y="561975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" name="橢圓 39"/>
              <p:cNvSpPr>
                <a:spLocks noChangeAspect="1"/>
              </p:cNvSpPr>
              <p:nvPr/>
            </p:nvSpPr>
            <p:spPr>
              <a:xfrm>
                <a:off x="4835416" y="746346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" name="橢圓 40"/>
              <p:cNvSpPr>
                <a:spLocks noChangeAspect="1"/>
              </p:cNvSpPr>
              <p:nvPr/>
            </p:nvSpPr>
            <p:spPr>
              <a:xfrm>
                <a:off x="4834968" y="930718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" name="橢圓 41"/>
              <p:cNvSpPr>
                <a:spLocks noChangeAspect="1"/>
              </p:cNvSpPr>
              <p:nvPr/>
            </p:nvSpPr>
            <p:spPr>
              <a:xfrm>
                <a:off x="3835400" y="561975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" name="橢圓 42"/>
              <p:cNvSpPr>
                <a:spLocks noChangeAspect="1"/>
              </p:cNvSpPr>
              <p:nvPr/>
            </p:nvSpPr>
            <p:spPr>
              <a:xfrm>
                <a:off x="3834952" y="746346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4" name="橢圓 43"/>
              <p:cNvSpPr>
                <a:spLocks noChangeAspect="1"/>
              </p:cNvSpPr>
              <p:nvPr/>
            </p:nvSpPr>
            <p:spPr>
              <a:xfrm>
                <a:off x="3834504" y="930718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5" name="橢圓 44"/>
              <p:cNvSpPr>
                <a:spLocks noChangeAspect="1"/>
              </p:cNvSpPr>
              <p:nvPr/>
            </p:nvSpPr>
            <p:spPr>
              <a:xfrm>
                <a:off x="4085516" y="561975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" name="橢圓 45"/>
              <p:cNvSpPr>
                <a:spLocks noChangeAspect="1"/>
              </p:cNvSpPr>
              <p:nvPr/>
            </p:nvSpPr>
            <p:spPr>
              <a:xfrm>
                <a:off x="4085068" y="746346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7" name="橢圓 46"/>
              <p:cNvSpPr>
                <a:spLocks noChangeAspect="1"/>
              </p:cNvSpPr>
              <p:nvPr/>
            </p:nvSpPr>
            <p:spPr>
              <a:xfrm>
                <a:off x="4084620" y="930718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8" name="橢圓 47"/>
              <p:cNvSpPr>
                <a:spLocks noChangeAspect="1"/>
              </p:cNvSpPr>
              <p:nvPr/>
            </p:nvSpPr>
            <p:spPr>
              <a:xfrm>
                <a:off x="4335632" y="561975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9" name="橢圓 48"/>
              <p:cNvSpPr>
                <a:spLocks noChangeAspect="1"/>
              </p:cNvSpPr>
              <p:nvPr/>
            </p:nvSpPr>
            <p:spPr>
              <a:xfrm>
                <a:off x="4335184" y="746346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0" name="橢圓 49"/>
              <p:cNvSpPr>
                <a:spLocks noChangeAspect="1"/>
              </p:cNvSpPr>
              <p:nvPr/>
            </p:nvSpPr>
            <p:spPr>
              <a:xfrm>
                <a:off x="4334736" y="930718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1" name="橢圓 50"/>
              <p:cNvSpPr>
                <a:spLocks noChangeAspect="1"/>
              </p:cNvSpPr>
              <p:nvPr/>
            </p:nvSpPr>
            <p:spPr>
              <a:xfrm>
                <a:off x="4585748" y="561975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2" name="橢圓 51"/>
              <p:cNvSpPr>
                <a:spLocks noChangeAspect="1"/>
              </p:cNvSpPr>
              <p:nvPr/>
            </p:nvSpPr>
            <p:spPr>
              <a:xfrm>
                <a:off x="4585300" y="746346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3" name="橢圓 52"/>
              <p:cNvSpPr>
                <a:spLocks noChangeAspect="1"/>
              </p:cNvSpPr>
              <p:nvPr/>
            </p:nvSpPr>
            <p:spPr>
              <a:xfrm>
                <a:off x="4584852" y="930718"/>
                <a:ext cx="90000" cy="90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noFill/>
              </a:ln>
              <a:scene3d>
                <a:camera prst="orthographicFront"/>
                <a:lightRig rig="threePt" dir="t"/>
              </a:scene3d>
              <a:sp3d>
                <a:bevelT w="6350" h="254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32" name="矩形 31"/>
            <p:cNvSpPr/>
            <p:nvPr/>
          </p:nvSpPr>
          <p:spPr>
            <a:xfrm>
              <a:off x="3482340" y="601980"/>
              <a:ext cx="2029938" cy="112713"/>
            </a:xfrm>
            <a:prstGeom prst="rect">
              <a:avLst/>
            </a:prstGeom>
            <a:solidFill>
              <a:schemeClr val="bg1">
                <a:lumMod val="95000"/>
                <a:alpha val="4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3482340" y="869473"/>
              <a:ext cx="2029938" cy="112713"/>
            </a:xfrm>
            <a:prstGeom prst="rect">
              <a:avLst/>
            </a:prstGeom>
            <a:solidFill>
              <a:schemeClr val="bg1">
                <a:lumMod val="95000"/>
                <a:alpha val="4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54" name="矩形 53"/>
          <p:cNvSpPr/>
          <p:nvPr/>
        </p:nvSpPr>
        <p:spPr>
          <a:xfrm>
            <a:off x="6943848" y="1071295"/>
            <a:ext cx="389835" cy="2750997"/>
          </a:xfrm>
          <a:prstGeom prst="rect">
            <a:avLst/>
          </a:prstGeom>
          <a:solidFill>
            <a:srgbClr val="00B0F0"/>
          </a:solidFill>
          <a:ln w="31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5" name="群組 54"/>
          <p:cNvGrpSpPr>
            <a:grpSpLocks noChangeAspect="1"/>
          </p:cNvGrpSpPr>
          <p:nvPr/>
        </p:nvGrpSpPr>
        <p:grpSpPr>
          <a:xfrm>
            <a:off x="2562804" y="1944450"/>
            <a:ext cx="1073830" cy="864000"/>
            <a:chOff x="2227811" y="3399906"/>
            <a:chExt cx="723207" cy="581891"/>
          </a:xfrm>
        </p:grpSpPr>
        <p:sp>
          <p:nvSpPr>
            <p:cNvPr id="56" name="圓角矩形 55"/>
            <p:cNvSpPr/>
            <p:nvPr/>
          </p:nvSpPr>
          <p:spPr>
            <a:xfrm>
              <a:off x="2227811" y="3399906"/>
              <a:ext cx="723207" cy="581891"/>
            </a:xfrm>
            <a:prstGeom prst="roundRect">
              <a:avLst>
                <a:gd name="adj" fmla="val 9524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254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橢圓 56"/>
            <p:cNvSpPr/>
            <p:nvPr/>
          </p:nvSpPr>
          <p:spPr>
            <a:xfrm>
              <a:off x="2833678" y="3452816"/>
              <a:ext cx="52388" cy="457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0" h="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896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9484CB6-CDDB-4FD8-887B-5376663D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4104" y="2719137"/>
            <a:ext cx="6042716" cy="949038"/>
          </a:xfrm>
        </p:spPr>
        <p:txBody>
          <a:bodyPr lIns="0">
            <a:normAutofit/>
          </a:bodyPr>
          <a:lstStyle/>
          <a:p>
            <a:r>
              <a:rPr lang="en-US" altLang="zh-TW" dirty="0"/>
              <a:t>Shaping Future Networks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10269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/>
          <p:cNvGrpSpPr/>
          <p:nvPr/>
        </p:nvGrpSpPr>
        <p:grpSpPr>
          <a:xfrm>
            <a:off x="4210049" y="1245202"/>
            <a:ext cx="5340350" cy="3394645"/>
            <a:chOff x="3947613" y="1245202"/>
            <a:chExt cx="6150224" cy="3909449"/>
          </a:xfrm>
        </p:grpSpPr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6620" y="1245672"/>
              <a:ext cx="2911217" cy="2906372"/>
            </a:xfrm>
            <a:prstGeom prst="rect">
              <a:avLst/>
            </a:prstGeom>
          </p:spPr>
        </p:pic>
        <p:pic>
          <p:nvPicPr>
            <p:cNvPr id="7" name="圖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56569" y="1245202"/>
              <a:ext cx="2912161" cy="2907313"/>
            </a:xfrm>
            <a:prstGeom prst="rect">
              <a:avLst/>
            </a:prstGeom>
          </p:spPr>
        </p:pic>
        <p:sp>
          <p:nvSpPr>
            <p:cNvPr id="8" name="文字方塊 7"/>
            <p:cNvSpPr txBox="1"/>
            <p:nvPr/>
          </p:nvSpPr>
          <p:spPr>
            <a:xfrm>
              <a:off x="3947613" y="4424481"/>
              <a:ext cx="6150224" cy="73017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TW" sz="1600" dirty="0">
                  <a:solidFill>
                    <a:srgbClr val="42637C"/>
                  </a:solidFill>
                </a:rPr>
                <a:t>Ready to scale your edge deployments—FAST?</a:t>
              </a:r>
              <a:br>
                <a:rPr lang="en-US" altLang="zh-TW" sz="1600" dirty="0">
                  <a:solidFill>
                    <a:srgbClr val="42637C"/>
                  </a:solidFill>
                </a:rPr>
              </a:br>
              <a:r>
                <a:rPr lang="en-US" altLang="zh-TW" sz="1600" kern="0" spc="30" dirty="0">
                  <a:solidFill>
                    <a:srgbClr val="42637C"/>
                  </a:solidFill>
                </a:rPr>
                <a:t>Just one email away: </a:t>
              </a:r>
              <a:r>
                <a:rPr lang="en-US" altLang="zh-TW" sz="1600" kern="0" spc="30" dirty="0">
                  <a:solidFill>
                    <a:srgbClr val="42637C"/>
                  </a:solidFill>
                  <a:latin typeface="+mj-lt"/>
                </a:rPr>
                <a:t>NCS_Marketing@nexcom.com.tw</a:t>
              </a:r>
              <a:endParaRPr lang="zh-TW" altLang="en-US" sz="1600" kern="0" spc="30" dirty="0">
                <a:solidFill>
                  <a:srgbClr val="42637C"/>
                </a:solidFill>
                <a:latin typeface="+mj-lt"/>
              </a:endParaRPr>
            </a:p>
          </p:txBody>
        </p:sp>
        <p:pic>
          <p:nvPicPr>
            <p:cNvPr id="9" name="圖片 8"/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89147" l="1527" r="89313"/>
                      </a14:imgEffect>
                      <a14:imgEffect>
                        <a14:brightnessContrast bright="20000" contrast="40000"/>
                      </a14:imgEffect>
                    </a14:imgLayer>
                  </a14:imgProps>
                </a:ext>
              </a:extLst>
            </a:blip>
            <a:srcRect l="1341" t="1363" r="12220" b="10471"/>
            <a:stretch/>
          </p:blipFill>
          <p:spPr>
            <a:xfrm>
              <a:off x="4058952" y="4528041"/>
              <a:ext cx="218100" cy="219064"/>
            </a:xfrm>
            <a:prstGeom prst="rect">
              <a:avLst/>
            </a:prstGeom>
          </p:spPr>
        </p:pic>
        <p:pic>
          <p:nvPicPr>
            <p:cNvPr id="10" name="圖片 9"/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89147" l="1527" r="89313"/>
                      </a14:imgEffect>
                      <a14:imgEffect>
                        <a14:brightnessContrast bright="20000" contrast="40000"/>
                      </a14:imgEffect>
                    </a14:imgLayer>
                  </a14:imgProps>
                </a:ext>
              </a:extLst>
            </a:blip>
            <a:srcRect l="1341" t="1363" r="12220" b="10471"/>
            <a:stretch/>
          </p:blipFill>
          <p:spPr>
            <a:xfrm>
              <a:off x="4320801" y="4528041"/>
              <a:ext cx="218100" cy="219064"/>
            </a:xfrm>
            <a:prstGeom prst="rect">
              <a:avLst/>
            </a:prstGeom>
          </p:spPr>
        </p:pic>
        <p:pic>
          <p:nvPicPr>
            <p:cNvPr id="13" name="圖片 12"/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89147" l="1527" r="89313"/>
                      </a14:imgEffect>
                      <a14:imgEffect>
                        <a14:brightnessContrast bright="20000" contrast="40000"/>
                      </a14:imgEffect>
                    </a14:imgLayer>
                  </a14:imgProps>
                </a:ext>
              </a:extLst>
            </a:blip>
            <a:srcRect l="1341" t="1363" r="12220" b="10471"/>
            <a:stretch/>
          </p:blipFill>
          <p:spPr>
            <a:xfrm>
              <a:off x="9507129" y="4528041"/>
              <a:ext cx="218100" cy="219064"/>
            </a:xfrm>
            <a:prstGeom prst="rect">
              <a:avLst/>
            </a:prstGeom>
          </p:spPr>
        </p:pic>
        <p:pic>
          <p:nvPicPr>
            <p:cNvPr id="14" name="圖片 13"/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89147" l="1527" r="89313"/>
                      </a14:imgEffect>
                      <a14:imgEffect>
                        <a14:brightnessContrast bright="20000" contrast="40000"/>
                      </a14:imgEffect>
                    </a14:imgLayer>
                  </a14:imgProps>
                </a:ext>
              </a:extLst>
            </a:blip>
            <a:srcRect l="1341" t="1363" r="12220" b="10471"/>
            <a:stretch/>
          </p:blipFill>
          <p:spPr>
            <a:xfrm>
              <a:off x="9768978" y="4528041"/>
              <a:ext cx="218100" cy="2190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8157352"/>
      </p:ext>
    </p:extLst>
  </p:cSld>
  <p:clrMapOvr>
    <a:masterClrMapping/>
  </p:clrMapOvr>
</p:sld>
</file>

<file path=ppt/theme/theme1.xml><?xml version="1.0" encoding="utf-8"?>
<a:theme xmlns:a="http://schemas.openxmlformats.org/drawingml/2006/main" name="NEXCOM">
  <a:themeElements>
    <a:clrScheme name="NEXCOM Light Mod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469AB"/>
      </a:accent1>
      <a:accent2>
        <a:srgbClr val="9DABC1"/>
      </a:accent2>
      <a:accent3>
        <a:srgbClr val="6D6C76"/>
      </a:accent3>
      <a:accent4>
        <a:srgbClr val="49474E"/>
      </a:accent4>
      <a:accent5>
        <a:srgbClr val="731349"/>
      </a:accent5>
      <a:accent6>
        <a:srgbClr val="FFFFFF"/>
      </a:accent6>
      <a:hlink>
        <a:srgbClr val="0563C1"/>
      </a:hlink>
      <a:folHlink>
        <a:srgbClr val="954F72"/>
      </a:folHlink>
    </a:clrScheme>
    <a:fontScheme name="One NEXCOM Font">
      <a:majorFont>
        <a:latin typeface="Roboto"/>
        <a:ea typeface="Noto Sans TC"/>
        <a:cs typeface=""/>
      </a:majorFont>
      <a:minorFont>
        <a:latin typeface="Roboto Light"/>
        <a:ea typeface="Noto Sans T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4734</TotalTime>
  <Words>493</Words>
  <Application>Microsoft Office PowerPoint</Application>
  <PresentationFormat>自訂</PresentationFormat>
  <Paragraphs>243</Paragraphs>
  <Slides>14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5" baseType="lpstr">
      <vt:lpstr>Noto Sans TC</vt:lpstr>
      <vt:lpstr>Noto Sans TC Light</vt:lpstr>
      <vt:lpstr>Roboto</vt:lpstr>
      <vt:lpstr>Roboto Light</vt:lpstr>
      <vt:lpstr>新細明體</vt:lpstr>
      <vt:lpstr>標準系統字體</vt:lpstr>
      <vt:lpstr>Arial</vt:lpstr>
      <vt:lpstr>Calibri</vt:lpstr>
      <vt:lpstr>Times New Roman</vt:lpstr>
      <vt:lpstr>Wingdings</vt:lpstr>
      <vt:lpstr>NEXCOM</vt:lpstr>
      <vt:lpstr>Block Diagram Icons</vt:lpstr>
      <vt:lpstr>Rev. History</vt:lpstr>
      <vt:lpstr>Chip/DIMM</vt:lpstr>
      <vt:lpstr>Slot</vt:lpstr>
      <vt:lpstr>I/O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Shaping Future Networks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Doreen Chou</dc:creator>
  <cp:lastModifiedBy>Licca Chuang[莊佳怡]</cp:lastModifiedBy>
  <cp:revision>257</cp:revision>
  <dcterms:created xsi:type="dcterms:W3CDTF">2023-11-29T07:43:11Z</dcterms:created>
  <dcterms:modified xsi:type="dcterms:W3CDTF">2026-07-13T03:00:36Z</dcterms:modified>
</cp:coreProperties>
</file>